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0"/>
  </p:notesMasterIdLst>
  <p:sldIdLst>
    <p:sldId id="256" r:id="rId2"/>
    <p:sldId id="257" r:id="rId3"/>
    <p:sldId id="258" r:id="rId4"/>
    <p:sldId id="259" r:id="rId5"/>
    <p:sldId id="272" r:id="rId6"/>
    <p:sldId id="260" r:id="rId7"/>
    <p:sldId id="261" r:id="rId8"/>
    <p:sldId id="265" r:id="rId9"/>
    <p:sldId id="266" r:id="rId10"/>
    <p:sldId id="267" r:id="rId11"/>
    <p:sldId id="268" r:id="rId12"/>
    <p:sldId id="269" r:id="rId13"/>
    <p:sldId id="270" r:id="rId14"/>
    <p:sldId id="271" r:id="rId15"/>
    <p:sldId id="262" r:id="rId16"/>
    <p:sldId id="273" r:id="rId17"/>
    <p:sldId id="263" r:id="rId18"/>
    <p:sldId id="264"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85"/>
    <p:restoredTop sz="94682"/>
  </p:normalViewPr>
  <p:slideViewPr>
    <p:cSldViewPr snapToGrid="0">
      <p:cViewPr varScale="1">
        <p:scale>
          <a:sx n="107" d="100"/>
          <a:sy n="107" d="100"/>
        </p:scale>
        <p:origin x="85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diagrams/_rels/data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4" Type="http://schemas.openxmlformats.org/officeDocument/2006/relationships/image" Target="../media/image37.svg"/></Relationships>
</file>

<file path=ppt/diagrams/_rels/data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44.svg"/></Relationships>
</file>

<file path=ppt/diagrams/_rels/data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0.svg"/><Relationship Id="rId1" Type="http://schemas.openxmlformats.org/officeDocument/2006/relationships/image" Target="../media/image49.png"/><Relationship Id="rId4" Type="http://schemas.openxmlformats.org/officeDocument/2006/relationships/image" Target="../media/image44.svg"/></Relationships>
</file>

<file path=ppt/diagrams/_rels/data1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4" Type="http://schemas.openxmlformats.org/officeDocument/2006/relationships/image" Target="../media/image54.svg"/></Relationships>
</file>

<file path=ppt/diagrams/_rels/data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4" Type="http://schemas.openxmlformats.org/officeDocument/2006/relationships/image" Target="../media/image60.svg"/></Relationships>
</file>

<file path=ppt/diagrams/_rels/data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62.svg"/></Relationships>
</file>

<file path=ppt/diagrams/_rels/data15.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svg"/><Relationship Id="rId1" Type="http://schemas.openxmlformats.org/officeDocument/2006/relationships/image" Target="../media/image72.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s>
</file>

<file path=ppt/diagrams/_rels/data16.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svg"/><Relationship Id="rId1" Type="http://schemas.openxmlformats.org/officeDocument/2006/relationships/image" Target="../media/image80.png"/><Relationship Id="rId6" Type="http://schemas.openxmlformats.org/officeDocument/2006/relationships/image" Target="../media/image85.svg"/><Relationship Id="rId5" Type="http://schemas.openxmlformats.org/officeDocument/2006/relationships/image" Target="../media/image84.png"/><Relationship Id="rId4" Type="http://schemas.openxmlformats.org/officeDocument/2006/relationships/image" Target="../media/image83.svg"/></Relationships>
</file>

<file path=ppt/diagrams/_rels/data18.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82.png"/><Relationship Id="rId7" Type="http://schemas.openxmlformats.org/officeDocument/2006/relationships/image" Target="../media/image95.png"/><Relationship Id="rId2" Type="http://schemas.openxmlformats.org/officeDocument/2006/relationships/image" Target="../media/image92.svg"/><Relationship Id="rId1" Type="http://schemas.openxmlformats.org/officeDocument/2006/relationships/image" Target="../media/image91.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83.svg"/></Relationships>
</file>

<file path=ppt/diagrams/_rels/data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7.svg"/><Relationship Id="rId1" Type="http://schemas.openxmlformats.org/officeDocument/2006/relationships/image" Target="../media/image86.png"/><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83.svg"/></Relationships>
</file>

<file path=ppt/diagrams/_rels/data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svg"/><Relationship Id="rId1" Type="http://schemas.openxmlformats.org/officeDocument/2006/relationships/image" Target="../media/image103.png"/><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s>
</file>

<file path=ppt/diagrams/_rels/data21.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111.png"/><Relationship Id="rId7" Type="http://schemas.openxmlformats.org/officeDocument/2006/relationships/image" Target="../media/image113.png"/><Relationship Id="rId2" Type="http://schemas.openxmlformats.org/officeDocument/2006/relationships/image" Target="../media/image110.svg"/><Relationship Id="rId1" Type="http://schemas.openxmlformats.org/officeDocument/2006/relationships/image" Target="../media/image109.png"/><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112.svg"/></Relationships>
</file>

<file path=ppt/diagrams/_rels/data22.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21.png"/><Relationship Id="rId7" Type="http://schemas.openxmlformats.org/officeDocument/2006/relationships/image" Target="../media/image95.pn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124.svg"/><Relationship Id="rId5" Type="http://schemas.openxmlformats.org/officeDocument/2006/relationships/image" Target="../media/image123.png"/><Relationship Id="rId10" Type="http://schemas.openxmlformats.org/officeDocument/2006/relationships/image" Target="../media/image126.svg"/><Relationship Id="rId4" Type="http://schemas.openxmlformats.org/officeDocument/2006/relationships/image" Target="../media/image122.svg"/><Relationship Id="rId9" Type="http://schemas.openxmlformats.org/officeDocument/2006/relationships/image" Target="../media/image125.png"/></Relationships>
</file>

<file path=ppt/diagrams/_rels/data23.xml.rels><?xml version="1.0" encoding="UTF-8" standalone="yes"?>
<Relationships xmlns="http://schemas.openxmlformats.org/package/2006/relationships"><Relationship Id="rId8" Type="http://schemas.openxmlformats.org/officeDocument/2006/relationships/image" Target="../media/image134.sv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image" Target="../media/image128.svg"/><Relationship Id="rId1" Type="http://schemas.openxmlformats.org/officeDocument/2006/relationships/image" Target="../media/image127.png"/><Relationship Id="rId6" Type="http://schemas.openxmlformats.org/officeDocument/2006/relationships/image" Target="../media/image132.svg"/><Relationship Id="rId5" Type="http://schemas.openxmlformats.org/officeDocument/2006/relationships/image" Target="../media/image131.png"/><Relationship Id="rId4" Type="http://schemas.openxmlformats.org/officeDocument/2006/relationships/image" Target="../media/image130.svg"/></Relationships>
</file>

<file path=ppt/diagrams/_rels/data2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svg"/><Relationship Id="rId1" Type="http://schemas.openxmlformats.org/officeDocument/2006/relationships/image" Target="../media/image135.png"/><Relationship Id="rId6" Type="http://schemas.openxmlformats.org/officeDocument/2006/relationships/image" Target="../media/image140.svg"/><Relationship Id="rId5" Type="http://schemas.openxmlformats.org/officeDocument/2006/relationships/image" Target="../media/image139.png"/><Relationship Id="rId4" Type="http://schemas.openxmlformats.org/officeDocument/2006/relationships/image" Target="../media/image138.svg"/></Relationships>
</file>

<file path=ppt/diagrams/_rels/data28.xml.rels><?xml version="1.0" encoding="UTF-8" standalone="yes"?>
<Relationships xmlns="http://schemas.openxmlformats.org/package/2006/relationships"><Relationship Id="rId8" Type="http://schemas.openxmlformats.org/officeDocument/2006/relationships/image" Target="../media/image148.svg"/><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image" Target="../media/image142.svg"/><Relationship Id="rId1" Type="http://schemas.openxmlformats.org/officeDocument/2006/relationships/image" Target="../media/image141.png"/><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144.svg"/></Relationships>
</file>

<file path=ppt/diagrams/_rels/data29.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50.svg"/><Relationship Id="rId1" Type="http://schemas.openxmlformats.org/officeDocument/2006/relationships/image" Target="../media/image149.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s>
</file>

<file path=ppt/diagrams/_rels/data30.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59.png"/><Relationship Id="rId7" Type="http://schemas.openxmlformats.org/officeDocument/2006/relationships/image" Target="../media/image141.png"/><Relationship Id="rId2" Type="http://schemas.openxmlformats.org/officeDocument/2006/relationships/image" Target="../media/image158.svg"/><Relationship Id="rId1" Type="http://schemas.openxmlformats.org/officeDocument/2006/relationships/image" Target="../media/image157.png"/><Relationship Id="rId6" Type="http://schemas.openxmlformats.org/officeDocument/2006/relationships/image" Target="../media/image162.svg"/><Relationship Id="rId5" Type="http://schemas.openxmlformats.org/officeDocument/2006/relationships/image" Target="../media/image161.png"/><Relationship Id="rId4" Type="http://schemas.openxmlformats.org/officeDocument/2006/relationships/image" Target="../media/image160.svg"/></Relationships>
</file>

<file path=ppt/diagrams/_rels/data31.xml.rels><?xml version="1.0" encoding="UTF-8" standalone="yes"?>
<Relationships xmlns="http://schemas.openxmlformats.org/package/2006/relationships"><Relationship Id="rId8" Type="http://schemas.openxmlformats.org/officeDocument/2006/relationships/image" Target="../media/image166.svg"/><Relationship Id="rId3" Type="http://schemas.openxmlformats.org/officeDocument/2006/relationships/image" Target="../media/image123.png"/><Relationship Id="rId7" Type="http://schemas.openxmlformats.org/officeDocument/2006/relationships/image" Target="../media/image165.png"/><Relationship Id="rId2" Type="http://schemas.openxmlformats.org/officeDocument/2006/relationships/image" Target="../media/image94.svg"/><Relationship Id="rId1" Type="http://schemas.openxmlformats.org/officeDocument/2006/relationships/image" Target="../media/image93.png"/><Relationship Id="rId6" Type="http://schemas.openxmlformats.org/officeDocument/2006/relationships/image" Target="../media/image164.svg"/><Relationship Id="rId5" Type="http://schemas.openxmlformats.org/officeDocument/2006/relationships/image" Target="../media/image163.png"/><Relationship Id="rId4" Type="http://schemas.openxmlformats.org/officeDocument/2006/relationships/image" Target="../media/image124.svg"/></Relationships>
</file>

<file path=ppt/diagrams/_rels/data32.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173.svg"/></Relationships>
</file>

<file path=ppt/diagrams/_rels/data33.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76.png"/><Relationship Id="rId7" Type="http://schemas.openxmlformats.org/officeDocument/2006/relationships/image" Target="../media/image141.png"/><Relationship Id="rId2" Type="http://schemas.openxmlformats.org/officeDocument/2006/relationships/image" Target="../media/image175.svg"/><Relationship Id="rId1" Type="http://schemas.openxmlformats.org/officeDocument/2006/relationships/image" Target="../media/image174.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177.svg"/></Relationships>
</file>

<file path=ppt/diagrams/_rels/data35.xml.rels><?xml version="1.0" encoding="UTF-8" standalone="yes"?>
<Relationships xmlns="http://schemas.openxmlformats.org/package/2006/relationships"><Relationship Id="rId8" Type="http://schemas.openxmlformats.org/officeDocument/2006/relationships/image" Target="../media/image160.svg"/><Relationship Id="rId3" Type="http://schemas.openxmlformats.org/officeDocument/2006/relationships/image" Target="../media/image180.png"/><Relationship Id="rId7" Type="http://schemas.openxmlformats.org/officeDocument/2006/relationships/image" Target="../media/image159.png"/><Relationship Id="rId2" Type="http://schemas.openxmlformats.org/officeDocument/2006/relationships/image" Target="../media/image179.svg"/><Relationship Id="rId1" Type="http://schemas.openxmlformats.org/officeDocument/2006/relationships/image" Target="../media/image178.png"/><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81.svg"/></Relationships>
</file>

<file path=ppt/diagrams/_rels/data36.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svg"/><Relationship Id="rId1" Type="http://schemas.openxmlformats.org/officeDocument/2006/relationships/image" Target="../media/image182.png"/><Relationship Id="rId6" Type="http://schemas.openxmlformats.org/officeDocument/2006/relationships/image" Target="../media/image187.svg"/><Relationship Id="rId5" Type="http://schemas.openxmlformats.org/officeDocument/2006/relationships/image" Target="../media/image186.png"/><Relationship Id="rId4" Type="http://schemas.openxmlformats.org/officeDocument/2006/relationships/image" Target="../media/image185.svg"/></Relationships>
</file>

<file path=ppt/diagrams/_rels/data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svg"/><Relationship Id="rId1" Type="http://schemas.openxmlformats.org/officeDocument/2006/relationships/image" Target="../media/image188.png"/><Relationship Id="rId4" Type="http://schemas.openxmlformats.org/officeDocument/2006/relationships/image" Target="../media/image191.svg"/></Relationships>
</file>

<file path=ppt/diagrams/_rels/data3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svg"/><Relationship Id="rId1" Type="http://schemas.openxmlformats.org/officeDocument/2006/relationships/image" Target="../media/image192.png"/><Relationship Id="rId4" Type="http://schemas.openxmlformats.org/officeDocument/2006/relationships/image" Target="../media/image195.svg"/></Relationships>
</file>

<file path=ppt/diagrams/_rels/data4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svg"/><Relationship Id="rId1" Type="http://schemas.openxmlformats.org/officeDocument/2006/relationships/image" Target="../media/image196.png"/><Relationship Id="rId6" Type="http://schemas.openxmlformats.org/officeDocument/2006/relationships/image" Target="../media/image201.svg"/><Relationship Id="rId5" Type="http://schemas.openxmlformats.org/officeDocument/2006/relationships/image" Target="../media/image200.png"/><Relationship Id="rId4" Type="http://schemas.openxmlformats.org/officeDocument/2006/relationships/image" Target="../media/image199.svg"/></Relationships>
</file>

<file path=ppt/diagrams/_rels/data42.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image" Target="../media/image119.png"/><Relationship Id="rId7" Type="http://schemas.openxmlformats.org/officeDocument/2006/relationships/image" Target="../media/image204.png"/><Relationship Id="rId12" Type="http://schemas.openxmlformats.org/officeDocument/2006/relationships/image" Target="../media/image83.svg"/><Relationship Id="rId2" Type="http://schemas.openxmlformats.org/officeDocument/2006/relationships/image" Target="../media/image166.svg"/><Relationship Id="rId1" Type="http://schemas.openxmlformats.org/officeDocument/2006/relationships/image" Target="../media/image165.png"/><Relationship Id="rId6" Type="http://schemas.openxmlformats.org/officeDocument/2006/relationships/image" Target="../media/image81.svg"/><Relationship Id="rId11" Type="http://schemas.openxmlformats.org/officeDocument/2006/relationships/image" Target="../media/image82.png"/><Relationship Id="rId5" Type="http://schemas.openxmlformats.org/officeDocument/2006/relationships/image" Target="../media/image80.png"/><Relationship Id="rId10" Type="http://schemas.openxmlformats.org/officeDocument/2006/relationships/image" Target="../media/image207.svg"/><Relationship Id="rId4" Type="http://schemas.openxmlformats.org/officeDocument/2006/relationships/image" Target="../media/image120.svg"/><Relationship Id="rId9" Type="http://schemas.openxmlformats.org/officeDocument/2006/relationships/image" Target="../media/image206.png"/></Relationships>
</file>

<file path=ppt/diagrams/_rels/data4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svg"/><Relationship Id="rId1" Type="http://schemas.openxmlformats.org/officeDocument/2006/relationships/image" Target="../media/image208.png"/><Relationship Id="rId6" Type="http://schemas.openxmlformats.org/officeDocument/2006/relationships/image" Target="../media/image124.svg"/><Relationship Id="rId5" Type="http://schemas.openxmlformats.org/officeDocument/2006/relationships/image" Target="../media/image123.png"/><Relationship Id="rId4" Type="http://schemas.openxmlformats.org/officeDocument/2006/relationships/image" Target="../media/image211.svg"/></Relationships>
</file>

<file path=ppt/diagrams/_rels/data4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svg"/><Relationship Id="rId1" Type="http://schemas.openxmlformats.org/officeDocument/2006/relationships/image" Target="../media/image212.png"/><Relationship Id="rId6" Type="http://schemas.openxmlformats.org/officeDocument/2006/relationships/image" Target="../media/image217.svg"/><Relationship Id="rId5" Type="http://schemas.openxmlformats.org/officeDocument/2006/relationships/image" Target="../media/image216.png"/><Relationship Id="rId4" Type="http://schemas.openxmlformats.org/officeDocument/2006/relationships/image" Target="../media/image215.svg"/></Relationships>
</file>

<file path=ppt/diagrams/_rels/data45.xml.rels><?xml version="1.0" encoding="UTF-8" standalone="yes"?>
<Relationships xmlns="http://schemas.openxmlformats.org/package/2006/relationships"><Relationship Id="rId8" Type="http://schemas.openxmlformats.org/officeDocument/2006/relationships/image" Target="../media/image223.svg"/><Relationship Id="rId3" Type="http://schemas.openxmlformats.org/officeDocument/2006/relationships/image" Target="../media/image178.png"/><Relationship Id="rId7" Type="http://schemas.openxmlformats.org/officeDocument/2006/relationships/image" Target="../media/image222.png"/><Relationship Id="rId2" Type="http://schemas.openxmlformats.org/officeDocument/2006/relationships/image" Target="../media/image219.svg"/><Relationship Id="rId1" Type="http://schemas.openxmlformats.org/officeDocument/2006/relationships/image" Target="../media/image218.png"/><Relationship Id="rId6" Type="http://schemas.openxmlformats.org/officeDocument/2006/relationships/image" Target="../media/image221.svg"/><Relationship Id="rId5" Type="http://schemas.openxmlformats.org/officeDocument/2006/relationships/image" Target="../media/image220.png"/><Relationship Id="rId10" Type="http://schemas.openxmlformats.org/officeDocument/2006/relationships/image" Target="../media/image225.svg"/><Relationship Id="rId4" Type="http://schemas.openxmlformats.org/officeDocument/2006/relationships/image" Target="../media/image179.svg"/><Relationship Id="rId9" Type="http://schemas.openxmlformats.org/officeDocument/2006/relationships/image" Target="../media/image224.png"/></Relationships>
</file>

<file path=ppt/diagrams/_rels/data4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227.svg"/><Relationship Id="rId5" Type="http://schemas.openxmlformats.org/officeDocument/2006/relationships/image" Target="../media/image226.png"/><Relationship Id="rId4" Type="http://schemas.openxmlformats.org/officeDocument/2006/relationships/image" Target="../media/image166.svg"/></Relationships>
</file>

<file path=ppt/diagrams/_rels/data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9.svg"/><Relationship Id="rId1" Type="http://schemas.openxmlformats.org/officeDocument/2006/relationships/image" Target="../media/image228.png"/><Relationship Id="rId6" Type="http://schemas.openxmlformats.org/officeDocument/2006/relationships/image" Target="../media/image231.svg"/><Relationship Id="rId5" Type="http://schemas.openxmlformats.org/officeDocument/2006/relationships/image" Target="../media/image230.png"/><Relationship Id="rId4" Type="http://schemas.openxmlformats.org/officeDocument/2006/relationships/image" Target="../media/image10.svg"/></Relationships>
</file>

<file path=ppt/diagrams/_rels/data48.xml.rels><?xml version="1.0" encoding="UTF-8" standalone="yes"?>
<Relationships xmlns="http://schemas.openxmlformats.org/package/2006/relationships"><Relationship Id="rId8" Type="http://schemas.openxmlformats.org/officeDocument/2006/relationships/image" Target="../media/image235.svg"/><Relationship Id="rId3" Type="http://schemas.openxmlformats.org/officeDocument/2006/relationships/image" Target="../media/image57.png"/><Relationship Id="rId7" Type="http://schemas.openxmlformats.org/officeDocument/2006/relationships/image" Target="../media/image234.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233.svg"/><Relationship Id="rId5" Type="http://schemas.openxmlformats.org/officeDocument/2006/relationships/image" Target="../media/image232.png"/><Relationship Id="rId4" Type="http://schemas.openxmlformats.org/officeDocument/2006/relationships/image" Target="../media/image58.svg"/></Relationships>
</file>

<file path=ppt/diagrams/_rels/data49.xml.rels><?xml version="1.0" encoding="UTF-8" standalone="yes"?>
<Relationships xmlns="http://schemas.openxmlformats.org/package/2006/relationships"><Relationship Id="rId8" Type="http://schemas.openxmlformats.org/officeDocument/2006/relationships/image" Target="../media/image242.svg"/><Relationship Id="rId3" Type="http://schemas.openxmlformats.org/officeDocument/2006/relationships/image" Target="../media/image237.png"/><Relationship Id="rId7" Type="http://schemas.openxmlformats.org/officeDocument/2006/relationships/image" Target="../media/image241.png"/><Relationship Id="rId2" Type="http://schemas.openxmlformats.org/officeDocument/2006/relationships/image" Target="../media/image235.svg"/><Relationship Id="rId1" Type="http://schemas.openxmlformats.org/officeDocument/2006/relationships/image" Target="../media/image234.png"/><Relationship Id="rId6" Type="http://schemas.openxmlformats.org/officeDocument/2006/relationships/image" Target="../media/image240.svg"/><Relationship Id="rId5" Type="http://schemas.openxmlformats.org/officeDocument/2006/relationships/image" Target="../media/image239.png"/><Relationship Id="rId4" Type="http://schemas.openxmlformats.org/officeDocument/2006/relationships/image" Target="../media/image238.svg"/></Relationships>
</file>

<file path=ppt/diagrams/_rels/data50.xml.rels><?xml version="1.0" encoding="UTF-8" standalone="yes"?>
<Relationships xmlns="http://schemas.openxmlformats.org/package/2006/relationships"><Relationship Id="rId8" Type="http://schemas.openxmlformats.org/officeDocument/2006/relationships/image" Target="../media/image250.svg"/><Relationship Id="rId3" Type="http://schemas.openxmlformats.org/officeDocument/2006/relationships/image" Target="../media/image245.png"/><Relationship Id="rId7" Type="http://schemas.openxmlformats.org/officeDocument/2006/relationships/image" Target="../media/image249.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248.svg"/><Relationship Id="rId5" Type="http://schemas.openxmlformats.org/officeDocument/2006/relationships/image" Target="../media/image247.png"/><Relationship Id="rId4" Type="http://schemas.openxmlformats.org/officeDocument/2006/relationships/image" Target="../media/image246.svg"/></Relationships>
</file>

<file path=ppt/diagrams/_rels/data51.xml.rels><?xml version="1.0" encoding="UTF-8" standalone="yes"?>
<Relationships xmlns="http://schemas.openxmlformats.org/package/2006/relationships"><Relationship Id="rId8" Type="http://schemas.openxmlformats.org/officeDocument/2006/relationships/image" Target="../media/image262.svg"/><Relationship Id="rId3" Type="http://schemas.openxmlformats.org/officeDocument/2006/relationships/image" Target="../media/image257.png"/><Relationship Id="rId7" Type="http://schemas.openxmlformats.org/officeDocument/2006/relationships/image" Target="../media/image261.png"/><Relationship Id="rId2" Type="http://schemas.openxmlformats.org/officeDocument/2006/relationships/image" Target="../media/image256.svg"/><Relationship Id="rId1" Type="http://schemas.openxmlformats.org/officeDocument/2006/relationships/image" Target="../media/image255.png"/><Relationship Id="rId6" Type="http://schemas.openxmlformats.org/officeDocument/2006/relationships/image" Target="../media/image260.svg"/><Relationship Id="rId5" Type="http://schemas.openxmlformats.org/officeDocument/2006/relationships/image" Target="../media/image259.png"/><Relationship Id="rId10" Type="http://schemas.openxmlformats.org/officeDocument/2006/relationships/image" Target="../media/image264.svg"/><Relationship Id="rId4" Type="http://schemas.openxmlformats.org/officeDocument/2006/relationships/image" Target="../media/image258.svg"/><Relationship Id="rId9" Type="http://schemas.openxmlformats.org/officeDocument/2006/relationships/image" Target="../media/image263.png"/></Relationships>
</file>

<file path=ppt/diagrams/_rels/data52.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image" Target="../media/image266.svg"/><Relationship Id="rId1" Type="http://schemas.openxmlformats.org/officeDocument/2006/relationships/image" Target="../media/image265.png"/><Relationship Id="rId6" Type="http://schemas.openxmlformats.org/officeDocument/2006/relationships/image" Target="../media/image270.svg"/><Relationship Id="rId5" Type="http://schemas.openxmlformats.org/officeDocument/2006/relationships/image" Target="../media/image269.png"/><Relationship Id="rId4" Type="http://schemas.openxmlformats.org/officeDocument/2006/relationships/image" Target="../media/image268.svg"/></Relationships>
</file>

<file path=ppt/diagrams/_rels/data53.xml.rels><?xml version="1.0" encoding="UTF-8" standalone="yes"?>
<Relationships xmlns="http://schemas.openxmlformats.org/package/2006/relationships"><Relationship Id="rId8" Type="http://schemas.openxmlformats.org/officeDocument/2006/relationships/image" Target="../media/image274.svg"/><Relationship Id="rId3" Type="http://schemas.openxmlformats.org/officeDocument/2006/relationships/image" Target="../media/image271.png"/><Relationship Id="rId7" Type="http://schemas.openxmlformats.org/officeDocument/2006/relationships/image" Target="../media/image273.png"/><Relationship Id="rId2" Type="http://schemas.openxmlformats.org/officeDocument/2006/relationships/image" Target="../media/image223.svg"/><Relationship Id="rId1" Type="http://schemas.openxmlformats.org/officeDocument/2006/relationships/image" Target="../media/image222.png"/><Relationship Id="rId6" Type="http://schemas.openxmlformats.org/officeDocument/2006/relationships/image" Target="../media/image142.svg"/><Relationship Id="rId5" Type="http://schemas.openxmlformats.org/officeDocument/2006/relationships/image" Target="../media/image141.png"/><Relationship Id="rId10" Type="http://schemas.openxmlformats.org/officeDocument/2006/relationships/image" Target="../media/image128.svg"/><Relationship Id="rId4" Type="http://schemas.openxmlformats.org/officeDocument/2006/relationships/image" Target="../media/image272.svg"/><Relationship Id="rId9" Type="http://schemas.openxmlformats.org/officeDocument/2006/relationships/image" Target="../media/image127.png"/></Relationships>
</file>

<file path=ppt/diagrams/_rels/data54.xml.rels><?xml version="1.0" encoding="UTF-8" standalone="yes"?>
<Relationships xmlns="http://schemas.openxmlformats.org/package/2006/relationships"><Relationship Id="rId8" Type="http://schemas.openxmlformats.org/officeDocument/2006/relationships/image" Target="../media/image282.svg"/><Relationship Id="rId3" Type="http://schemas.openxmlformats.org/officeDocument/2006/relationships/image" Target="../media/image277.png"/><Relationship Id="rId7" Type="http://schemas.openxmlformats.org/officeDocument/2006/relationships/image" Target="../media/image281.png"/><Relationship Id="rId2" Type="http://schemas.openxmlformats.org/officeDocument/2006/relationships/image" Target="../media/image276.svg"/><Relationship Id="rId1" Type="http://schemas.openxmlformats.org/officeDocument/2006/relationships/image" Target="../media/image275.png"/><Relationship Id="rId6" Type="http://schemas.openxmlformats.org/officeDocument/2006/relationships/image" Target="../media/image280.svg"/><Relationship Id="rId5" Type="http://schemas.openxmlformats.org/officeDocument/2006/relationships/image" Target="../media/image279.png"/><Relationship Id="rId4" Type="http://schemas.openxmlformats.org/officeDocument/2006/relationships/image" Target="../media/image278.svg"/></Relationships>
</file>

<file path=ppt/diagrams/_rels/data55.xml.rels><?xml version="1.0" encoding="UTF-8" standalone="yes"?>
<Relationships xmlns="http://schemas.openxmlformats.org/package/2006/relationships"><Relationship Id="rId8" Type="http://schemas.openxmlformats.org/officeDocument/2006/relationships/image" Target="../media/image290.svg"/><Relationship Id="rId3" Type="http://schemas.openxmlformats.org/officeDocument/2006/relationships/image" Target="../media/image285.png"/><Relationship Id="rId7" Type="http://schemas.openxmlformats.org/officeDocument/2006/relationships/image" Target="../media/image289.png"/><Relationship Id="rId12" Type="http://schemas.openxmlformats.org/officeDocument/2006/relationships/image" Target="../media/image294.svg"/><Relationship Id="rId2" Type="http://schemas.openxmlformats.org/officeDocument/2006/relationships/image" Target="../media/image284.svg"/><Relationship Id="rId1" Type="http://schemas.openxmlformats.org/officeDocument/2006/relationships/image" Target="../media/image283.png"/><Relationship Id="rId6" Type="http://schemas.openxmlformats.org/officeDocument/2006/relationships/image" Target="../media/image288.svg"/><Relationship Id="rId11" Type="http://schemas.openxmlformats.org/officeDocument/2006/relationships/image" Target="../media/image293.png"/><Relationship Id="rId5" Type="http://schemas.openxmlformats.org/officeDocument/2006/relationships/image" Target="../media/image287.png"/><Relationship Id="rId10" Type="http://schemas.openxmlformats.org/officeDocument/2006/relationships/image" Target="../media/image292.svg"/><Relationship Id="rId4" Type="http://schemas.openxmlformats.org/officeDocument/2006/relationships/image" Target="../media/image286.svg"/><Relationship Id="rId9" Type="http://schemas.openxmlformats.org/officeDocument/2006/relationships/image" Target="../media/image291.png"/></Relationships>
</file>

<file path=ppt/diagrams/_rels/data56.xml.rels><?xml version="1.0" encoding="UTF-8" standalone="yes"?>
<Relationships xmlns="http://schemas.openxmlformats.org/package/2006/relationships"><Relationship Id="rId8" Type="http://schemas.openxmlformats.org/officeDocument/2006/relationships/image" Target="../media/image300.svg"/><Relationship Id="rId3" Type="http://schemas.openxmlformats.org/officeDocument/2006/relationships/image" Target="../media/image295.png"/><Relationship Id="rId7" Type="http://schemas.openxmlformats.org/officeDocument/2006/relationships/image" Target="../media/image299.png"/><Relationship Id="rId12" Type="http://schemas.openxmlformats.org/officeDocument/2006/relationships/image" Target="../media/image304.svg"/><Relationship Id="rId2" Type="http://schemas.openxmlformats.org/officeDocument/2006/relationships/image" Target="../media/image73.svg"/><Relationship Id="rId1" Type="http://schemas.openxmlformats.org/officeDocument/2006/relationships/image" Target="../media/image72.png"/><Relationship Id="rId6" Type="http://schemas.openxmlformats.org/officeDocument/2006/relationships/image" Target="../media/image298.svg"/><Relationship Id="rId11" Type="http://schemas.openxmlformats.org/officeDocument/2006/relationships/image" Target="../media/image303.png"/><Relationship Id="rId5" Type="http://schemas.openxmlformats.org/officeDocument/2006/relationships/image" Target="../media/image297.png"/><Relationship Id="rId10" Type="http://schemas.openxmlformats.org/officeDocument/2006/relationships/image" Target="../media/image302.svg"/><Relationship Id="rId4" Type="http://schemas.openxmlformats.org/officeDocument/2006/relationships/image" Target="../media/image296.svg"/><Relationship Id="rId9" Type="http://schemas.openxmlformats.org/officeDocument/2006/relationships/image" Target="../media/image301.png"/></Relationships>
</file>

<file path=ppt/diagrams/_rels/data57.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image" Target="../media/image306.svg"/><Relationship Id="rId1" Type="http://schemas.openxmlformats.org/officeDocument/2006/relationships/image" Target="../media/image305.png"/><Relationship Id="rId6" Type="http://schemas.openxmlformats.org/officeDocument/2006/relationships/image" Target="../media/image310.svg"/><Relationship Id="rId5" Type="http://schemas.openxmlformats.org/officeDocument/2006/relationships/image" Target="../media/image309.png"/><Relationship Id="rId4" Type="http://schemas.openxmlformats.org/officeDocument/2006/relationships/image" Target="../media/image308.svg"/></Relationships>
</file>

<file path=ppt/diagrams/_rels/data58.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image" Target="../media/image312.svg"/><Relationship Id="rId1" Type="http://schemas.openxmlformats.org/officeDocument/2006/relationships/image" Target="../media/image311.png"/><Relationship Id="rId6" Type="http://schemas.openxmlformats.org/officeDocument/2006/relationships/image" Target="../media/image316.svg"/><Relationship Id="rId5" Type="http://schemas.openxmlformats.org/officeDocument/2006/relationships/image" Target="../media/image315.png"/><Relationship Id="rId4" Type="http://schemas.openxmlformats.org/officeDocument/2006/relationships/image" Target="../media/image314.svg"/></Relationships>
</file>

<file path=ppt/diagrams/_rels/data59.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image" Target="../media/image318.svg"/><Relationship Id="rId1" Type="http://schemas.openxmlformats.org/officeDocument/2006/relationships/image" Target="../media/image317.png"/><Relationship Id="rId6" Type="http://schemas.openxmlformats.org/officeDocument/2006/relationships/image" Target="../media/image322.svg"/><Relationship Id="rId5" Type="http://schemas.openxmlformats.org/officeDocument/2006/relationships/image" Target="../media/image321.png"/><Relationship Id="rId4" Type="http://schemas.openxmlformats.org/officeDocument/2006/relationships/image" Target="../media/image320.svg"/></Relationships>
</file>

<file path=ppt/diagrams/_rels/data61.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4.svg"/><Relationship Id="rId1" Type="http://schemas.openxmlformats.org/officeDocument/2006/relationships/image" Target="../media/image323.png"/><Relationship Id="rId6" Type="http://schemas.openxmlformats.org/officeDocument/2006/relationships/image" Target="../media/image328.svg"/><Relationship Id="rId5" Type="http://schemas.openxmlformats.org/officeDocument/2006/relationships/image" Target="../media/image327.png"/><Relationship Id="rId4" Type="http://schemas.openxmlformats.org/officeDocument/2006/relationships/image" Target="../media/image326.svg"/></Relationships>
</file>

<file path=ppt/diagrams/_rels/data62.xml.rels><?xml version="1.0" encoding="UTF-8" standalone="yes"?>
<Relationships xmlns="http://schemas.openxmlformats.org/package/2006/relationships"><Relationship Id="rId3" Type="http://schemas.openxmlformats.org/officeDocument/2006/relationships/image" Target="../media/image331.png"/><Relationship Id="rId2" Type="http://schemas.openxmlformats.org/officeDocument/2006/relationships/image" Target="../media/image330.svg"/><Relationship Id="rId1" Type="http://schemas.openxmlformats.org/officeDocument/2006/relationships/image" Target="../media/image329.png"/><Relationship Id="rId6" Type="http://schemas.openxmlformats.org/officeDocument/2006/relationships/image" Target="../media/image334.svg"/><Relationship Id="rId5" Type="http://schemas.openxmlformats.org/officeDocument/2006/relationships/image" Target="../media/image333.png"/><Relationship Id="rId4" Type="http://schemas.openxmlformats.org/officeDocument/2006/relationships/image" Target="../media/image332.svg"/></Relationships>
</file>

<file path=ppt/diagrams/_rels/data63.xml.rels><?xml version="1.0" encoding="UTF-8" standalone="yes"?>
<Relationships xmlns="http://schemas.openxmlformats.org/package/2006/relationships"><Relationship Id="rId8" Type="http://schemas.openxmlformats.org/officeDocument/2006/relationships/image" Target="../media/image341.svg"/><Relationship Id="rId3" Type="http://schemas.openxmlformats.org/officeDocument/2006/relationships/image" Target="../media/image337.png"/><Relationship Id="rId7" Type="http://schemas.openxmlformats.org/officeDocument/2006/relationships/image" Target="../media/image340.png"/><Relationship Id="rId2" Type="http://schemas.openxmlformats.org/officeDocument/2006/relationships/image" Target="../media/image336.svg"/><Relationship Id="rId1" Type="http://schemas.openxmlformats.org/officeDocument/2006/relationships/image" Target="../media/image335.png"/><Relationship Id="rId6" Type="http://schemas.openxmlformats.org/officeDocument/2006/relationships/image" Target="../media/image339.svg"/><Relationship Id="rId5" Type="http://schemas.openxmlformats.org/officeDocument/2006/relationships/image" Target="../media/image28.png"/><Relationship Id="rId4" Type="http://schemas.openxmlformats.org/officeDocument/2006/relationships/image" Target="../media/image338.svg"/></Relationships>
</file>

<file path=ppt/diagrams/_rels/data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343.svg"/><Relationship Id="rId5" Type="http://schemas.openxmlformats.org/officeDocument/2006/relationships/image" Target="../media/image342.png"/><Relationship Id="rId4" Type="http://schemas.openxmlformats.org/officeDocument/2006/relationships/image" Target="../media/image54.svg"/></Relationships>
</file>

<file path=ppt/diagrams/_rels/data65.xml.rels><?xml version="1.0" encoding="UTF-8" standalone="yes"?>
<Relationships xmlns="http://schemas.openxmlformats.org/package/2006/relationships"><Relationship Id="rId8" Type="http://schemas.openxmlformats.org/officeDocument/2006/relationships/image" Target="../media/image345.svg"/><Relationship Id="rId3" Type="http://schemas.openxmlformats.org/officeDocument/2006/relationships/image" Target="../media/image3.png"/><Relationship Id="rId7" Type="http://schemas.openxmlformats.org/officeDocument/2006/relationships/image" Target="../media/image344.png"/><Relationship Id="rId2" Type="http://schemas.openxmlformats.org/officeDocument/2006/relationships/image" Target="../media/image341.svg"/><Relationship Id="rId1" Type="http://schemas.openxmlformats.org/officeDocument/2006/relationships/image" Target="../media/image340.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4.svg"/></Relationships>
</file>

<file path=ppt/diagrams/_rels/data67.xml.rels><?xml version="1.0" encoding="UTF-8" standalone="yes"?>
<Relationships xmlns="http://schemas.openxmlformats.org/package/2006/relationships"><Relationship Id="rId8" Type="http://schemas.openxmlformats.org/officeDocument/2006/relationships/image" Target="../media/image349.svg"/><Relationship Id="rId3" Type="http://schemas.openxmlformats.org/officeDocument/2006/relationships/image" Target="../media/image51.png"/><Relationship Id="rId7" Type="http://schemas.openxmlformats.org/officeDocument/2006/relationships/image" Target="../media/image348.png"/><Relationship Id="rId2" Type="http://schemas.openxmlformats.org/officeDocument/2006/relationships/image" Target="../media/image343.svg"/><Relationship Id="rId1" Type="http://schemas.openxmlformats.org/officeDocument/2006/relationships/image" Target="../media/image342.png"/><Relationship Id="rId6" Type="http://schemas.openxmlformats.org/officeDocument/2006/relationships/image" Target="../media/image347.svg"/><Relationship Id="rId5" Type="http://schemas.openxmlformats.org/officeDocument/2006/relationships/image" Target="../media/image346.png"/><Relationship Id="rId4" Type="http://schemas.openxmlformats.org/officeDocument/2006/relationships/image" Target="../media/image52.svg"/></Relationships>
</file>

<file path=ppt/diagrams/_rels/data68.xml.rels><?xml version="1.0" encoding="UTF-8" standalone="yes"?>
<Relationships xmlns="http://schemas.openxmlformats.org/package/2006/relationships"><Relationship Id="rId8" Type="http://schemas.openxmlformats.org/officeDocument/2006/relationships/image" Target="../media/image354.svg"/><Relationship Id="rId3" Type="http://schemas.openxmlformats.org/officeDocument/2006/relationships/image" Target="../media/image303.png"/><Relationship Id="rId7" Type="http://schemas.openxmlformats.org/officeDocument/2006/relationships/image" Target="../media/image353.png"/><Relationship Id="rId2" Type="http://schemas.openxmlformats.org/officeDocument/2006/relationships/image" Target="../media/image352.svg"/><Relationship Id="rId1" Type="http://schemas.openxmlformats.org/officeDocument/2006/relationships/image" Target="../media/image351.png"/><Relationship Id="rId6" Type="http://schemas.openxmlformats.org/officeDocument/2006/relationships/image" Target="../media/image142.svg"/><Relationship Id="rId5" Type="http://schemas.openxmlformats.org/officeDocument/2006/relationships/image" Target="../media/image141.png"/><Relationship Id="rId10" Type="http://schemas.openxmlformats.org/officeDocument/2006/relationships/image" Target="../media/image356.svg"/><Relationship Id="rId4" Type="http://schemas.openxmlformats.org/officeDocument/2006/relationships/image" Target="../media/image304.svg"/><Relationship Id="rId9" Type="http://schemas.openxmlformats.org/officeDocument/2006/relationships/image" Target="../media/image355.png"/></Relationships>
</file>

<file path=ppt/diagrams/_rels/data69.xml.rels><?xml version="1.0" encoding="UTF-8" standalone="yes"?>
<Relationships xmlns="http://schemas.openxmlformats.org/package/2006/relationships"><Relationship Id="rId3" Type="http://schemas.openxmlformats.org/officeDocument/2006/relationships/image" Target="../media/image359.png"/><Relationship Id="rId2" Type="http://schemas.openxmlformats.org/officeDocument/2006/relationships/image" Target="../media/image358.svg"/><Relationship Id="rId1" Type="http://schemas.openxmlformats.org/officeDocument/2006/relationships/image" Target="../media/image357.png"/><Relationship Id="rId6" Type="http://schemas.openxmlformats.org/officeDocument/2006/relationships/image" Target="../media/image362.svg"/><Relationship Id="rId5" Type="http://schemas.openxmlformats.org/officeDocument/2006/relationships/image" Target="../media/image361.png"/><Relationship Id="rId4" Type="http://schemas.openxmlformats.org/officeDocument/2006/relationships/image" Target="../media/image360.svg"/></Relationships>
</file>

<file path=ppt/diagrams/_rels/data70.xml.rels><?xml version="1.0" encoding="UTF-8" standalone="yes"?>
<Relationships xmlns="http://schemas.openxmlformats.org/package/2006/relationships"><Relationship Id="rId8" Type="http://schemas.openxmlformats.org/officeDocument/2006/relationships/image" Target="../media/image370.svg"/><Relationship Id="rId3" Type="http://schemas.openxmlformats.org/officeDocument/2006/relationships/image" Target="../media/image365.png"/><Relationship Id="rId7" Type="http://schemas.openxmlformats.org/officeDocument/2006/relationships/image" Target="../media/image369.png"/><Relationship Id="rId2" Type="http://schemas.openxmlformats.org/officeDocument/2006/relationships/image" Target="../media/image364.svg"/><Relationship Id="rId1" Type="http://schemas.openxmlformats.org/officeDocument/2006/relationships/image" Target="../media/image363.png"/><Relationship Id="rId6" Type="http://schemas.openxmlformats.org/officeDocument/2006/relationships/image" Target="../media/image368.svg"/><Relationship Id="rId5" Type="http://schemas.openxmlformats.org/officeDocument/2006/relationships/image" Target="../media/image367.png"/><Relationship Id="rId4" Type="http://schemas.openxmlformats.org/officeDocument/2006/relationships/image" Target="../media/image366.svg"/></Relationships>
</file>

<file path=ppt/diagrams/_rels/data71.xml.rels><?xml version="1.0" encoding="UTF-8" standalone="yes"?>
<Relationships xmlns="http://schemas.openxmlformats.org/package/2006/relationships"><Relationship Id="rId8" Type="http://schemas.openxmlformats.org/officeDocument/2006/relationships/image" Target="../media/image376.svg"/><Relationship Id="rId3" Type="http://schemas.openxmlformats.org/officeDocument/2006/relationships/image" Target="../media/image371.png"/><Relationship Id="rId7" Type="http://schemas.openxmlformats.org/officeDocument/2006/relationships/image" Target="../media/image375.png"/><Relationship Id="rId2" Type="http://schemas.openxmlformats.org/officeDocument/2006/relationships/image" Target="../media/image298.svg"/><Relationship Id="rId1" Type="http://schemas.openxmlformats.org/officeDocument/2006/relationships/image" Target="../media/image297.png"/><Relationship Id="rId6" Type="http://schemas.openxmlformats.org/officeDocument/2006/relationships/image" Target="../media/image374.svg"/><Relationship Id="rId5" Type="http://schemas.openxmlformats.org/officeDocument/2006/relationships/image" Target="../media/image373.png"/><Relationship Id="rId10" Type="http://schemas.openxmlformats.org/officeDocument/2006/relationships/image" Target="../media/image378.svg"/><Relationship Id="rId4" Type="http://schemas.openxmlformats.org/officeDocument/2006/relationships/image" Target="../media/image372.svg"/><Relationship Id="rId9" Type="http://schemas.openxmlformats.org/officeDocument/2006/relationships/image" Target="../media/image377.png"/></Relationships>
</file>

<file path=ppt/diagrams/_rels/data72.xml.rels><?xml version="1.0" encoding="UTF-8" standalone="yes"?>
<Relationships xmlns="http://schemas.openxmlformats.org/package/2006/relationships"><Relationship Id="rId8" Type="http://schemas.openxmlformats.org/officeDocument/2006/relationships/image" Target="../media/image386.svg"/><Relationship Id="rId3" Type="http://schemas.openxmlformats.org/officeDocument/2006/relationships/image" Target="../media/image381.png"/><Relationship Id="rId7" Type="http://schemas.openxmlformats.org/officeDocument/2006/relationships/image" Target="../media/image385.png"/><Relationship Id="rId2" Type="http://schemas.openxmlformats.org/officeDocument/2006/relationships/image" Target="../media/image380.svg"/><Relationship Id="rId1" Type="http://schemas.openxmlformats.org/officeDocument/2006/relationships/image" Target="../media/image379.png"/><Relationship Id="rId6" Type="http://schemas.openxmlformats.org/officeDocument/2006/relationships/image" Target="../media/image384.svg"/><Relationship Id="rId5" Type="http://schemas.openxmlformats.org/officeDocument/2006/relationships/image" Target="../media/image383.png"/><Relationship Id="rId4" Type="http://schemas.openxmlformats.org/officeDocument/2006/relationships/image" Target="../media/image38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4" Type="http://schemas.openxmlformats.org/officeDocument/2006/relationships/image" Target="../media/image37.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44.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0.svg"/><Relationship Id="rId1" Type="http://schemas.openxmlformats.org/officeDocument/2006/relationships/image" Target="../media/image49.png"/><Relationship Id="rId4" Type="http://schemas.openxmlformats.org/officeDocument/2006/relationships/image" Target="../media/image44.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4" Type="http://schemas.openxmlformats.org/officeDocument/2006/relationships/image" Target="../media/image54.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4" Type="http://schemas.openxmlformats.org/officeDocument/2006/relationships/image" Target="../media/image60.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62.svg"/></Relationships>
</file>

<file path=ppt/diagrams/_rels/drawing15.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svg"/><Relationship Id="rId1" Type="http://schemas.openxmlformats.org/officeDocument/2006/relationships/image" Target="../media/image72.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s>
</file>

<file path=ppt/diagrams/_rels/drawing16.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svg"/><Relationship Id="rId1" Type="http://schemas.openxmlformats.org/officeDocument/2006/relationships/image" Target="../media/image80.png"/><Relationship Id="rId6" Type="http://schemas.openxmlformats.org/officeDocument/2006/relationships/image" Target="../media/image85.svg"/><Relationship Id="rId5" Type="http://schemas.openxmlformats.org/officeDocument/2006/relationships/image" Target="../media/image84.png"/><Relationship Id="rId4" Type="http://schemas.openxmlformats.org/officeDocument/2006/relationships/image" Target="../media/image83.svg"/></Relationships>
</file>

<file path=ppt/diagrams/_rels/drawing18.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82.png"/><Relationship Id="rId7" Type="http://schemas.openxmlformats.org/officeDocument/2006/relationships/image" Target="../media/image95.png"/><Relationship Id="rId2" Type="http://schemas.openxmlformats.org/officeDocument/2006/relationships/image" Target="../media/image92.svg"/><Relationship Id="rId1" Type="http://schemas.openxmlformats.org/officeDocument/2006/relationships/image" Target="../media/image91.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83.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7.svg"/><Relationship Id="rId1" Type="http://schemas.openxmlformats.org/officeDocument/2006/relationships/image" Target="../media/image86.png"/><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83.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svg"/><Relationship Id="rId1" Type="http://schemas.openxmlformats.org/officeDocument/2006/relationships/image" Target="../media/image103.png"/><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s>
</file>

<file path=ppt/diagrams/_rels/drawing21.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111.png"/><Relationship Id="rId7" Type="http://schemas.openxmlformats.org/officeDocument/2006/relationships/image" Target="../media/image113.png"/><Relationship Id="rId2" Type="http://schemas.openxmlformats.org/officeDocument/2006/relationships/image" Target="../media/image110.svg"/><Relationship Id="rId1" Type="http://schemas.openxmlformats.org/officeDocument/2006/relationships/image" Target="../media/image109.png"/><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112.svg"/></Relationships>
</file>

<file path=ppt/diagrams/_rels/drawing22.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21.png"/><Relationship Id="rId7" Type="http://schemas.openxmlformats.org/officeDocument/2006/relationships/image" Target="../media/image95.pn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124.svg"/><Relationship Id="rId5" Type="http://schemas.openxmlformats.org/officeDocument/2006/relationships/image" Target="../media/image123.png"/><Relationship Id="rId10" Type="http://schemas.openxmlformats.org/officeDocument/2006/relationships/image" Target="../media/image126.svg"/><Relationship Id="rId4" Type="http://schemas.openxmlformats.org/officeDocument/2006/relationships/image" Target="../media/image122.svg"/><Relationship Id="rId9" Type="http://schemas.openxmlformats.org/officeDocument/2006/relationships/image" Target="../media/image125.png"/></Relationships>
</file>

<file path=ppt/diagrams/_rels/drawing23.xml.rels><?xml version="1.0" encoding="UTF-8" standalone="yes"?>
<Relationships xmlns="http://schemas.openxmlformats.org/package/2006/relationships"><Relationship Id="rId8" Type="http://schemas.openxmlformats.org/officeDocument/2006/relationships/image" Target="../media/image134.sv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image" Target="../media/image128.svg"/><Relationship Id="rId1" Type="http://schemas.openxmlformats.org/officeDocument/2006/relationships/image" Target="../media/image127.png"/><Relationship Id="rId6" Type="http://schemas.openxmlformats.org/officeDocument/2006/relationships/image" Target="../media/image132.svg"/><Relationship Id="rId5" Type="http://schemas.openxmlformats.org/officeDocument/2006/relationships/image" Target="../media/image131.png"/><Relationship Id="rId4" Type="http://schemas.openxmlformats.org/officeDocument/2006/relationships/image" Target="../media/image130.svg"/></Relationships>
</file>

<file path=ppt/diagrams/_rels/drawing2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svg"/><Relationship Id="rId1" Type="http://schemas.openxmlformats.org/officeDocument/2006/relationships/image" Target="../media/image135.png"/><Relationship Id="rId6" Type="http://schemas.openxmlformats.org/officeDocument/2006/relationships/image" Target="../media/image140.svg"/><Relationship Id="rId5" Type="http://schemas.openxmlformats.org/officeDocument/2006/relationships/image" Target="../media/image139.png"/><Relationship Id="rId4" Type="http://schemas.openxmlformats.org/officeDocument/2006/relationships/image" Target="../media/image138.svg"/></Relationships>
</file>

<file path=ppt/diagrams/_rels/drawing28.xml.rels><?xml version="1.0" encoding="UTF-8" standalone="yes"?>
<Relationships xmlns="http://schemas.openxmlformats.org/package/2006/relationships"><Relationship Id="rId8" Type="http://schemas.openxmlformats.org/officeDocument/2006/relationships/image" Target="../media/image148.svg"/><Relationship Id="rId3" Type="http://schemas.openxmlformats.org/officeDocument/2006/relationships/image" Target="../media/image143.png"/><Relationship Id="rId7" Type="http://schemas.openxmlformats.org/officeDocument/2006/relationships/image" Target="../media/image147.png"/><Relationship Id="rId2" Type="http://schemas.openxmlformats.org/officeDocument/2006/relationships/image" Target="../media/image142.svg"/><Relationship Id="rId1" Type="http://schemas.openxmlformats.org/officeDocument/2006/relationships/image" Target="../media/image141.png"/><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144.svg"/></Relationships>
</file>

<file path=ppt/diagrams/_rels/drawing29.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50.svg"/><Relationship Id="rId1" Type="http://schemas.openxmlformats.org/officeDocument/2006/relationships/image" Target="../media/image149.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s>
</file>

<file path=ppt/diagrams/_rels/drawing30.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59.png"/><Relationship Id="rId7" Type="http://schemas.openxmlformats.org/officeDocument/2006/relationships/image" Target="../media/image141.png"/><Relationship Id="rId2" Type="http://schemas.openxmlformats.org/officeDocument/2006/relationships/image" Target="../media/image158.svg"/><Relationship Id="rId1" Type="http://schemas.openxmlformats.org/officeDocument/2006/relationships/image" Target="../media/image157.png"/><Relationship Id="rId6" Type="http://schemas.openxmlformats.org/officeDocument/2006/relationships/image" Target="../media/image162.svg"/><Relationship Id="rId5" Type="http://schemas.openxmlformats.org/officeDocument/2006/relationships/image" Target="../media/image161.png"/><Relationship Id="rId4" Type="http://schemas.openxmlformats.org/officeDocument/2006/relationships/image" Target="../media/image160.svg"/></Relationships>
</file>

<file path=ppt/diagrams/_rels/drawing31.xml.rels><?xml version="1.0" encoding="UTF-8" standalone="yes"?>
<Relationships xmlns="http://schemas.openxmlformats.org/package/2006/relationships"><Relationship Id="rId8" Type="http://schemas.openxmlformats.org/officeDocument/2006/relationships/image" Target="../media/image166.svg"/><Relationship Id="rId3" Type="http://schemas.openxmlformats.org/officeDocument/2006/relationships/image" Target="../media/image123.png"/><Relationship Id="rId7" Type="http://schemas.openxmlformats.org/officeDocument/2006/relationships/image" Target="../media/image165.png"/><Relationship Id="rId2" Type="http://schemas.openxmlformats.org/officeDocument/2006/relationships/image" Target="../media/image94.svg"/><Relationship Id="rId1" Type="http://schemas.openxmlformats.org/officeDocument/2006/relationships/image" Target="../media/image93.png"/><Relationship Id="rId6" Type="http://schemas.openxmlformats.org/officeDocument/2006/relationships/image" Target="../media/image164.svg"/><Relationship Id="rId5" Type="http://schemas.openxmlformats.org/officeDocument/2006/relationships/image" Target="../media/image163.png"/><Relationship Id="rId4" Type="http://schemas.openxmlformats.org/officeDocument/2006/relationships/image" Target="../media/image124.svg"/></Relationships>
</file>

<file path=ppt/diagrams/_rels/drawing32.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173.svg"/></Relationships>
</file>

<file path=ppt/diagrams/_rels/drawing33.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76.png"/><Relationship Id="rId7" Type="http://schemas.openxmlformats.org/officeDocument/2006/relationships/image" Target="../media/image141.png"/><Relationship Id="rId2" Type="http://schemas.openxmlformats.org/officeDocument/2006/relationships/image" Target="../media/image175.svg"/><Relationship Id="rId1" Type="http://schemas.openxmlformats.org/officeDocument/2006/relationships/image" Target="../media/image174.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177.svg"/></Relationships>
</file>

<file path=ppt/diagrams/_rels/drawing35.xml.rels><?xml version="1.0" encoding="UTF-8" standalone="yes"?>
<Relationships xmlns="http://schemas.openxmlformats.org/package/2006/relationships"><Relationship Id="rId8" Type="http://schemas.openxmlformats.org/officeDocument/2006/relationships/image" Target="../media/image160.svg"/><Relationship Id="rId3" Type="http://schemas.openxmlformats.org/officeDocument/2006/relationships/image" Target="../media/image180.png"/><Relationship Id="rId7" Type="http://schemas.openxmlformats.org/officeDocument/2006/relationships/image" Target="../media/image159.png"/><Relationship Id="rId2" Type="http://schemas.openxmlformats.org/officeDocument/2006/relationships/image" Target="../media/image179.svg"/><Relationship Id="rId1" Type="http://schemas.openxmlformats.org/officeDocument/2006/relationships/image" Target="../media/image178.png"/><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81.svg"/></Relationships>
</file>

<file path=ppt/diagrams/_rels/drawing36.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svg"/><Relationship Id="rId1" Type="http://schemas.openxmlformats.org/officeDocument/2006/relationships/image" Target="../media/image182.png"/><Relationship Id="rId6" Type="http://schemas.openxmlformats.org/officeDocument/2006/relationships/image" Target="../media/image187.svg"/><Relationship Id="rId5" Type="http://schemas.openxmlformats.org/officeDocument/2006/relationships/image" Target="../media/image186.png"/><Relationship Id="rId4" Type="http://schemas.openxmlformats.org/officeDocument/2006/relationships/image" Target="../media/image185.svg"/></Relationships>
</file>

<file path=ppt/diagrams/_rels/drawing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svg"/><Relationship Id="rId1" Type="http://schemas.openxmlformats.org/officeDocument/2006/relationships/image" Target="../media/image188.png"/><Relationship Id="rId4" Type="http://schemas.openxmlformats.org/officeDocument/2006/relationships/image" Target="../media/image191.svg"/></Relationships>
</file>

<file path=ppt/diagrams/_rels/drawing3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svg"/><Relationship Id="rId1" Type="http://schemas.openxmlformats.org/officeDocument/2006/relationships/image" Target="../media/image192.png"/><Relationship Id="rId4" Type="http://schemas.openxmlformats.org/officeDocument/2006/relationships/image" Target="../media/image195.svg"/></Relationships>
</file>

<file path=ppt/diagrams/_rels/drawing4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svg"/><Relationship Id="rId1" Type="http://schemas.openxmlformats.org/officeDocument/2006/relationships/image" Target="../media/image196.png"/><Relationship Id="rId6" Type="http://schemas.openxmlformats.org/officeDocument/2006/relationships/image" Target="../media/image201.svg"/><Relationship Id="rId5" Type="http://schemas.openxmlformats.org/officeDocument/2006/relationships/image" Target="../media/image200.png"/><Relationship Id="rId4" Type="http://schemas.openxmlformats.org/officeDocument/2006/relationships/image" Target="../media/image199.svg"/></Relationships>
</file>

<file path=ppt/diagrams/_rels/drawing42.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image" Target="../media/image119.png"/><Relationship Id="rId7" Type="http://schemas.openxmlformats.org/officeDocument/2006/relationships/image" Target="../media/image204.png"/><Relationship Id="rId12" Type="http://schemas.openxmlformats.org/officeDocument/2006/relationships/image" Target="../media/image83.svg"/><Relationship Id="rId2" Type="http://schemas.openxmlformats.org/officeDocument/2006/relationships/image" Target="../media/image166.svg"/><Relationship Id="rId1" Type="http://schemas.openxmlformats.org/officeDocument/2006/relationships/image" Target="../media/image165.png"/><Relationship Id="rId6" Type="http://schemas.openxmlformats.org/officeDocument/2006/relationships/image" Target="../media/image81.svg"/><Relationship Id="rId11" Type="http://schemas.openxmlformats.org/officeDocument/2006/relationships/image" Target="../media/image82.png"/><Relationship Id="rId5" Type="http://schemas.openxmlformats.org/officeDocument/2006/relationships/image" Target="../media/image80.png"/><Relationship Id="rId10" Type="http://schemas.openxmlformats.org/officeDocument/2006/relationships/image" Target="../media/image207.svg"/><Relationship Id="rId4" Type="http://schemas.openxmlformats.org/officeDocument/2006/relationships/image" Target="../media/image120.svg"/><Relationship Id="rId9" Type="http://schemas.openxmlformats.org/officeDocument/2006/relationships/image" Target="../media/image206.png"/></Relationships>
</file>

<file path=ppt/diagrams/_rels/drawing4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svg"/><Relationship Id="rId1" Type="http://schemas.openxmlformats.org/officeDocument/2006/relationships/image" Target="../media/image208.png"/><Relationship Id="rId6" Type="http://schemas.openxmlformats.org/officeDocument/2006/relationships/image" Target="../media/image124.svg"/><Relationship Id="rId5" Type="http://schemas.openxmlformats.org/officeDocument/2006/relationships/image" Target="../media/image123.png"/><Relationship Id="rId4" Type="http://schemas.openxmlformats.org/officeDocument/2006/relationships/image" Target="../media/image211.svg"/></Relationships>
</file>

<file path=ppt/diagrams/_rels/drawing4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svg"/><Relationship Id="rId1" Type="http://schemas.openxmlformats.org/officeDocument/2006/relationships/image" Target="../media/image212.png"/><Relationship Id="rId6" Type="http://schemas.openxmlformats.org/officeDocument/2006/relationships/image" Target="../media/image217.svg"/><Relationship Id="rId5" Type="http://schemas.openxmlformats.org/officeDocument/2006/relationships/image" Target="../media/image216.png"/><Relationship Id="rId4" Type="http://schemas.openxmlformats.org/officeDocument/2006/relationships/image" Target="../media/image215.svg"/></Relationships>
</file>

<file path=ppt/diagrams/_rels/drawing45.xml.rels><?xml version="1.0" encoding="UTF-8" standalone="yes"?>
<Relationships xmlns="http://schemas.openxmlformats.org/package/2006/relationships"><Relationship Id="rId8" Type="http://schemas.openxmlformats.org/officeDocument/2006/relationships/image" Target="../media/image223.svg"/><Relationship Id="rId3" Type="http://schemas.openxmlformats.org/officeDocument/2006/relationships/image" Target="../media/image178.png"/><Relationship Id="rId7" Type="http://schemas.openxmlformats.org/officeDocument/2006/relationships/image" Target="../media/image222.png"/><Relationship Id="rId2" Type="http://schemas.openxmlformats.org/officeDocument/2006/relationships/image" Target="../media/image219.svg"/><Relationship Id="rId1" Type="http://schemas.openxmlformats.org/officeDocument/2006/relationships/image" Target="../media/image218.png"/><Relationship Id="rId6" Type="http://schemas.openxmlformats.org/officeDocument/2006/relationships/image" Target="../media/image221.svg"/><Relationship Id="rId5" Type="http://schemas.openxmlformats.org/officeDocument/2006/relationships/image" Target="../media/image220.png"/><Relationship Id="rId10" Type="http://schemas.openxmlformats.org/officeDocument/2006/relationships/image" Target="../media/image225.svg"/><Relationship Id="rId4" Type="http://schemas.openxmlformats.org/officeDocument/2006/relationships/image" Target="../media/image179.svg"/><Relationship Id="rId9" Type="http://schemas.openxmlformats.org/officeDocument/2006/relationships/image" Target="../media/image224.png"/></Relationships>
</file>

<file path=ppt/diagrams/_rels/drawing4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227.svg"/><Relationship Id="rId5" Type="http://schemas.openxmlformats.org/officeDocument/2006/relationships/image" Target="../media/image226.png"/><Relationship Id="rId4" Type="http://schemas.openxmlformats.org/officeDocument/2006/relationships/image" Target="../media/image166.svg"/></Relationships>
</file>

<file path=ppt/diagrams/_rels/drawing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9.svg"/><Relationship Id="rId1" Type="http://schemas.openxmlformats.org/officeDocument/2006/relationships/image" Target="../media/image228.png"/><Relationship Id="rId6" Type="http://schemas.openxmlformats.org/officeDocument/2006/relationships/image" Target="../media/image231.svg"/><Relationship Id="rId5" Type="http://schemas.openxmlformats.org/officeDocument/2006/relationships/image" Target="../media/image230.png"/><Relationship Id="rId4" Type="http://schemas.openxmlformats.org/officeDocument/2006/relationships/image" Target="../media/image10.svg"/></Relationships>
</file>

<file path=ppt/diagrams/_rels/drawing48.xml.rels><?xml version="1.0" encoding="UTF-8" standalone="yes"?>
<Relationships xmlns="http://schemas.openxmlformats.org/package/2006/relationships"><Relationship Id="rId8" Type="http://schemas.openxmlformats.org/officeDocument/2006/relationships/image" Target="../media/image235.svg"/><Relationship Id="rId3" Type="http://schemas.openxmlformats.org/officeDocument/2006/relationships/image" Target="../media/image57.png"/><Relationship Id="rId7" Type="http://schemas.openxmlformats.org/officeDocument/2006/relationships/image" Target="../media/image234.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233.svg"/><Relationship Id="rId5" Type="http://schemas.openxmlformats.org/officeDocument/2006/relationships/image" Target="../media/image232.png"/><Relationship Id="rId4" Type="http://schemas.openxmlformats.org/officeDocument/2006/relationships/image" Target="../media/image58.svg"/></Relationships>
</file>

<file path=ppt/diagrams/_rels/drawing49.xml.rels><?xml version="1.0" encoding="UTF-8" standalone="yes"?>
<Relationships xmlns="http://schemas.openxmlformats.org/package/2006/relationships"><Relationship Id="rId8" Type="http://schemas.openxmlformats.org/officeDocument/2006/relationships/image" Target="../media/image242.svg"/><Relationship Id="rId3" Type="http://schemas.openxmlformats.org/officeDocument/2006/relationships/image" Target="../media/image237.png"/><Relationship Id="rId7" Type="http://schemas.openxmlformats.org/officeDocument/2006/relationships/image" Target="../media/image241.png"/><Relationship Id="rId2" Type="http://schemas.openxmlformats.org/officeDocument/2006/relationships/image" Target="../media/image235.svg"/><Relationship Id="rId1" Type="http://schemas.openxmlformats.org/officeDocument/2006/relationships/image" Target="../media/image234.png"/><Relationship Id="rId6" Type="http://schemas.openxmlformats.org/officeDocument/2006/relationships/image" Target="../media/image240.svg"/><Relationship Id="rId5" Type="http://schemas.openxmlformats.org/officeDocument/2006/relationships/image" Target="../media/image239.png"/><Relationship Id="rId4" Type="http://schemas.openxmlformats.org/officeDocument/2006/relationships/image" Target="../media/image238.svg"/></Relationships>
</file>

<file path=ppt/diagrams/_rels/drawing50.xml.rels><?xml version="1.0" encoding="UTF-8" standalone="yes"?>
<Relationships xmlns="http://schemas.openxmlformats.org/package/2006/relationships"><Relationship Id="rId8" Type="http://schemas.openxmlformats.org/officeDocument/2006/relationships/image" Target="../media/image250.svg"/><Relationship Id="rId3" Type="http://schemas.openxmlformats.org/officeDocument/2006/relationships/image" Target="../media/image245.png"/><Relationship Id="rId7" Type="http://schemas.openxmlformats.org/officeDocument/2006/relationships/image" Target="../media/image249.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248.svg"/><Relationship Id="rId5" Type="http://schemas.openxmlformats.org/officeDocument/2006/relationships/image" Target="../media/image247.png"/><Relationship Id="rId4" Type="http://schemas.openxmlformats.org/officeDocument/2006/relationships/image" Target="../media/image246.svg"/></Relationships>
</file>

<file path=ppt/diagrams/_rels/drawing51.xml.rels><?xml version="1.0" encoding="UTF-8" standalone="yes"?>
<Relationships xmlns="http://schemas.openxmlformats.org/package/2006/relationships"><Relationship Id="rId8" Type="http://schemas.openxmlformats.org/officeDocument/2006/relationships/image" Target="../media/image262.svg"/><Relationship Id="rId3" Type="http://schemas.openxmlformats.org/officeDocument/2006/relationships/image" Target="../media/image257.png"/><Relationship Id="rId7" Type="http://schemas.openxmlformats.org/officeDocument/2006/relationships/image" Target="../media/image261.png"/><Relationship Id="rId2" Type="http://schemas.openxmlformats.org/officeDocument/2006/relationships/image" Target="../media/image256.svg"/><Relationship Id="rId1" Type="http://schemas.openxmlformats.org/officeDocument/2006/relationships/image" Target="../media/image255.png"/><Relationship Id="rId6" Type="http://schemas.openxmlformats.org/officeDocument/2006/relationships/image" Target="../media/image260.svg"/><Relationship Id="rId5" Type="http://schemas.openxmlformats.org/officeDocument/2006/relationships/image" Target="../media/image259.png"/><Relationship Id="rId10" Type="http://schemas.openxmlformats.org/officeDocument/2006/relationships/image" Target="../media/image264.svg"/><Relationship Id="rId4" Type="http://schemas.openxmlformats.org/officeDocument/2006/relationships/image" Target="../media/image258.svg"/><Relationship Id="rId9" Type="http://schemas.openxmlformats.org/officeDocument/2006/relationships/image" Target="../media/image263.png"/></Relationships>
</file>

<file path=ppt/diagrams/_rels/drawing52.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image" Target="../media/image266.svg"/><Relationship Id="rId1" Type="http://schemas.openxmlformats.org/officeDocument/2006/relationships/image" Target="../media/image265.png"/><Relationship Id="rId6" Type="http://schemas.openxmlformats.org/officeDocument/2006/relationships/image" Target="../media/image270.svg"/><Relationship Id="rId5" Type="http://schemas.openxmlformats.org/officeDocument/2006/relationships/image" Target="../media/image269.png"/><Relationship Id="rId4" Type="http://schemas.openxmlformats.org/officeDocument/2006/relationships/image" Target="../media/image268.svg"/></Relationships>
</file>

<file path=ppt/diagrams/_rels/drawing53.xml.rels><?xml version="1.0" encoding="UTF-8" standalone="yes"?>
<Relationships xmlns="http://schemas.openxmlformats.org/package/2006/relationships"><Relationship Id="rId8" Type="http://schemas.openxmlformats.org/officeDocument/2006/relationships/image" Target="../media/image274.svg"/><Relationship Id="rId3" Type="http://schemas.openxmlformats.org/officeDocument/2006/relationships/image" Target="../media/image271.png"/><Relationship Id="rId7" Type="http://schemas.openxmlformats.org/officeDocument/2006/relationships/image" Target="../media/image273.png"/><Relationship Id="rId2" Type="http://schemas.openxmlformats.org/officeDocument/2006/relationships/image" Target="../media/image223.svg"/><Relationship Id="rId1" Type="http://schemas.openxmlformats.org/officeDocument/2006/relationships/image" Target="../media/image222.png"/><Relationship Id="rId6" Type="http://schemas.openxmlformats.org/officeDocument/2006/relationships/image" Target="../media/image142.svg"/><Relationship Id="rId5" Type="http://schemas.openxmlformats.org/officeDocument/2006/relationships/image" Target="../media/image141.png"/><Relationship Id="rId10" Type="http://schemas.openxmlformats.org/officeDocument/2006/relationships/image" Target="../media/image128.svg"/><Relationship Id="rId4" Type="http://schemas.openxmlformats.org/officeDocument/2006/relationships/image" Target="../media/image272.svg"/><Relationship Id="rId9" Type="http://schemas.openxmlformats.org/officeDocument/2006/relationships/image" Target="../media/image127.png"/></Relationships>
</file>

<file path=ppt/diagrams/_rels/drawing54.xml.rels><?xml version="1.0" encoding="UTF-8" standalone="yes"?>
<Relationships xmlns="http://schemas.openxmlformats.org/package/2006/relationships"><Relationship Id="rId8" Type="http://schemas.openxmlformats.org/officeDocument/2006/relationships/image" Target="../media/image282.svg"/><Relationship Id="rId3" Type="http://schemas.openxmlformats.org/officeDocument/2006/relationships/image" Target="../media/image277.png"/><Relationship Id="rId7" Type="http://schemas.openxmlformats.org/officeDocument/2006/relationships/image" Target="../media/image281.png"/><Relationship Id="rId2" Type="http://schemas.openxmlformats.org/officeDocument/2006/relationships/image" Target="../media/image276.svg"/><Relationship Id="rId1" Type="http://schemas.openxmlformats.org/officeDocument/2006/relationships/image" Target="../media/image275.png"/><Relationship Id="rId6" Type="http://schemas.openxmlformats.org/officeDocument/2006/relationships/image" Target="../media/image280.svg"/><Relationship Id="rId5" Type="http://schemas.openxmlformats.org/officeDocument/2006/relationships/image" Target="../media/image279.png"/><Relationship Id="rId4" Type="http://schemas.openxmlformats.org/officeDocument/2006/relationships/image" Target="../media/image278.svg"/></Relationships>
</file>

<file path=ppt/diagrams/_rels/drawing55.xml.rels><?xml version="1.0" encoding="UTF-8" standalone="yes"?>
<Relationships xmlns="http://schemas.openxmlformats.org/package/2006/relationships"><Relationship Id="rId8" Type="http://schemas.openxmlformats.org/officeDocument/2006/relationships/image" Target="../media/image290.svg"/><Relationship Id="rId3" Type="http://schemas.openxmlformats.org/officeDocument/2006/relationships/image" Target="../media/image285.png"/><Relationship Id="rId7" Type="http://schemas.openxmlformats.org/officeDocument/2006/relationships/image" Target="../media/image289.png"/><Relationship Id="rId12" Type="http://schemas.openxmlformats.org/officeDocument/2006/relationships/image" Target="../media/image294.svg"/><Relationship Id="rId2" Type="http://schemas.openxmlformats.org/officeDocument/2006/relationships/image" Target="../media/image284.svg"/><Relationship Id="rId1" Type="http://schemas.openxmlformats.org/officeDocument/2006/relationships/image" Target="../media/image283.png"/><Relationship Id="rId6" Type="http://schemas.openxmlformats.org/officeDocument/2006/relationships/image" Target="../media/image288.svg"/><Relationship Id="rId11" Type="http://schemas.openxmlformats.org/officeDocument/2006/relationships/image" Target="../media/image293.png"/><Relationship Id="rId5" Type="http://schemas.openxmlformats.org/officeDocument/2006/relationships/image" Target="../media/image287.png"/><Relationship Id="rId10" Type="http://schemas.openxmlformats.org/officeDocument/2006/relationships/image" Target="../media/image292.svg"/><Relationship Id="rId4" Type="http://schemas.openxmlformats.org/officeDocument/2006/relationships/image" Target="../media/image286.svg"/><Relationship Id="rId9" Type="http://schemas.openxmlformats.org/officeDocument/2006/relationships/image" Target="../media/image291.png"/></Relationships>
</file>

<file path=ppt/diagrams/_rels/drawing56.xml.rels><?xml version="1.0" encoding="UTF-8" standalone="yes"?>
<Relationships xmlns="http://schemas.openxmlformats.org/package/2006/relationships"><Relationship Id="rId8" Type="http://schemas.openxmlformats.org/officeDocument/2006/relationships/image" Target="../media/image300.svg"/><Relationship Id="rId3" Type="http://schemas.openxmlformats.org/officeDocument/2006/relationships/image" Target="../media/image295.png"/><Relationship Id="rId7" Type="http://schemas.openxmlformats.org/officeDocument/2006/relationships/image" Target="../media/image299.png"/><Relationship Id="rId12" Type="http://schemas.openxmlformats.org/officeDocument/2006/relationships/image" Target="../media/image304.svg"/><Relationship Id="rId2" Type="http://schemas.openxmlformats.org/officeDocument/2006/relationships/image" Target="../media/image73.svg"/><Relationship Id="rId1" Type="http://schemas.openxmlformats.org/officeDocument/2006/relationships/image" Target="../media/image72.png"/><Relationship Id="rId6" Type="http://schemas.openxmlformats.org/officeDocument/2006/relationships/image" Target="../media/image298.svg"/><Relationship Id="rId11" Type="http://schemas.openxmlformats.org/officeDocument/2006/relationships/image" Target="../media/image303.png"/><Relationship Id="rId5" Type="http://schemas.openxmlformats.org/officeDocument/2006/relationships/image" Target="../media/image297.png"/><Relationship Id="rId10" Type="http://schemas.openxmlformats.org/officeDocument/2006/relationships/image" Target="../media/image302.svg"/><Relationship Id="rId4" Type="http://schemas.openxmlformats.org/officeDocument/2006/relationships/image" Target="../media/image296.svg"/><Relationship Id="rId9" Type="http://schemas.openxmlformats.org/officeDocument/2006/relationships/image" Target="../media/image301.png"/></Relationships>
</file>

<file path=ppt/diagrams/_rels/drawing57.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image" Target="../media/image306.svg"/><Relationship Id="rId1" Type="http://schemas.openxmlformats.org/officeDocument/2006/relationships/image" Target="../media/image305.png"/><Relationship Id="rId6" Type="http://schemas.openxmlformats.org/officeDocument/2006/relationships/image" Target="../media/image310.svg"/><Relationship Id="rId5" Type="http://schemas.openxmlformats.org/officeDocument/2006/relationships/image" Target="../media/image309.png"/><Relationship Id="rId4" Type="http://schemas.openxmlformats.org/officeDocument/2006/relationships/image" Target="../media/image308.svg"/></Relationships>
</file>

<file path=ppt/diagrams/_rels/drawing58.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image" Target="../media/image312.svg"/><Relationship Id="rId1" Type="http://schemas.openxmlformats.org/officeDocument/2006/relationships/image" Target="../media/image311.png"/><Relationship Id="rId6" Type="http://schemas.openxmlformats.org/officeDocument/2006/relationships/image" Target="../media/image316.svg"/><Relationship Id="rId5" Type="http://schemas.openxmlformats.org/officeDocument/2006/relationships/image" Target="../media/image315.png"/><Relationship Id="rId4" Type="http://schemas.openxmlformats.org/officeDocument/2006/relationships/image" Target="../media/image314.svg"/></Relationships>
</file>

<file path=ppt/diagrams/_rels/drawing59.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image" Target="../media/image318.svg"/><Relationship Id="rId1" Type="http://schemas.openxmlformats.org/officeDocument/2006/relationships/image" Target="../media/image317.png"/><Relationship Id="rId6" Type="http://schemas.openxmlformats.org/officeDocument/2006/relationships/image" Target="../media/image322.svg"/><Relationship Id="rId5" Type="http://schemas.openxmlformats.org/officeDocument/2006/relationships/image" Target="../media/image321.png"/><Relationship Id="rId4" Type="http://schemas.openxmlformats.org/officeDocument/2006/relationships/image" Target="../media/image320.svg"/></Relationships>
</file>

<file path=ppt/diagrams/_rels/drawing61.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4.svg"/><Relationship Id="rId1" Type="http://schemas.openxmlformats.org/officeDocument/2006/relationships/image" Target="../media/image323.png"/><Relationship Id="rId6" Type="http://schemas.openxmlformats.org/officeDocument/2006/relationships/image" Target="../media/image328.svg"/><Relationship Id="rId5" Type="http://schemas.openxmlformats.org/officeDocument/2006/relationships/image" Target="../media/image327.png"/><Relationship Id="rId4" Type="http://schemas.openxmlformats.org/officeDocument/2006/relationships/image" Target="../media/image326.svg"/></Relationships>
</file>

<file path=ppt/diagrams/_rels/drawing62.xml.rels><?xml version="1.0" encoding="UTF-8" standalone="yes"?>
<Relationships xmlns="http://schemas.openxmlformats.org/package/2006/relationships"><Relationship Id="rId3" Type="http://schemas.openxmlformats.org/officeDocument/2006/relationships/image" Target="../media/image331.png"/><Relationship Id="rId2" Type="http://schemas.openxmlformats.org/officeDocument/2006/relationships/image" Target="../media/image330.svg"/><Relationship Id="rId1" Type="http://schemas.openxmlformats.org/officeDocument/2006/relationships/image" Target="../media/image329.png"/><Relationship Id="rId6" Type="http://schemas.openxmlformats.org/officeDocument/2006/relationships/image" Target="../media/image334.svg"/><Relationship Id="rId5" Type="http://schemas.openxmlformats.org/officeDocument/2006/relationships/image" Target="../media/image333.png"/><Relationship Id="rId4" Type="http://schemas.openxmlformats.org/officeDocument/2006/relationships/image" Target="../media/image332.svg"/></Relationships>
</file>

<file path=ppt/diagrams/_rels/drawing63.xml.rels><?xml version="1.0" encoding="UTF-8" standalone="yes"?>
<Relationships xmlns="http://schemas.openxmlformats.org/package/2006/relationships"><Relationship Id="rId8" Type="http://schemas.openxmlformats.org/officeDocument/2006/relationships/image" Target="../media/image341.svg"/><Relationship Id="rId3" Type="http://schemas.openxmlformats.org/officeDocument/2006/relationships/image" Target="../media/image337.png"/><Relationship Id="rId7" Type="http://schemas.openxmlformats.org/officeDocument/2006/relationships/image" Target="../media/image340.png"/><Relationship Id="rId2" Type="http://schemas.openxmlformats.org/officeDocument/2006/relationships/image" Target="../media/image336.svg"/><Relationship Id="rId1" Type="http://schemas.openxmlformats.org/officeDocument/2006/relationships/image" Target="../media/image335.png"/><Relationship Id="rId6" Type="http://schemas.openxmlformats.org/officeDocument/2006/relationships/image" Target="../media/image339.svg"/><Relationship Id="rId5" Type="http://schemas.openxmlformats.org/officeDocument/2006/relationships/image" Target="../media/image28.png"/><Relationship Id="rId4" Type="http://schemas.openxmlformats.org/officeDocument/2006/relationships/image" Target="../media/image338.svg"/></Relationships>
</file>

<file path=ppt/diagrams/_rels/drawing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343.svg"/><Relationship Id="rId5" Type="http://schemas.openxmlformats.org/officeDocument/2006/relationships/image" Target="../media/image342.png"/><Relationship Id="rId4" Type="http://schemas.openxmlformats.org/officeDocument/2006/relationships/image" Target="../media/image54.svg"/></Relationships>
</file>

<file path=ppt/diagrams/_rels/drawing65.xml.rels><?xml version="1.0" encoding="UTF-8" standalone="yes"?>
<Relationships xmlns="http://schemas.openxmlformats.org/package/2006/relationships"><Relationship Id="rId8" Type="http://schemas.openxmlformats.org/officeDocument/2006/relationships/image" Target="../media/image345.svg"/><Relationship Id="rId3" Type="http://schemas.openxmlformats.org/officeDocument/2006/relationships/image" Target="../media/image3.png"/><Relationship Id="rId7" Type="http://schemas.openxmlformats.org/officeDocument/2006/relationships/image" Target="../media/image344.png"/><Relationship Id="rId2" Type="http://schemas.openxmlformats.org/officeDocument/2006/relationships/image" Target="../media/image341.svg"/><Relationship Id="rId1" Type="http://schemas.openxmlformats.org/officeDocument/2006/relationships/image" Target="../media/image340.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4.svg"/></Relationships>
</file>

<file path=ppt/diagrams/_rels/drawing67.xml.rels><?xml version="1.0" encoding="UTF-8" standalone="yes"?>
<Relationships xmlns="http://schemas.openxmlformats.org/package/2006/relationships"><Relationship Id="rId8" Type="http://schemas.openxmlformats.org/officeDocument/2006/relationships/image" Target="../media/image349.svg"/><Relationship Id="rId3" Type="http://schemas.openxmlformats.org/officeDocument/2006/relationships/image" Target="../media/image51.png"/><Relationship Id="rId7" Type="http://schemas.openxmlformats.org/officeDocument/2006/relationships/image" Target="../media/image348.png"/><Relationship Id="rId2" Type="http://schemas.openxmlformats.org/officeDocument/2006/relationships/image" Target="../media/image343.svg"/><Relationship Id="rId1" Type="http://schemas.openxmlformats.org/officeDocument/2006/relationships/image" Target="../media/image342.png"/><Relationship Id="rId6" Type="http://schemas.openxmlformats.org/officeDocument/2006/relationships/image" Target="../media/image347.svg"/><Relationship Id="rId5" Type="http://schemas.openxmlformats.org/officeDocument/2006/relationships/image" Target="../media/image346.png"/><Relationship Id="rId4" Type="http://schemas.openxmlformats.org/officeDocument/2006/relationships/image" Target="../media/image52.svg"/></Relationships>
</file>

<file path=ppt/diagrams/_rels/drawing68.xml.rels><?xml version="1.0" encoding="UTF-8" standalone="yes"?>
<Relationships xmlns="http://schemas.openxmlformats.org/package/2006/relationships"><Relationship Id="rId8" Type="http://schemas.openxmlformats.org/officeDocument/2006/relationships/image" Target="../media/image354.svg"/><Relationship Id="rId3" Type="http://schemas.openxmlformats.org/officeDocument/2006/relationships/image" Target="../media/image303.png"/><Relationship Id="rId7" Type="http://schemas.openxmlformats.org/officeDocument/2006/relationships/image" Target="../media/image353.png"/><Relationship Id="rId2" Type="http://schemas.openxmlformats.org/officeDocument/2006/relationships/image" Target="../media/image352.svg"/><Relationship Id="rId1" Type="http://schemas.openxmlformats.org/officeDocument/2006/relationships/image" Target="../media/image351.png"/><Relationship Id="rId6" Type="http://schemas.openxmlformats.org/officeDocument/2006/relationships/image" Target="../media/image142.svg"/><Relationship Id="rId5" Type="http://schemas.openxmlformats.org/officeDocument/2006/relationships/image" Target="../media/image141.png"/><Relationship Id="rId10" Type="http://schemas.openxmlformats.org/officeDocument/2006/relationships/image" Target="../media/image356.svg"/><Relationship Id="rId4" Type="http://schemas.openxmlformats.org/officeDocument/2006/relationships/image" Target="../media/image304.svg"/><Relationship Id="rId9" Type="http://schemas.openxmlformats.org/officeDocument/2006/relationships/image" Target="../media/image355.png"/></Relationships>
</file>

<file path=ppt/diagrams/_rels/drawing69.xml.rels><?xml version="1.0" encoding="UTF-8" standalone="yes"?>
<Relationships xmlns="http://schemas.openxmlformats.org/package/2006/relationships"><Relationship Id="rId3" Type="http://schemas.openxmlformats.org/officeDocument/2006/relationships/image" Target="../media/image359.png"/><Relationship Id="rId2" Type="http://schemas.openxmlformats.org/officeDocument/2006/relationships/image" Target="../media/image358.svg"/><Relationship Id="rId1" Type="http://schemas.openxmlformats.org/officeDocument/2006/relationships/image" Target="../media/image357.png"/><Relationship Id="rId6" Type="http://schemas.openxmlformats.org/officeDocument/2006/relationships/image" Target="../media/image362.svg"/><Relationship Id="rId5" Type="http://schemas.openxmlformats.org/officeDocument/2006/relationships/image" Target="../media/image361.png"/><Relationship Id="rId4" Type="http://schemas.openxmlformats.org/officeDocument/2006/relationships/image" Target="../media/image360.svg"/></Relationships>
</file>

<file path=ppt/diagrams/_rels/drawing70.xml.rels><?xml version="1.0" encoding="UTF-8" standalone="yes"?>
<Relationships xmlns="http://schemas.openxmlformats.org/package/2006/relationships"><Relationship Id="rId8" Type="http://schemas.openxmlformats.org/officeDocument/2006/relationships/image" Target="../media/image370.svg"/><Relationship Id="rId3" Type="http://schemas.openxmlformats.org/officeDocument/2006/relationships/image" Target="../media/image365.png"/><Relationship Id="rId7" Type="http://schemas.openxmlformats.org/officeDocument/2006/relationships/image" Target="../media/image369.png"/><Relationship Id="rId2" Type="http://schemas.openxmlformats.org/officeDocument/2006/relationships/image" Target="../media/image364.svg"/><Relationship Id="rId1" Type="http://schemas.openxmlformats.org/officeDocument/2006/relationships/image" Target="../media/image363.png"/><Relationship Id="rId6" Type="http://schemas.openxmlformats.org/officeDocument/2006/relationships/image" Target="../media/image368.svg"/><Relationship Id="rId5" Type="http://schemas.openxmlformats.org/officeDocument/2006/relationships/image" Target="../media/image367.png"/><Relationship Id="rId4" Type="http://schemas.openxmlformats.org/officeDocument/2006/relationships/image" Target="../media/image366.svg"/></Relationships>
</file>

<file path=ppt/diagrams/_rels/drawing71.xml.rels><?xml version="1.0" encoding="UTF-8" standalone="yes"?>
<Relationships xmlns="http://schemas.openxmlformats.org/package/2006/relationships"><Relationship Id="rId8" Type="http://schemas.openxmlformats.org/officeDocument/2006/relationships/image" Target="../media/image376.svg"/><Relationship Id="rId3" Type="http://schemas.openxmlformats.org/officeDocument/2006/relationships/image" Target="../media/image371.png"/><Relationship Id="rId7" Type="http://schemas.openxmlformats.org/officeDocument/2006/relationships/image" Target="../media/image375.png"/><Relationship Id="rId2" Type="http://schemas.openxmlformats.org/officeDocument/2006/relationships/image" Target="../media/image298.svg"/><Relationship Id="rId1" Type="http://schemas.openxmlformats.org/officeDocument/2006/relationships/image" Target="../media/image297.png"/><Relationship Id="rId6" Type="http://schemas.openxmlformats.org/officeDocument/2006/relationships/image" Target="../media/image374.svg"/><Relationship Id="rId5" Type="http://schemas.openxmlformats.org/officeDocument/2006/relationships/image" Target="../media/image373.png"/><Relationship Id="rId10" Type="http://schemas.openxmlformats.org/officeDocument/2006/relationships/image" Target="../media/image378.svg"/><Relationship Id="rId4" Type="http://schemas.openxmlformats.org/officeDocument/2006/relationships/image" Target="../media/image372.svg"/><Relationship Id="rId9" Type="http://schemas.openxmlformats.org/officeDocument/2006/relationships/image" Target="../media/image377.png"/></Relationships>
</file>

<file path=ppt/diagrams/_rels/drawing72.xml.rels><?xml version="1.0" encoding="UTF-8" standalone="yes"?>
<Relationships xmlns="http://schemas.openxmlformats.org/package/2006/relationships"><Relationship Id="rId8" Type="http://schemas.openxmlformats.org/officeDocument/2006/relationships/image" Target="../media/image386.svg"/><Relationship Id="rId3" Type="http://schemas.openxmlformats.org/officeDocument/2006/relationships/image" Target="../media/image381.png"/><Relationship Id="rId7" Type="http://schemas.openxmlformats.org/officeDocument/2006/relationships/image" Target="../media/image385.png"/><Relationship Id="rId2" Type="http://schemas.openxmlformats.org/officeDocument/2006/relationships/image" Target="../media/image380.svg"/><Relationship Id="rId1" Type="http://schemas.openxmlformats.org/officeDocument/2006/relationships/image" Target="../media/image379.png"/><Relationship Id="rId6" Type="http://schemas.openxmlformats.org/officeDocument/2006/relationships/image" Target="../media/image384.svg"/><Relationship Id="rId5" Type="http://schemas.openxmlformats.org/officeDocument/2006/relationships/image" Target="../media/image383.png"/><Relationship Id="rId4" Type="http://schemas.openxmlformats.org/officeDocument/2006/relationships/image" Target="../media/image38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C0B9115-B677-4586-B719-903B0D66A4C4}" type="doc">
      <dgm:prSet loTypeId="urn:microsoft.com/office/officeart/2016/7/layout/BasicLinearProcessNumbered" loCatId="process" qsTypeId="urn:microsoft.com/office/officeart/2005/8/quickstyle/simple1" qsCatId="simple" csTypeId="urn:microsoft.com/office/officeart/2005/8/colors/colorful5" csCatId="colorful"/>
      <dgm:spPr/>
      <dgm:t>
        <a:bodyPr/>
        <a:lstStyle/>
        <a:p>
          <a:endParaRPr lang="en-US"/>
        </a:p>
      </dgm:t>
    </dgm:pt>
    <dgm:pt modelId="{61F03170-40B3-4D9A-A2E5-4F7E327873BC}">
      <dgm:prSet/>
      <dgm:spPr/>
      <dgm:t>
        <a:bodyPr/>
        <a:lstStyle/>
        <a:p>
          <a:r>
            <a:rPr lang="en-MY" b="1"/>
            <a:t>Objective 1:</a:t>
          </a:r>
          <a:r>
            <a:rPr lang="en-MY"/>
            <a:t> Understand the difference between cloud computing and on-premise computing.</a:t>
          </a:r>
          <a:endParaRPr lang="en-US"/>
        </a:p>
      </dgm:t>
    </dgm:pt>
    <dgm:pt modelId="{CDFFBD6C-1A22-49E7-8867-C693BCAC575F}" type="parTrans" cxnId="{2566B93C-A0CF-4CD1-8A7C-56866BB266A2}">
      <dgm:prSet/>
      <dgm:spPr/>
      <dgm:t>
        <a:bodyPr/>
        <a:lstStyle/>
        <a:p>
          <a:endParaRPr lang="en-US"/>
        </a:p>
      </dgm:t>
    </dgm:pt>
    <dgm:pt modelId="{A1DDF7FB-7E5F-4BD1-B6CA-FD4DBBF79ADE}" type="sibTrans" cxnId="{2566B93C-A0CF-4CD1-8A7C-56866BB266A2}">
      <dgm:prSet phldrT="1" phldr="0"/>
      <dgm:spPr/>
      <dgm:t>
        <a:bodyPr/>
        <a:lstStyle/>
        <a:p>
          <a:r>
            <a:rPr lang="en-US"/>
            <a:t>1</a:t>
          </a:r>
        </a:p>
      </dgm:t>
    </dgm:pt>
    <dgm:pt modelId="{D3C57FBF-6BE1-496E-A061-09ABB55FF245}">
      <dgm:prSet/>
      <dgm:spPr/>
      <dgm:t>
        <a:bodyPr/>
        <a:lstStyle/>
        <a:p>
          <a:r>
            <a:rPr lang="en-MY" b="1"/>
            <a:t>Objective 2:</a:t>
          </a:r>
          <a:r>
            <a:rPr lang="en-MY"/>
            <a:t> Learn how to access major cloud platforms via portals, APIs, and SDKs.</a:t>
          </a:r>
          <a:endParaRPr lang="en-US"/>
        </a:p>
      </dgm:t>
    </dgm:pt>
    <dgm:pt modelId="{CD16E79D-B85C-4B4A-B6E1-F07E876C1D07}" type="parTrans" cxnId="{26095200-9317-477C-8B8D-BF1D28B13546}">
      <dgm:prSet/>
      <dgm:spPr/>
      <dgm:t>
        <a:bodyPr/>
        <a:lstStyle/>
        <a:p>
          <a:endParaRPr lang="en-US"/>
        </a:p>
      </dgm:t>
    </dgm:pt>
    <dgm:pt modelId="{371EDD5A-4795-46D1-8A26-846E3DF6B0AA}" type="sibTrans" cxnId="{26095200-9317-477C-8B8D-BF1D28B13546}">
      <dgm:prSet phldrT="2" phldr="0"/>
      <dgm:spPr/>
      <dgm:t>
        <a:bodyPr/>
        <a:lstStyle/>
        <a:p>
          <a:r>
            <a:rPr lang="en-US"/>
            <a:t>2</a:t>
          </a:r>
        </a:p>
      </dgm:t>
    </dgm:pt>
    <dgm:pt modelId="{0F609975-327C-47CC-B020-A83570927238}">
      <dgm:prSet/>
      <dgm:spPr/>
      <dgm:t>
        <a:bodyPr/>
        <a:lstStyle/>
        <a:p>
          <a:r>
            <a:rPr lang="en-MY" b="1"/>
            <a:t>Objective 3:</a:t>
          </a:r>
          <a:r>
            <a:rPr lang="en-MY"/>
            <a:t> Explore the definition, characteristics, and advantages of cloud computing.</a:t>
          </a:r>
          <a:endParaRPr lang="en-US"/>
        </a:p>
      </dgm:t>
    </dgm:pt>
    <dgm:pt modelId="{39CF9D3F-B919-46FF-9D8A-A3D5BFF3984C}" type="parTrans" cxnId="{008C3E68-527A-4790-BE3F-AF91CA27E634}">
      <dgm:prSet/>
      <dgm:spPr/>
      <dgm:t>
        <a:bodyPr/>
        <a:lstStyle/>
        <a:p>
          <a:endParaRPr lang="en-US"/>
        </a:p>
      </dgm:t>
    </dgm:pt>
    <dgm:pt modelId="{6061834B-8F81-4EDA-A4BB-6EAD8C221FA8}" type="sibTrans" cxnId="{008C3E68-527A-4790-BE3F-AF91CA27E634}">
      <dgm:prSet phldrT="3" phldr="0"/>
      <dgm:spPr/>
      <dgm:t>
        <a:bodyPr/>
        <a:lstStyle/>
        <a:p>
          <a:r>
            <a:rPr lang="en-US"/>
            <a:t>3</a:t>
          </a:r>
        </a:p>
      </dgm:t>
    </dgm:pt>
    <dgm:pt modelId="{2932DA0F-8955-40DF-9803-F6610655738B}">
      <dgm:prSet/>
      <dgm:spPr/>
      <dgm:t>
        <a:bodyPr/>
        <a:lstStyle/>
        <a:p>
          <a:r>
            <a:rPr lang="en-MY" b="1"/>
            <a:t>Objective 4:</a:t>
          </a:r>
          <a:r>
            <a:rPr lang="en-MY"/>
            <a:t> Understand the relationship between Cloud Computing and Service-Oriented Architecture (SOA).</a:t>
          </a:r>
          <a:endParaRPr lang="en-US"/>
        </a:p>
      </dgm:t>
    </dgm:pt>
    <dgm:pt modelId="{56B2DE4C-300E-449C-B026-92C5DEDC6061}" type="parTrans" cxnId="{72ACBBF4-C853-413E-9B5B-9232932915A3}">
      <dgm:prSet/>
      <dgm:spPr/>
      <dgm:t>
        <a:bodyPr/>
        <a:lstStyle/>
        <a:p>
          <a:endParaRPr lang="en-US"/>
        </a:p>
      </dgm:t>
    </dgm:pt>
    <dgm:pt modelId="{2A5F513A-9555-45A8-9323-42F773818D5C}" type="sibTrans" cxnId="{72ACBBF4-C853-413E-9B5B-9232932915A3}">
      <dgm:prSet phldrT="4" phldr="0"/>
      <dgm:spPr/>
      <dgm:t>
        <a:bodyPr/>
        <a:lstStyle/>
        <a:p>
          <a:r>
            <a:rPr lang="en-US"/>
            <a:t>4</a:t>
          </a:r>
        </a:p>
      </dgm:t>
    </dgm:pt>
    <dgm:pt modelId="{9C424D4D-3BEC-4CC5-B1F0-7E2516288F20}">
      <dgm:prSet/>
      <dgm:spPr/>
      <dgm:t>
        <a:bodyPr/>
        <a:lstStyle/>
        <a:p>
          <a:r>
            <a:rPr lang="en-MY" b="1"/>
            <a:t>Objective 5:</a:t>
          </a:r>
          <a:r>
            <a:rPr lang="en-MY"/>
            <a:t> Discuss enterprise cloud drivers and adoption trends.</a:t>
          </a:r>
          <a:endParaRPr lang="en-US"/>
        </a:p>
      </dgm:t>
    </dgm:pt>
    <dgm:pt modelId="{6D89BB66-9090-485F-8FA5-69D16453B459}" type="parTrans" cxnId="{39A1BDB0-AB14-4042-9E1A-F954CC8BEFA1}">
      <dgm:prSet/>
      <dgm:spPr/>
      <dgm:t>
        <a:bodyPr/>
        <a:lstStyle/>
        <a:p>
          <a:endParaRPr lang="en-US"/>
        </a:p>
      </dgm:t>
    </dgm:pt>
    <dgm:pt modelId="{3F89EFA3-853C-41D7-8EF4-0D8A269FB125}" type="sibTrans" cxnId="{39A1BDB0-AB14-4042-9E1A-F954CC8BEFA1}">
      <dgm:prSet phldrT="5" phldr="0"/>
      <dgm:spPr/>
      <dgm:t>
        <a:bodyPr/>
        <a:lstStyle/>
        <a:p>
          <a:r>
            <a:rPr lang="en-US"/>
            <a:t>5</a:t>
          </a:r>
        </a:p>
      </dgm:t>
    </dgm:pt>
    <dgm:pt modelId="{D3E39305-16BA-A646-9430-7F0BA769CC8A}" type="pres">
      <dgm:prSet presAssocID="{5C0B9115-B677-4586-B719-903B0D66A4C4}" presName="Name0" presStyleCnt="0">
        <dgm:presLayoutVars>
          <dgm:animLvl val="lvl"/>
          <dgm:resizeHandles val="exact"/>
        </dgm:presLayoutVars>
      </dgm:prSet>
      <dgm:spPr/>
    </dgm:pt>
    <dgm:pt modelId="{A56D6E97-B82C-D445-B575-A056CFA59867}" type="pres">
      <dgm:prSet presAssocID="{61F03170-40B3-4D9A-A2E5-4F7E327873BC}" presName="compositeNode" presStyleCnt="0">
        <dgm:presLayoutVars>
          <dgm:bulletEnabled val="1"/>
        </dgm:presLayoutVars>
      </dgm:prSet>
      <dgm:spPr/>
    </dgm:pt>
    <dgm:pt modelId="{CEBF6FDF-2ABA-CC42-A608-77DDFB5E5B03}" type="pres">
      <dgm:prSet presAssocID="{61F03170-40B3-4D9A-A2E5-4F7E327873BC}" presName="bgRect" presStyleLbl="bgAccFollowNode1" presStyleIdx="0" presStyleCnt="5"/>
      <dgm:spPr/>
    </dgm:pt>
    <dgm:pt modelId="{06FEF6D1-E44B-9846-8599-C777D1E1E445}" type="pres">
      <dgm:prSet presAssocID="{A1DDF7FB-7E5F-4BD1-B6CA-FD4DBBF79ADE}" presName="sibTransNodeCircle" presStyleLbl="alignNode1" presStyleIdx="0" presStyleCnt="10">
        <dgm:presLayoutVars>
          <dgm:chMax val="0"/>
          <dgm:bulletEnabled/>
        </dgm:presLayoutVars>
      </dgm:prSet>
      <dgm:spPr/>
    </dgm:pt>
    <dgm:pt modelId="{1932570F-EB18-DD46-97F4-FC25C0003616}" type="pres">
      <dgm:prSet presAssocID="{61F03170-40B3-4D9A-A2E5-4F7E327873BC}" presName="bottomLine" presStyleLbl="alignNode1" presStyleIdx="1" presStyleCnt="10">
        <dgm:presLayoutVars/>
      </dgm:prSet>
      <dgm:spPr/>
    </dgm:pt>
    <dgm:pt modelId="{62494371-7819-5841-8CB1-E89F8187A42E}" type="pres">
      <dgm:prSet presAssocID="{61F03170-40B3-4D9A-A2E5-4F7E327873BC}" presName="nodeText" presStyleLbl="bgAccFollowNode1" presStyleIdx="0" presStyleCnt="5">
        <dgm:presLayoutVars>
          <dgm:bulletEnabled val="1"/>
        </dgm:presLayoutVars>
      </dgm:prSet>
      <dgm:spPr/>
    </dgm:pt>
    <dgm:pt modelId="{3D029D21-1B7C-B248-90F7-BB25B4C5A13C}" type="pres">
      <dgm:prSet presAssocID="{A1DDF7FB-7E5F-4BD1-B6CA-FD4DBBF79ADE}" presName="sibTrans" presStyleCnt="0"/>
      <dgm:spPr/>
    </dgm:pt>
    <dgm:pt modelId="{8AB9A8E9-A10F-D24C-9739-2BAA8CADEE60}" type="pres">
      <dgm:prSet presAssocID="{D3C57FBF-6BE1-496E-A061-09ABB55FF245}" presName="compositeNode" presStyleCnt="0">
        <dgm:presLayoutVars>
          <dgm:bulletEnabled val="1"/>
        </dgm:presLayoutVars>
      </dgm:prSet>
      <dgm:spPr/>
    </dgm:pt>
    <dgm:pt modelId="{151A0D28-003F-4A4D-9E10-82CA93C5A8F0}" type="pres">
      <dgm:prSet presAssocID="{D3C57FBF-6BE1-496E-A061-09ABB55FF245}" presName="bgRect" presStyleLbl="bgAccFollowNode1" presStyleIdx="1" presStyleCnt="5"/>
      <dgm:spPr/>
    </dgm:pt>
    <dgm:pt modelId="{05AE655D-171E-E84A-995B-5E0E1DD9AE2A}" type="pres">
      <dgm:prSet presAssocID="{371EDD5A-4795-46D1-8A26-846E3DF6B0AA}" presName="sibTransNodeCircle" presStyleLbl="alignNode1" presStyleIdx="2" presStyleCnt="10">
        <dgm:presLayoutVars>
          <dgm:chMax val="0"/>
          <dgm:bulletEnabled/>
        </dgm:presLayoutVars>
      </dgm:prSet>
      <dgm:spPr/>
    </dgm:pt>
    <dgm:pt modelId="{230FC7BE-32D4-7646-A025-25E538C04BB8}" type="pres">
      <dgm:prSet presAssocID="{D3C57FBF-6BE1-496E-A061-09ABB55FF245}" presName="bottomLine" presStyleLbl="alignNode1" presStyleIdx="3" presStyleCnt="10">
        <dgm:presLayoutVars/>
      </dgm:prSet>
      <dgm:spPr/>
    </dgm:pt>
    <dgm:pt modelId="{32435891-6064-F44C-AB6D-E35D1B1CECCF}" type="pres">
      <dgm:prSet presAssocID="{D3C57FBF-6BE1-496E-A061-09ABB55FF245}" presName="nodeText" presStyleLbl="bgAccFollowNode1" presStyleIdx="1" presStyleCnt="5">
        <dgm:presLayoutVars>
          <dgm:bulletEnabled val="1"/>
        </dgm:presLayoutVars>
      </dgm:prSet>
      <dgm:spPr/>
    </dgm:pt>
    <dgm:pt modelId="{29427836-4EE2-A440-87C9-4D508C071DC1}" type="pres">
      <dgm:prSet presAssocID="{371EDD5A-4795-46D1-8A26-846E3DF6B0AA}" presName="sibTrans" presStyleCnt="0"/>
      <dgm:spPr/>
    </dgm:pt>
    <dgm:pt modelId="{7921B404-CD40-DB47-8288-C58A00E78D17}" type="pres">
      <dgm:prSet presAssocID="{0F609975-327C-47CC-B020-A83570927238}" presName="compositeNode" presStyleCnt="0">
        <dgm:presLayoutVars>
          <dgm:bulletEnabled val="1"/>
        </dgm:presLayoutVars>
      </dgm:prSet>
      <dgm:spPr/>
    </dgm:pt>
    <dgm:pt modelId="{5F0BE66C-D4E1-B245-92FB-5E6E2B57A35E}" type="pres">
      <dgm:prSet presAssocID="{0F609975-327C-47CC-B020-A83570927238}" presName="bgRect" presStyleLbl="bgAccFollowNode1" presStyleIdx="2" presStyleCnt="5"/>
      <dgm:spPr/>
    </dgm:pt>
    <dgm:pt modelId="{00149E94-57B0-1346-ACE9-8285AD23850D}" type="pres">
      <dgm:prSet presAssocID="{6061834B-8F81-4EDA-A4BB-6EAD8C221FA8}" presName="sibTransNodeCircle" presStyleLbl="alignNode1" presStyleIdx="4" presStyleCnt="10">
        <dgm:presLayoutVars>
          <dgm:chMax val="0"/>
          <dgm:bulletEnabled/>
        </dgm:presLayoutVars>
      </dgm:prSet>
      <dgm:spPr/>
    </dgm:pt>
    <dgm:pt modelId="{EEF6A013-AA3A-874A-978F-8D479C62629D}" type="pres">
      <dgm:prSet presAssocID="{0F609975-327C-47CC-B020-A83570927238}" presName="bottomLine" presStyleLbl="alignNode1" presStyleIdx="5" presStyleCnt="10">
        <dgm:presLayoutVars/>
      </dgm:prSet>
      <dgm:spPr/>
    </dgm:pt>
    <dgm:pt modelId="{5FBFD974-E9E6-7847-9016-4952FE6136FD}" type="pres">
      <dgm:prSet presAssocID="{0F609975-327C-47CC-B020-A83570927238}" presName="nodeText" presStyleLbl="bgAccFollowNode1" presStyleIdx="2" presStyleCnt="5">
        <dgm:presLayoutVars>
          <dgm:bulletEnabled val="1"/>
        </dgm:presLayoutVars>
      </dgm:prSet>
      <dgm:spPr/>
    </dgm:pt>
    <dgm:pt modelId="{E8876A9A-969A-C340-809A-924C317DC05A}" type="pres">
      <dgm:prSet presAssocID="{6061834B-8F81-4EDA-A4BB-6EAD8C221FA8}" presName="sibTrans" presStyleCnt="0"/>
      <dgm:spPr/>
    </dgm:pt>
    <dgm:pt modelId="{C8460D51-618C-C84B-AB79-D20CF05394EB}" type="pres">
      <dgm:prSet presAssocID="{2932DA0F-8955-40DF-9803-F6610655738B}" presName="compositeNode" presStyleCnt="0">
        <dgm:presLayoutVars>
          <dgm:bulletEnabled val="1"/>
        </dgm:presLayoutVars>
      </dgm:prSet>
      <dgm:spPr/>
    </dgm:pt>
    <dgm:pt modelId="{76ED4A2C-CDB7-824F-BAB4-F8E772C2F62F}" type="pres">
      <dgm:prSet presAssocID="{2932DA0F-8955-40DF-9803-F6610655738B}" presName="bgRect" presStyleLbl="bgAccFollowNode1" presStyleIdx="3" presStyleCnt="5"/>
      <dgm:spPr/>
    </dgm:pt>
    <dgm:pt modelId="{00B983E0-64FC-2E4B-B5F8-57EC3AFC4508}" type="pres">
      <dgm:prSet presAssocID="{2A5F513A-9555-45A8-9323-42F773818D5C}" presName="sibTransNodeCircle" presStyleLbl="alignNode1" presStyleIdx="6" presStyleCnt="10">
        <dgm:presLayoutVars>
          <dgm:chMax val="0"/>
          <dgm:bulletEnabled/>
        </dgm:presLayoutVars>
      </dgm:prSet>
      <dgm:spPr/>
    </dgm:pt>
    <dgm:pt modelId="{3B811C1F-8966-8842-B70E-D6AEA5C4FEAB}" type="pres">
      <dgm:prSet presAssocID="{2932DA0F-8955-40DF-9803-F6610655738B}" presName="bottomLine" presStyleLbl="alignNode1" presStyleIdx="7" presStyleCnt="10">
        <dgm:presLayoutVars/>
      </dgm:prSet>
      <dgm:spPr/>
    </dgm:pt>
    <dgm:pt modelId="{96E2940A-1DBC-6949-9AE6-DA3166DD308E}" type="pres">
      <dgm:prSet presAssocID="{2932DA0F-8955-40DF-9803-F6610655738B}" presName="nodeText" presStyleLbl="bgAccFollowNode1" presStyleIdx="3" presStyleCnt="5">
        <dgm:presLayoutVars>
          <dgm:bulletEnabled val="1"/>
        </dgm:presLayoutVars>
      </dgm:prSet>
      <dgm:spPr/>
    </dgm:pt>
    <dgm:pt modelId="{62B49CF7-1E7D-D841-8EBC-97E6A957B46B}" type="pres">
      <dgm:prSet presAssocID="{2A5F513A-9555-45A8-9323-42F773818D5C}" presName="sibTrans" presStyleCnt="0"/>
      <dgm:spPr/>
    </dgm:pt>
    <dgm:pt modelId="{4781550F-975A-6847-AFBB-18A1ED40D5C3}" type="pres">
      <dgm:prSet presAssocID="{9C424D4D-3BEC-4CC5-B1F0-7E2516288F20}" presName="compositeNode" presStyleCnt="0">
        <dgm:presLayoutVars>
          <dgm:bulletEnabled val="1"/>
        </dgm:presLayoutVars>
      </dgm:prSet>
      <dgm:spPr/>
    </dgm:pt>
    <dgm:pt modelId="{0BCF5999-D0F9-7546-843D-BEC63296AF7B}" type="pres">
      <dgm:prSet presAssocID="{9C424D4D-3BEC-4CC5-B1F0-7E2516288F20}" presName="bgRect" presStyleLbl="bgAccFollowNode1" presStyleIdx="4" presStyleCnt="5"/>
      <dgm:spPr/>
    </dgm:pt>
    <dgm:pt modelId="{4675C0B0-2CFC-264D-88E0-C3AF991EFC78}" type="pres">
      <dgm:prSet presAssocID="{3F89EFA3-853C-41D7-8EF4-0D8A269FB125}" presName="sibTransNodeCircle" presStyleLbl="alignNode1" presStyleIdx="8" presStyleCnt="10">
        <dgm:presLayoutVars>
          <dgm:chMax val="0"/>
          <dgm:bulletEnabled/>
        </dgm:presLayoutVars>
      </dgm:prSet>
      <dgm:spPr/>
    </dgm:pt>
    <dgm:pt modelId="{B09028D4-1CD7-EF47-AD91-FD7C953D3383}" type="pres">
      <dgm:prSet presAssocID="{9C424D4D-3BEC-4CC5-B1F0-7E2516288F20}" presName="bottomLine" presStyleLbl="alignNode1" presStyleIdx="9" presStyleCnt="10">
        <dgm:presLayoutVars/>
      </dgm:prSet>
      <dgm:spPr/>
    </dgm:pt>
    <dgm:pt modelId="{ED04E5DC-3E6B-9249-9B7F-12CD3CC3D9E2}" type="pres">
      <dgm:prSet presAssocID="{9C424D4D-3BEC-4CC5-B1F0-7E2516288F20}" presName="nodeText" presStyleLbl="bgAccFollowNode1" presStyleIdx="4" presStyleCnt="5">
        <dgm:presLayoutVars>
          <dgm:bulletEnabled val="1"/>
        </dgm:presLayoutVars>
      </dgm:prSet>
      <dgm:spPr/>
    </dgm:pt>
  </dgm:ptLst>
  <dgm:cxnLst>
    <dgm:cxn modelId="{26095200-9317-477C-8B8D-BF1D28B13546}" srcId="{5C0B9115-B677-4586-B719-903B0D66A4C4}" destId="{D3C57FBF-6BE1-496E-A061-09ABB55FF245}" srcOrd="1" destOrd="0" parTransId="{CD16E79D-B85C-4B4A-B6E1-F07E876C1D07}" sibTransId="{371EDD5A-4795-46D1-8A26-846E3DF6B0AA}"/>
    <dgm:cxn modelId="{0FBFE414-BD6E-884D-B864-8F0BC821D70F}" type="presOf" srcId="{D3C57FBF-6BE1-496E-A061-09ABB55FF245}" destId="{151A0D28-003F-4A4D-9E10-82CA93C5A8F0}" srcOrd="0" destOrd="0" presId="urn:microsoft.com/office/officeart/2016/7/layout/BasicLinearProcessNumbered"/>
    <dgm:cxn modelId="{C27C4C24-258C-9544-AA8B-46017AA33DEC}" type="presOf" srcId="{A1DDF7FB-7E5F-4BD1-B6CA-FD4DBBF79ADE}" destId="{06FEF6D1-E44B-9846-8599-C777D1E1E445}" srcOrd="0" destOrd="0" presId="urn:microsoft.com/office/officeart/2016/7/layout/BasicLinearProcessNumbered"/>
    <dgm:cxn modelId="{7E2CE430-55F1-FC4D-9C2E-F341BC773308}" type="presOf" srcId="{0F609975-327C-47CC-B020-A83570927238}" destId="{5F0BE66C-D4E1-B245-92FB-5E6E2B57A35E}" srcOrd="0" destOrd="0" presId="urn:microsoft.com/office/officeart/2016/7/layout/BasicLinearProcessNumbered"/>
    <dgm:cxn modelId="{99201838-0A56-084F-AD8A-4417D70AB0FA}" type="presOf" srcId="{371EDD5A-4795-46D1-8A26-846E3DF6B0AA}" destId="{05AE655D-171E-E84A-995B-5E0E1DD9AE2A}" srcOrd="0" destOrd="0" presId="urn:microsoft.com/office/officeart/2016/7/layout/BasicLinearProcessNumbered"/>
    <dgm:cxn modelId="{2566B93C-A0CF-4CD1-8A7C-56866BB266A2}" srcId="{5C0B9115-B677-4586-B719-903B0D66A4C4}" destId="{61F03170-40B3-4D9A-A2E5-4F7E327873BC}" srcOrd="0" destOrd="0" parTransId="{CDFFBD6C-1A22-49E7-8867-C693BCAC575F}" sibTransId="{A1DDF7FB-7E5F-4BD1-B6CA-FD4DBBF79ADE}"/>
    <dgm:cxn modelId="{008C3E68-527A-4790-BE3F-AF91CA27E634}" srcId="{5C0B9115-B677-4586-B719-903B0D66A4C4}" destId="{0F609975-327C-47CC-B020-A83570927238}" srcOrd="2" destOrd="0" parTransId="{39CF9D3F-B919-46FF-9D8A-A3D5BFF3984C}" sibTransId="{6061834B-8F81-4EDA-A4BB-6EAD8C221FA8}"/>
    <dgm:cxn modelId="{648E796C-4EE8-ED46-B180-6BF38E1B2040}" type="presOf" srcId="{3F89EFA3-853C-41D7-8EF4-0D8A269FB125}" destId="{4675C0B0-2CFC-264D-88E0-C3AF991EFC78}" srcOrd="0" destOrd="0" presId="urn:microsoft.com/office/officeart/2016/7/layout/BasicLinearProcessNumbered"/>
    <dgm:cxn modelId="{14BB6F77-BC4F-9A47-9E00-87F909D99814}" type="presOf" srcId="{D3C57FBF-6BE1-496E-A061-09ABB55FF245}" destId="{32435891-6064-F44C-AB6D-E35D1B1CECCF}" srcOrd="1" destOrd="0" presId="urn:microsoft.com/office/officeart/2016/7/layout/BasicLinearProcessNumbered"/>
    <dgm:cxn modelId="{84F5837D-1C65-2C4F-8CF4-D675F20A7547}" type="presOf" srcId="{61F03170-40B3-4D9A-A2E5-4F7E327873BC}" destId="{CEBF6FDF-2ABA-CC42-A608-77DDFB5E5B03}" srcOrd="0" destOrd="0" presId="urn:microsoft.com/office/officeart/2016/7/layout/BasicLinearProcessNumbered"/>
    <dgm:cxn modelId="{72D44F7E-988F-3242-BCB0-433A6E595D7F}" type="presOf" srcId="{0F609975-327C-47CC-B020-A83570927238}" destId="{5FBFD974-E9E6-7847-9016-4952FE6136FD}" srcOrd="1" destOrd="0" presId="urn:microsoft.com/office/officeart/2016/7/layout/BasicLinearProcessNumbered"/>
    <dgm:cxn modelId="{90A8AC88-BF1A-6343-8B71-3CF0F7BD1094}" type="presOf" srcId="{6061834B-8F81-4EDA-A4BB-6EAD8C221FA8}" destId="{00149E94-57B0-1346-ACE9-8285AD23850D}" srcOrd="0" destOrd="0" presId="urn:microsoft.com/office/officeart/2016/7/layout/BasicLinearProcessNumbered"/>
    <dgm:cxn modelId="{730C9F8A-6378-994D-B0F3-0279E7F7DD1C}" type="presOf" srcId="{9C424D4D-3BEC-4CC5-B1F0-7E2516288F20}" destId="{0BCF5999-D0F9-7546-843D-BEC63296AF7B}" srcOrd="0" destOrd="0" presId="urn:microsoft.com/office/officeart/2016/7/layout/BasicLinearProcessNumbered"/>
    <dgm:cxn modelId="{740EFF8A-0063-754F-9A8E-7274A5B6645A}" type="presOf" srcId="{2A5F513A-9555-45A8-9323-42F773818D5C}" destId="{00B983E0-64FC-2E4B-B5F8-57EC3AFC4508}" srcOrd="0" destOrd="0" presId="urn:microsoft.com/office/officeart/2016/7/layout/BasicLinearProcessNumbered"/>
    <dgm:cxn modelId="{5F043398-89D5-5D45-AADE-B3F4B7858B0F}" type="presOf" srcId="{9C424D4D-3BEC-4CC5-B1F0-7E2516288F20}" destId="{ED04E5DC-3E6B-9249-9B7F-12CD3CC3D9E2}" srcOrd="1" destOrd="0" presId="urn:microsoft.com/office/officeart/2016/7/layout/BasicLinearProcessNumbered"/>
    <dgm:cxn modelId="{274B2A99-2383-1A47-8985-C4F066E15363}" type="presOf" srcId="{2932DA0F-8955-40DF-9803-F6610655738B}" destId="{96E2940A-1DBC-6949-9AE6-DA3166DD308E}" srcOrd="1" destOrd="0" presId="urn:microsoft.com/office/officeart/2016/7/layout/BasicLinearProcessNumbered"/>
    <dgm:cxn modelId="{39A1BDB0-AB14-4042-9E1A-F954CC8BEFA1}" srcId="{5C0B9115-B677-4586-B719-903B0D66A4C4}" destId="{9C424D4D-3BEC-4CC5-B1F0-7E2516288F20}" srcOrd="4" destOrd="0" parTransId="{6D89BB66-9090-485F-8FA5-69D16453B459}" sibTransId="{3F89EFA3-853C-41D7-8EF4-0D8A269FB125}"/>
    <dgm:cxn modelId="{751BF8B7-38A3-7A46-B885-29AFF66BF710}" type="presOf" srcId="{61F03170-40B3-4D9A-A2E5-4F7E327873BC}" destId="{62494371-7819-5841-8CB1-E89F8187A42E}" srcOrd="1" destOrd="0" presId="urn:microsoft.com/office/officeart/2016/7/layout/BasicLinearProcessNumbered"/>
    <dgm:cxn modelId="{E96E52C8-F884-6946-AF17-4D4EE001161E}" type="presOf" srcId="{5C0B9115-B677-4586-B719-903B0D66A4C4}" destId="{D3E39305-16BA-A646-9430-7F0BA769CC8A}" srcOrd="0" destOrd="0" presId="urn:microsoft.com/office/officeart/2016/7/layout/BasicLinearProcessNumbered"/>
    <dgm:cxn modelId="{EF56B4DA-488F-E749-AF8A-F43AB5C030A6}" type="presOf" srcId="{2932DA0F-8955-40DF-9803-F6610655738B}" destId="{76ED4A2C-CDB7-824F-BAB4-F8E772C2F62F}" srcOrd="0" destOrd="0" presId="urn:microsoft.com/office/officeart/2016/7/layout/BasicLinearProcessNumbered"/>
    <dgm:cxn modelId="{72ACBBF4-C853-413E-9B5B-9232932915A3}" srcId="{5C0B9115-B677-4586-B719-903B0D66A4C4}" destId="{2932DA0F-8955-40DF-9803-F6610655738B}" srcOrd="3" destOrd="0" parTransId="{56B2DE4C-300E-449C-B026-92C5DEDC6061}" sibTransId="{2A5F513A-9555-45A8-9323-42F773818D5C}"/>
    <dgm:cxn modelId="{EBFD0804-1B5C-2C4F-8D8F-3ECA57069BA9}" type="presParOf" srcId="{D3E39305-16BA-A646-9430-7F0BA769CC8A}" destId="{A56D6E97-B82C-D445-B575-A056CFA59867}" srcOrd="0" destOrd="0" presId="urn:microsoft.com/office/officeart/2016/7/layout/BasicLinearProcessNumbered"/>
    <dgm:cxn modelId="{0A0E77C1-1952-BF4A-ABA8-F1056EF4A331}" type="presParOf" srcId="{A56D6E97-B82C-D445-B575-A056CFA59867}" destId="{CEBF6FDF-2ABA-CC42-A608-77DDFB5E5B03}" srcOrd="0" destOrd="0" presId="urn:microsoft.com/office/officeart/2016/7/layout/BasicLinearProcessNumbered"/>
    <dgm:cxn modelId="{360E71FB-6C63-EF47-90DD-204A182C1874}" type="presParOf" srcId="{A56D6E97-B82C-D445-B575-A056CFA59867}" destId="{06FEF6D1-E44B-9846-8599-C777D1E1E445}" srcOrd="1" destOrd="0" presId="urn:microsoft.com/office/officeart/2016/7/layout/BasicLinearProcessNumbered"/>
    <dgm:cxn modelId="{CD1B0835-FC93-7549-BBA6-4A8B42A49098}" type="presParOf" srcId="{A56D6E97-B82C-D445-B575-A056CFA59867}" destId="{1932570F-EB18-DD46-97F4-FC25C0003616}" srcOrd="2" destOrd="0" presId="urn:microsoft.com/office/officeart/2016/7/layout/BasicLinearProcessNumbered"/>
    <dgm:cxn modelId="{8CE53A52-A34C-DD4F-87AE-82B79FB20F18}" type="presParOf" srcId="{A56D6E97-B82C-D445-B575-A056CFA59867}" destId="{62494371-7819-5841-8CB1-E89F8187A42E}" srcOrd="3" destOrd="0" presId="urn:microsoft.com/office/officeart/2016/7/layout/BasicLinearProcessNumbered"/>
    <dgm:cxn modelId="{C72108CD-E5D2-2549-B92F-2630DE36DAAB}" type="presParOf" srcId="{D3E39305-16BA-A646-9430-7F0BA769CC8A}" destId="{3D029D21-1B7C-B248-90F7-BB25B4C5A13C}" srcOrd="1" destOrd="0" presId="urn:microsoft.com/office/officeart/2016/7/layout/BasicLinearProcessNumbered"/>
    <dgm:cxn modelId="{9031D67D-AEBB-CA4F-8651-C5BA2C179FFF}" type="presParOf" srcId="{D3E39305-16BA-A646-9430-7F0BA769CC8A}" destId="{8AB9A8E9-A10F-D24C-9739-2BAA8CADEE60}" srcOrd="2" destOrd="0" presId="urn:microsoft.com/office/officeart/2016/7/layout/BasicLinearProcessNumbered"/>
    <dgm:cxn modelId="{6EA6DEA9-7CEB-1B41-96D4-2D0C122B0E8E}" type="presParOf" srcId="{8AB9A8E9-A10F-D24C-9739-2BAA8CADEE60}" destId="{151A0D28-003F-4A4D-9E10-82CA93C5A8F0}" srcOrd="0" destOrd="0" presId="urn:microsoft.com/office/officeart/2016/7/layout/BasicLinearProcessNumbered"/>
    <dgm:cxn modelId="{25F7E88E-B92F-6C43-B1D5-2886D648F6A1}" type="presParOf" srcId="{8AB9A8E9-A10F-D24C-9739-2BAA8CADEE60}" destId="{05AE655D-171E-E84A-995B-5E0E1DD9AE2A}" srcOrd="1" destOrd="0" presId="urn:microsoft.com/office/officeart/2016/7/layout/BasicLinearProcessNumbered"/>
    <dgm:cxn modelId="{882FEA3A-1B05-A44D-BD63-A7B20A0BEF05}" type="presParOf" srcId="{8AB9A8E9-A10F-D24C-9739-2BAA8CADEE60}" destId="{230FC7BE-32D4-7646-A025-25E538C04BB8}" srcOrd="2" destOrd="0" presId="urn:microsoft.com/office/officeart/2016/7/layout/BasicLinearProcessNumbered"/>
    <dgm:cxn modelId="{E1EE5DDB-E9CD-C64A-A408-765884226980}" type="presParOf" srcId="{8AB9A8E9-A10F-D24C-9739-2BAA8CADEE60}" destId="{32435891-6064-F44C-AB6D-E35D1B1CECCF}" srcOrd="3" destOrd="0" presId="urn:microsoft.com/office/officeart/2016/7/layout/BasicLinearProcessNumbered"/>
    <dgm:cxn modelId="{F38B15F1-511A-DD4C-8240-C0802CFD29AC}" type="presParOf" srcId="{D3E39305-16BA-A646-9430-7F0BA769CC8A}" destId="{29427836-4EE2-A440-87C9-4D508C071DC1}" srcOrd="3" destOrd="0" presId="urn:microsoft.com/office/officeart/2016/7/layout/BasicLinearProcessNumbered"/>
    <dgm:cxn modelId="{8DADF5E3-55B3-5948-9691-9ECBFF34A803}" type="presParOf" srcId="{D3E39305-16BA-A646-9430-7F0BA769CC8A}" destId="{7921B404-CD40-DB47-8288-C58A00E78D17}" srcOrd="4" destOrd="0" presId="urn:microsoft.com/office/officeart/2016/7/layout/BasicLinearProcessNumbered"/>
    <dgm:cxn modelId="{689D2CBE-05D8-274C-951E-FD7F3BA57E2E}" type="presParOf" srcId="{7921B404-CD40-DB47-8288-C58A00E78D17}" destId="{5F0BE66C-D4E1-B245-92FB-5E6E2B57A35E}" srcOrd="0" destOrd="0" presId="urn:microsoft.com/office/officeart/2016/7/layout/BasicLinearProcessNumbered"/>
    <dgm:cxn modelId="{4610795C-24F2-1F41-BD30-7A3387D60B8A}" type="presParOf" srcId="{7921B404-CD40-DB47-8288-C58A00E78D17}" destId="{00149E94-57B0-1346-ACE9-8285AD23850D}" srcOrd="1" destOrd="0" presId="urn:microsoft.com/office/officeart/2016/7/layout/BasicLinearProcessNumbered"/>
    <dgm:cxn modelId="{BD164E8C-9803-7641-A7CE-D4A0A3FEA34F}" type="presParOf" srcId="{7921B404-CD40-DB47-8288-C58A00E78D17}" destId="{EEF6A013-AA3A-874A-978F-8D479C62629D}" srcOrd="2" destOrd="0" presId="urn:microsoft.com/office/officeart/2016/7/layout/BasicLinearProcessNumbered"/>
    <dgm:cxn modelId="{148B8029-0C6A-0A45-B529-D13B40CBBB68}" type="presParOf" srcId="{7921B404-CD40-DB47-8288-C58A00E78D17}" destId="{5FBFD974-E9E6-7847-9016-4952FE6136FD}" srcOrd="3" destOrd="0" presId="urn:microsoft.com/office/officeart/2016/7/layout/BasicLinearProcessNumbered"/>
    <dgm:cxn modelId="{787925C5-0098-3B4D-B60B-BE8A2E0BF00A}" type="presParOf" srcId="{D3E39305-16BA-A646-9430-7F0BA769CC8A}" destId="{E8876A9A-969A-C340-809A-924C317DC05A}" srcOrd="5" destOrd="0" presId="urn:microsoft.com/office/officeart/2016/7/layout/BasicLinearProcessNumbered"/>
    <dgm:cxn modelId="{B2075566-BC11-4E49-A68F-35560488CE30}" type="presParOf" srcId="{D3E39305-16BA-A646-9430-7F0BA769CC8A}" destId="{C8460D51-618C-C84B-AB79-D20CF05394EB}" srcOrd="6" destOrd="0" presId="urn:microsoft.com/office/officeart/2016/7/layout/BasicLinearProcessNumbered"/>
    <dgm:cxn modelId="{2143BAE9-0BF9-9547-AEB7-E8E0FCD7F40C}" type="presParOf" srcId="{C8460D51-618C-C84B-AB79-D20CF05394EB}" destId="{76ED4A2C-CDB7-824F-BAB4-F8E772C2F62F}" srcOrd="0" destOrd="0" presId="urn:microsoft.com/office/officeart/2016/7/layout/BasicLinearProcessNumbered"/>
    <dgm:cxn modelId="{B3E93E34-9005-9247-9B96-D814F15631E1}" type="presParOf" srcId="{C8460D51-618C-C84B-AB79-D20CF05394EB}" destId="{00B983E0-64FC-2E4B-B5F8-57EC3AFC4508}" srcOrd="1" destOrd="0" presId="urn:microsoft.com/office/officeart/2016/7/layout/BasicLinearProcessNumbered"/>
    <dgm:cxn modelId="{38B9EB00-05C1-BF46-BB3A-FDB80BCDB946}" type="presParOf" srcId="{C8460D51-618C-C84B-AB79-D20CF05394EB}" destId="{3B811C1F-8966-8842-B70E-D6AEA5C4FEAB}" srcOrd="2" destOrd="0" presId="urn:microsoft.com/office/officeart/2016/7/layout/BasicLinearProcessNumbered"/>
    <dgm:cxn modelId="{17955369-B633-7A48-8343-B2F38FB80115}" type="presParOf" srcId="{C8460D51-618C-C84B-AB79-D20CF05394EB}" destId="{96E2940A-1DBC-6949-9AE6-DA3166DD308E}" srcOrd="3" destOrd="0" presId="urn:microsoft.com/office/officeart/2016/7/layout/BasicLinearProcessNumbered"/>
    <dgm:cxn modelId="{2CC8AB90-74A8-0042-95F7-125F286C681F}" type="presParOf" srcId="{D3E39305-16BA-A646-9430-7F0BA769CC8A}" destId="{62B49CF7-1E7D-D841-8EBC-97E6A957B46B}" srcOrd="7" destOrd="0" presId="urn:microsoft.com/office/officeart/2016/7/layout/BasicLinearProcessNumbered"/>
    <dgm:cxn modelId="{F60D9C53-9C71-744C-A1DE-0B5D820AD6DE}" type="presParOf" srcId="{D3E39305-16BA-A646-9430-7F0BA769CC8A}" destId="{4781550F-975A-6847-AFBB-18A1ED40D5C3}" srcOrd="8" destOrd="0" presId="urn:microsoft.com/office/officeart/2016/7/layout/BasicLinearProcessNumbered"/>
    <dgm:cxn modelId="{DC8144D4-81E3-194A-8EB1-101DF6EFEF75}" type="presParOf" srcId="{4781550F-975A-6847-AFBB-18A1ED40D5C3}" destId="{0BCF5999-D0F9-7546-843D-BEC63296AF7B}" srcOrd="0" destOrd="0" presId="urn:microsoft.com/office/officeart/2016/7/layout/BasicLinearProcessNumbered"/>
    <dgm:cxn modelId="{63ACE3C1-25A7-0245-AE7D-DF640020656B}" type="presParOf" srcId="{4781550F-975A-6847-AFBB-18A1ED40D5C3}" destId="{4675C0B0-2CFC-264D-88E0-C3AF991EFC78}" srcOrd="1" destOrd="0" presId="urn:microsoft.com/office/officeart/2016/7/layout/BasicLinearProcessNumbered"/>
    <dgm:cxn modelId="{76E820D3-42EE-0F42-9003-70F9C69D63F1}" type="presParOf" srcId="{4781550F-975A-6847-AFBB-18A1ED40D5C3}" destId="{B09028D4-1CD7-EF47-AD91-FD7C953D3383}" srcOrd="2" destOrd="0" presId="urn:microsoft.com/office/officeart/2016/7/layout/BasicLinearProcessNumbered"/>
    <dgm:cxn modelId="{205F43BA-3B50-364E-A224-CC7583E224BF}" type="presParOf" srcId="{4781550F-975A-6847-AFBB-18A1ED40D5C3}" destId="{ED04E5DC-3E6B-9249-9B7F-12CD3CC3D9E2}"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82455D-08D9-4AC1-A59F-5D9B1E7A2C54}"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5B6BBCD2-CFBE-4AEF-9463-A1EAE4FC42FA}">
      <dgm:prSet/>
      <dgm:spPr/>
      <dgm:t>
        <a:bodyPr/>
        <a:lstStyle/>
        <a:p>
          <a:pPr>
            <a:lnSpc>
              <a:spcPct val="100000"/>
            </a:lnSpc>
            <a:defRPr b="1"/>
          </a:pPr>
          <a:r>
            <a:rPr lang="en-MY" b="1"/>
            <a:t>On-Premise Computing:</a:t>
          </a:r>
          <a:endParaRPr lang="en-US"/>
        </a:p>
      </dgm:t>
    </dgm:pt>
    <dgm:pt modelId="{88482CBF-709E-4C58-B294-D5B5817420B6}" type="parTrans" cxnId="{B662A97A-7A10-46D0-8357-59674A8BA73F}">
      <dgm:prSet/>
      <dgm:spPr/>
      <dgm:t>
        <a:bodyPr/>
        <a:lstStyle/>
        <a:p>
          <a:endParaRPr lang="en-US"/>
        </a:p>
      </dgm:t>
    </dgm:pt>
    <dgm:pt modelId="{84684872-4493-436E-9417-6FC15D3ACD21}" type="sibTrans" cxnId="{B662A97A-7A10-46D0-8357-59674A8BA73F}">
      <dgm:prSet/>
      <dgm:spPr/>
      <dgm:t>
        <a:bodyPr/>
        <a:lstStyle/>
        <a:p>
          <a:endParaRPr lang="en-US"/>
        </a:p>
      </dgm:t>
    </dgm:pt>
    <dgm:pt modelId="{D9198E1A-FDF0-40BE-94B2-689F8452E332}">
      <dgm:prSet/>
      <dgm:spPr/>
      <dgm:t>
        <a:bodyPr/>
        <a:lstStyle/>
        <a:p>
          <a:pPr>
            <a:lnSpc>
              <a:spcPct val="100000"/>
            </a:lnSpc>
          </a:pPr>
          <a:r>
            <a:rPr lang="en-MY"/>
            <a:t>Infrastructure managed internally.</a:t>
          </a:r>
          <a:endParaRPr lang="en-US"/>
        </a:p>
      </dgm:t>
    </dgm:pt>
    <dgm:pt modelId="{29E85D2D-D55F-4C3F-B1D8-647161AF9B5C}" type="parTrans" cxnId="{798B0957-8618-40A1-8186-300C2DB7C1AF}">
      <dgm:prSet/>
      <dgm:spPr/>
      <dgm:t>
        <a:bodyPr/>
        <a:lstStyle/>
        <a:p>
          <a:endParaRPr lang="en-US"/>
        </a:p>
      </dgm:t>
    </dgm:pt>
    <dgm:pt modelId="{E647A7FD-0C95-48D1-AF16-8555D76EDC14}" type="sibTrans" cxnId="{798B0957-8618-40A1-8186-300C2DB7C1AF}">
      <dgm:prSet/>
      <dgm:spPr/>
      <dgm:t>
        <a:bodyPr/>
        <a:lstStyle/>
        <a:p>
          <a:endParaRPr lang="en-US"/>
        </a:p>
      </dgm:t>
    </dgm:pt>
    <dgm:pt modelId="{91E40432-3695-4743-BE93-2530C84E6249}">
      <dgm:prSet/>
      <dgm:spPr/>
      <dgm:t>
        <a:bodyPr/>
        <a:lstStyle/>
        <a:p>
          <a:pPr>
            <a:lnSpc>
              <a:spcPct val="100000"/>
            </a:lnSpc>
          </a:pPr>
          <a:r>
            <a:rPr lang="en-MY"/>
            <a:t>Requires significant upfront capital expenditure.</a:t>
          </a:r>
          <a:endParaRPr lang="en-US"/>
        </a:p>
      </dgm:t>
    </dgm:pt>
    <dgm:pt modelId="{30C3DE17-5DAD-466F-BAB3-1EC9077CC503}" type="parTrans" cxnId="{734E4C22-5DCE-4DE9-AB5B-B78E12372C38}">
      <dgm:prSet/>
      <dgm:spPr/>
      <dgm:t>
        <a:bodyPr/>
        <a:lstStyle/>
        <a:p>
          <a:endParaRPr lang="en-US"/>
        </a:p>
      </dgm:t>
    </dgm:pt>
    <dgm:pt modelId="{5D37FDC6-3CF0-4588-8694-7B5233636C5B}" type="sibTrans" cxnId="{734E4C22-5DCE-4DE9-AB5B-B78E12372C38}">
      <dgm:prSet/>
      <dgm:spPr/>
      <dgm:t>
        <a:bodyPr/>
        <a:lstStyle/>
        <a:p>
          <a:endParaRPr lang="en-US"/>
        </a:p>
      </dgm:t>
    </dgm:pt>
    <dgm:pt modelId="{F42F5247-DE02-419B-A2AD-019DFBCB5895}">
      <dgm:prSet/>
      <dgm:spPr/>
      <dgm:t>
        <a:bodyPr/>
        <a:lstStyle/>
        <a:p>
          <a:pPr>
            <a:lnSpc>
              <a:spcPct val="100000"/>
            </a:lnSpc>
          </a:pPr>
          <a:r>
            <a:rPr lang="en-MY"/>
            <a:t>Scalability is limited by hardware availability.</a:t>
          </a:r>
          <a:endParaRPr lang="en-US"/>
        </a:p>
      </dgm:t>
    </dgm:pt>
    <dgm:pt modelId="{ECA4B371-A2CC-4FA5-BCE0-D0512D702212}" type="parTrans" cxnId="{9120E841-5635-432C-A1F6-0D12F64FD6CD}">
      <dgm:prSet/>
      <dgm:spPr/>
      <dgm:t>
        <a:bodyPr/>
        <a:lstStyle/>
        <a:p>
          <a:endParaRPr lang="en-US"/>
        </a:p>
      </dgm:t>
    </dgm:pt>
    <dgm:pt modelId="{BF9762E5-E300-4C75-8A88-55240FD6B02F}" type="sibTrans" cxnId="{9120E841-5635-432C-A1F6-0D12F64FD6CD}">
      <dgm:prSet/>
      <dgm:spPr/>
      <dgm:t>
        <a:bodyPr/>
        <a:lstStyle/>
        <a:p>
          <a:endParaRPr lang="en-US"/>
        </a:p>
      </dgm:t>
    </dgm:pt>
    <dgm:pt modelId="{8CA02FF9-6840-404B-ACAE-3D9ABC1F4A7B}">
      <dgm:prSet/>
      <dgm:spPr/>
      <dgm:t>
        <a:bodyPr/>
        <a:lstStyle/>
        <a:p>
          <a:pPr>
            <a:lnSpc>
              <a:spcPct val="100000"/>
            </a:lnSpc>
            <a:defRPr b="1"/>
          </a:pPr>
          <a:r>
            <a:rPr lang="en-MY" b="1"/>
            <a:t>Cloud Computing:</a:t>
          </a:r>
          <a:endParaRPr lang="en-US"/>
        </a:p>
      </dgm:t>
    </dgm:pt>
    <dgm:pt modelId="{F15FBB9A-9213-42C1-B024-0C19EEAD494F}" type="parTrans" cxnId="{8F2430D5-1199-450F-AFBA-99D51CA1BC4A}">
      <dgm:prSet/>
      <dgm:spPr/>
      <dgm:t>
        <a:bodyPr/>
        <a:lstStyle/>
        <a:p>
          <a:endParaRPr lang="en-US"/>
        </a:p>
      </dgm:t>
    </dgm:pt>
    <dgm:pt modelId="{55F32A75-3486-4279-912B-71EEAE6E15EE}" type="sibTrans" cxnId="{8F2430D5-1199-450F-AFBA-99D51CA1BC4A}">
      <dgm:prSet/>
      <dgm:spPr/>
      <dgm:t>
        <a:bodyPr/>
        <a:lstStyle/>
        <a:p>
          <a:endParaRPr lang="en-US"/>
        </a:p>
      </dgm:t>
    </dgm:pt>
    <dgm:pt modelId="{56C52EE9-3C94-4374-AB6C-69D6C22043ED}">
      <dgm:prSet/>
      <dgm:spPr/>
      <dgm:t>
        <a:bodyPr/>
        <a:lstStyle/>
        <a:p>
          <a:pPr>
            <a:lnSpc>
              <a:spcPct val="100000"/>
            </a:lnSpc>
          </a:pPr>
          <a:r>
            <a:rPr lang="en-MY"/>
            <a:t>Infrastructure managed externally by cloud providers.</a:t>
          </a:r>
          <a:endParaRPr lang="en-US"/>
        </a:p>
      </dgm:t>
    </dgm:pt>
    <dgm:pt modelId="{7BB5C2E3-2DBD-47FC-82D0-101ABD95C5D3}" type="parTrans" cxnId="{7A5988C5-AC5E-4AC6-A2B1-7B98EFA8579E}">
      <dgm:prSet/>
      <dgm:spPr/>
      <dgm:t>
        <a:bodyPr/>
        <a:lstStyle/>
        <a:p>
          <a:endParaRPr lang="en-US"/>
        </a:p>
      </dgm:t>
    </dgm:pt>
    <dgm:pt modelId="{31637D24-5C5E-4611-AA13-7436365D0DAC}" type="sibTrans" cxnId="{7A5988C5-AC5E-4AC6-A2B1-7B98EFA8579E}">
      <dgm:prSet/>
      <dgm:spPr/>
      <dgm:t>
        <a:bodyPr/>
        <a:lstStyle/>
        <a:p>
          <a:endParaRPr lang="en-US"/>
        </a:p>
      </dgm:t>
    </dgm:pt>
    <dgm:pt modelId="{6AAD9B4D-F1C1-433F-BB2E-EE4CEDA6C278}">
      <dgm:prSet/>
      <dgm:spPr/>
      <dgm:t>
        <a:bodyPr/>
        <a:lstStyle/>
        <a:p>
          <a:pPr>
            <a:lnSpc>
              <a:spcPct val="100000"/>
            </a:lnSpc>
          </a:pPr>
          <a:r>
            <a:rPr lang="en-MY"/>
            <a:t>Follows a pay-as-you-go model.</a:t>
          </a:r>
          <a:endParaRPr lang="en-US"/>
        </a:p>
      </dgm:t>
    </dgm:pt>
    <dgm:pt modelId="{5052A9D1-5C25-437D-A22A-E1D02792AF16}" type="parTrans" cxnId="{4B3F697D-C7C6-4B2B-AF71-596E78028D8F}">
      <dgm:prSet/>
      <dgm:spPr/>
      <dgm:t>
        <a:bodyPr/>
        <a:lstStyle/>
        <a:p>
          <a:endParaRPr lang="en-US"/>
        </a:p>
      </dgm:t>
    </dgm:pt>
    <dgm:pt modelId="{4140C3BE-E9EE-4F94-BCAA-669811C57E4A}" type="sibTrans" cxnId="{4B3F697D-C7C6-4B2B-AF71-596E78028D8F}">
      <dgm:prSet/>
      <dgm:spPr/>
      <dgm:t>
        <a:bodyPr/>
        <a:lstStyle/>
        <a:p>
          <a:endParaRPr lang="en-US"/>
        </a:p>
      </dgm:t>
    </dgm:pt>
    <dgm:pt modelId="{3AE27023-3BB2-483E-AFB1-B0C7B1F5BAE0}">
      <dgm:prSet/>
      <dgm:spPr/>
      <dgm:t>
        <a:bodyPr/>
        <a:lstStyle/>
        <a:p>
          <a:pPr>
            <a:lnSpc>
              <a:spcPct val="100000"/>
            </a:lnSpc>
          </a:pPr>
          <a:r>
            <a:rPr lang="en-MY"/>
            <a:t>High scalability and flexibility.</a:t>
          </a:r>
          <a:endParaRPr lang="en-US"/>
        </a:p>
      </dgm:t>
    </dgm:pt>
    <dgm:pt modelId="{52FC3A02-B813-4B21-8D43-D7FE1EAB919C}" type="parTrans" cxnId="{D385AD7A-5367-466C-B356-12E68F3BEC1B}">
      <dgm:prSet/>
      <dgm:spPr/>
      <dgm:t>
        <a:bodyPr/>
        <a:lstStyle/>
        <a:p>
          <a:endParaRPr lang="en-US"/>
        </a:p>
      </dgm:t>
    </dgm:pt>
    <dgm:pt modelId="{C3D4A580-2CDA-43C2-A522-B5BC50560BCA}" type="sibTrans" cxnId="{D385AD7A-5367-466C-B356-12E68F3BEC1B}">
      <dgm:prSet/>
      <dgm:spPr/>
      <dgm:t>
        <a:bodyPr/>
        <a:lstStyle/>
        <a:p>
          <a:endParaRPr lang="en-US"/>
        </a:p>
      </dgm:t>
    </dgm:pt>
    <dgm:pt modelId="{7E9FDC59-9B0B-4958-BD2A-9D8F1CB7ABB8}" type="pres">
      <dgm:prSet presAssocID="{4A82455D-08D9-4AC1-A59F-5D9B1E7A2C54}" presName="root" presStyleCnt="0">
        <dgm:presLayoutVars>
          <dgm:dir/>
          <dgm:resizeHandles val="exact"/>
        </dgm:presLayoutVars>
      </dgm:prSet>
      <dgm:spPr/>
    </dgm:pt>
    <dgm:pt modelId="{09C6EFAD-544C-43AA-A7FA-7E9F0490F05D}" type="pres">
      <dgm:prSet presAssocID="{5B6BBCD2-CFBE-4AEF-9463-A1EAE4FC42FA}" presName="compNode" presStyleCnt="0"/>
      <dgm:spPr/>
    </dgm:pt>
    <dgm:pt modelId="{4271EF17-AD5D-4817-8E27-50B5229957FF}" type="pres">
      <dgm:prSet presAssocID="{5B6BBCD2-CFBE-4AEF-9463-A1EAE4FC42F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890E9525-75B5-4D75-9A79-85C883D9734B}" type="pres">
      <dgm:prSet presAssocID="{5B6BBCD2-CFBE-4AEF-9463-A1EAE4FC42FA}" presName="iconSpace" presStyleCnt="0"/>
      <dgm:spPr/>
    </dgm:pt>
    <dgm:pt modelId="{6D236EBF-B69B-4EE9-B551-C93BB7A5CD68}" type="pres">
      <dgm:prSet presAssocID="{5B6BBCD2-CFBE-4AEF-9463-A1EAE4FC42FA}" presName="parTx" presStyleLbl="revTx" presStyleIdx="0" presStyleCnt="4">
        <dgm:presLayoutVars>
          <dgm:chMax val="0"/>
          <dgm:chPref val="0"/>
        </dgm:presLayoutVars>
      </dgm:prSet>
      <dgm:spPr/>
    </dgm:pt>
    <dgm:pt modelId="{6C1F978A-F298-48E8-9A94-1F8465F18945}" type="pres">
      <dgm:prSet presAssocID="{5B6BBCD2-CFBE-4AEF-9463-A1EAE4FC42FA}" presName="txSpace" presStyleCnt="0"/>
      <dgm:spPr/>
    </dgm:pt>
    <dgm:pt modelId="{D7F5AF9F-BDA5-46A0-AC7B-685CB24BB9FB}" type="pres">
      <dgm:prSet presAssocID="{5B6BBCD2-CFBE-4AEF-9463-A1EAE4FC42FA}" presName="desTx" presStyleLbl="revTx" presStyleIdx="1" presStyleCnt="4">
        <dgm:presLayoutVars/>
      </dgm:prSet>
      <dgm:spPr/>
    </dgm:pt>
    <dgm:pt modelId="{CE4EBDA4-901C-4EB0-B9D8-421F3B0591F8}" type="pres">
      <dgm:prSet presAssocID="{84684872-4493-436E-9417-6FC15D3ACD21}" presName="sibTrans" presStyleCnt="0"/>
      <dgm:spPr/>
    </dgm:pt>
    <dgm:pt modelId="{C864DAEC-24D4-4737-8CFB-6C455137D178}" type="pres">
      <dgm:prSet presAssocID="{8CA02FF9-6840-404B-ACAE-3D9ABC1F4A7B}" presName="compNode" presStyleCnt="0"/>
      <dgm:spPr/>
    </dgm:pt>
    <dgm:pt modelId="{48362DB9-E0A9-4F16-B30A-A1018FFA446F}" type="pres">
      <dgm:prSet presAssocID="{8CA02FF9-6840-404B-ACAE-3D9ABC1F4A7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oud"/>
        </a:ext>
      </dgm:extLst>
    </dgm:pt>
    <dgm:pt modelId="{BA3B6C39-B6CC-4D58-9D2F-26B62665CAFC}" type="pres">
      <dgm:prSet presAssocID="{8CA02FF9-6840-404B-ACAE-3D9ABC1F4A7B}" presName="iconSpace" presStyleCnt="0"/>
      <dgm:spPr/>
    </dgm:pt>
    <dgm:pt modelId="{74B5A6CF-3E8E-4D1F-BA67-C2540651F195}" type="pres">
      <dgm:prSet presAssocID="{8CA02FF9-6840-404B-ACAE-3D9ABC1F4A7B}" presName="parTx" presStyleLbl="revTx" presStyleIdx="2" presStyleCnt="4">
        <dgm:presLayoutVars>
          <dgm:chMax val="0"/>
          <dgm:chPref val="0"/>
        </dgm:presLayoutVars>
      </dgm:prSet>
      <dgm:spPr/>
    </dgm:pt>
    <dgm:pt modelId="{E8300973-227B-4189-87FA-35C150066F7D}" type="pres">
      <dgm:prSet presAssocID="{8CA02FF9-6840-404B-ACAE-3D9ABC1F4A7B}" presName="txSpace" presStyleCnt="0"/>
      <dgm:spPr/>
    </dgm:pt>
    <dgm:pt modelId="{21191E35-37B0-4176-A4F6-BEB244BE48B2}" type="pres">
      <dgm:prSet presAssocID="{8CA02FF9-6840-404B-ACAE-3D9ABC1F4A7B}" presName="desTx" presStyleLbl="revTx" presStyleIdx="3" presStyleCnt="4">
        <dgm:presLayoutVars/>
      </dgm:prSet>
      <dgm:spPr/>
    </dgm:pt>
  </dgm:ptLst>
  <dgm:cxnLst>
    <dgm:cxn modelId="{784CE912-5FF2-4553-8A07-A7A59F5FD74F}" type="presOf" srcId="{56C52EE9-3C94-4374-AB6C-69D6C22043ED}" destId="{21191E35-37B0-4176-A4F6-BEB244BE48B2}" srcOrd="0" destOrd="0" presId="urn:microsoft.com/office/officeart/2018/2/layout/IconLabelDescriptionList"/>
    <dgm:cxn modelId="{2FA4F116-09AC-4219-96A8-DA64BB66C2D8}" type="presOf" srcId="{F42F5247-DE02-419B-A2AD-019DFBCB5895}" destId="{D7F5AF9F-BDA5-46A0-AC7B-685CB24BB9FB}" srcOrd="0" destOrd="2" presId="urn:microsoft.com/office/officeart/2018/2/layout/IconLabelDescriptionList"/>
    <dgm:cxn modelId="{734E4C22-5DCE-4DE9-AB5B-B78E12372C38}" srcId="{5B6BBCD2-CFBE-4AEF-9463-A1EAE4FC42FA}" destId="{91E40432-3695-4743-BE93-2530C84E6249}" srcOrd="1" destOrd="0" parTransId="{30C3DE17-5DAD-466F-BAB3-1EC9077CC503}" sibTransId="{5D37FDC6-3CF0-4588-8694-7B5233636C5B}"/>
    <dgm:cxn modelId="{DEF0CF22-5D93-4489-BE65-211D1AF91887}" type="presOf" srcId="{91E40432-3695-4743-BE93-2530C84E6249}" destId="{D7F5AF9F-BDA5-46A0-AC7B-685CB24BB9FB}" srcOrd="0" destOrd="1" presId="urn:microsoft.com/office/officeart/2018/2/layout/IconLabelDescriptionList"/>
    <dgm:cxn modelId="{4B790534-A82F-4F4C-82AD-04A0E50A96C4}" type="presOf" srcId="{6AAD9B4D-F1C1-433F-BB2E-EE4CEDA6C278}" destId="{21191E35-37B0-4176-A4F6-BEB244BE48B2}" srcOrd="0" destOrd="1" presId="urn:microsoft.com/office/officeart/2018/2/layout/IconLabelDescriptionList"/>
    <dgm:cxn modelId="{9120E841-5635-432C-A1F6-0D12F64FD6CD}" srcId="{5B6BBCD2-CFBE-4AEF-9463-A1EAE4FC42FA}" destId="{F42F5247-DE02-419B-A2AD-019DFBCB5895}" srcOrd="2" destOrd="0" parTransId="{ECA4B371-A2CC-4FA5-BCE0-D0512D702212}" sibTransId="{BF9762E5-E300-4C75-8A88-55240FD6B02F}"/>
    <dgm:cxn modelId="{D1C6BA65-13D8-43ED-BDE2-A3D7EAEA437E}" type="presOf" srcId="{D9198E1A-FDF0-40BE-94B2-689F8452E332}" destId="{D7F5AF9F-BDA5-46A0-AC7B-685CB24BB9FB}" srcOrd="0" destOrd="0" presId="urn:microsoft.com/office/officeart/2018/2/layout/IconLabelDescriptionList"/>
    <dgm:cxn modelId="{DB16AB6D-85F8-46F1-8200-1B08950EE094}" type="presOf" srcId="{5B6BBCD2-CFBE-4AEF-9463-A1EAE4FC42FA}" destId="{6D236EBF-B69B-4EE9-B551-C93BB7A5CD68}" srcOrd="0" destOrd="0" presId="urn:microsoft.com/office/officeart/2018/2/layout/IconLabelDescriptionList"/>
    <dgm:cxn modelId="{798B0957-8618-40A1-8186-300C2DB7C1AF}" srcId="{5B6BBCD2-CFBE-4AEF-9463-A1EAE4FC42FA}" destId="{D9198E1A-FDF0-40BE-94B2-689F8452E332}" srcOrd="0" destOrd="0" parTransId="{29E85D2D-D55F-4C3F-B1D8-647161AF9B5C}" sibTransId="{E647A7FD-0C95-48D1-AF16-8555D76EDC14}"/>
    <dgm:cxn modelId="{B662A97A-7A10-46D0-8357-59674A8BA73F}" srcId="{4A82455D-08D9-4AC1-A59F-5D9B1E7A2C54}" destId="{5B6BBCD2-CFBE-4AEF-9463-A1EAE4FC42FA}" srcOrd="0" destOrd="0" parTransId="{88482CBF-709E-4C58-B294-D5B5817420B6}" sibTransId="{84684872-4493-436E-9417-6FC15D3ACD21}"/>
    <dgm:cxn modelId="{D385AD7A-5367-466C-B356-12E68F3BEC1B}" srcId="{8CA02FF9-6840-404B-ACAE-3D9ABC1F4A7B}" destId="{3AE27023-3BB2-483E-AFB1-B0C7B1F5BAE0}" srcOrd="2" destOrd="0" parTransId="{52FC3A02-B813-4B21-8D43-D7FE1EAB919C}" sibTransId="{C3D4A580-2CDA-43C2-A522-B5BC50560BCA}"/>
    <dgm:cxn modelId="{4B3F697D-C7C6-4B2B-AF71-596E78028D8F}" srcId="{8CA02FF9-6840-404B-ACAE-3D9ABC1F4A7B}" destId="{6AAD9B4D-F1C1-433F-BB2E-EE4CEDA6C278}" srcOrd="1" destOrd="0" parTransId="{5052A9D1-5C25-437D-A22A-E1D02792AF16}" sibTransId="{4140C3BE-E9EE-4F94-BCAA-669811C57E4A}"/>
    <dgm:cxn modelId="{CFFAADAA-A38F-49DD-8403-F7147154D451}" type="presOf" srcId="{4A82455D-08D9-4AC1-A59F-5D9B1E7A2C54}" destId="{7E9FDC59-9B0B-4958-BD2A-9D8F1CB7ABB8}" srcOrd="0" destOrd="0" presId="urn:microsoft.com/office/officeart/2018/2/layout/IconLabelDescriptionList"/>
    <dgm:cxn modelId="{0EF0DEB5-7E96-433C-98F8-CAEC4113DE71}" type="presOf" srcId="{3AE27023-3BB2-483E-AFB1-B0C7B1F5BAE0}" destId="{21191E35-37B0-4176-A4F6-BEB244BE48B2}" srcOrd="0" destOrd="2" presId="urn:microsoft.com/office/officeart/2018/2/layout/IconLabelDescriptionList"/>
    <dgm:cxn modelId="{7A5988C5-AC5E-4AC6-A2B1-7B98EFA8579E}" srcId="{8CA02FF9-6840-404B-ACAE-3D9ABC1F4A7B}" destId="{56C52EE9-3C94-4374-AB6C-69D6C22043ED}" srcOrd="0" destOrd="0" parTransId="{7BB5C2E3-2DBD-47FC-82D0-101ABD95C5D3}" sibTransId="{31637D24-5C5E-4611-AA13-7436365D0DAC}"/>
    <dgm:cxn modelId="{0D391BD4-069A-464A-B84F-0A810B153C39}" type="presOf" srcId="{8CA02FF9-6840-404B-ACAE-3D9ABC1F4A7B}" destId="{74B5A6CF-3E8E-4D1F-BA67-C2540651F195}" srcOrd="0" destOrd="0" presId="urn:microsoft.com/office/officeart/2018/2/layout/IconLabelDescriptionList"/>
    <dgm:cxn modelId="{8F2430D5-1199-450F-AFBA-99D51CA1BC4A}" srcId="{4A82455D-08D9-4AC1-A59F-5D9B1E7A2C54}" destId="{8CA02FF9-6840-404B-ACAE-3D9ABC1F4A7B}" srcOrd="1" destOrd="0" parTransId="{F15FBB9A-9213-42C1-B024-0C19EEAD494F}" sibTransId="{55F32A75-3486-4279-912B-71EEAE6E15EE}"/>
    <dgm:cxn modelId="{08A05DC0-15CB-42D1-BB24-299E89923824}" type="presParOf" srcId="{7E9FDC59-9B0B-4958-BD2A-9D8F1CB7ABB8}" destId="{09C6EFAD-544C-43AA-A7FA-7E9F0490F05D}" srcOrd="0" destOrd="0" presId="urn:microsoft.com/office/officeart/2018/2/layout/IconLabelDescriptionList"/>
    <dgm:cxn modelId="{6C71E13A-C2EA-4F04-B1C3-B2517C234D47}" type="presParOf" srcId="{09C6EFAD-544C-43AA-A7FA-7E9F0490F05D}" destId="{4271EF17-AD5D-4817-8E27-50B5229957FF}" srcOrd="0" destOrd="0" presId="urn:microsoft.com/office/officeart/2018/2/layout/IconLabelDescriptionList"/>
    <dgm:cxn modelId="{38FB502C-144F-4622-AEC6-0E10AC68DBFA}" type="presParOf" srcId="{09C6EFAD-544C-43AA-A7FA-7E9F0490F05D}" destId="{890E9525-75B5-4D75-9A79-85C883D9734B}" srcOrd="1" destOrd="0" presId="urn:microsoft.com/office/officeart/2018/2/layout/IconLabelDescriptionList"/>
    <dgm:cxn modelId="{B8F386F2-EC6F-47CD-8FEC-A6230BAC051D}" type="presParOf" srcId="{09C6EFAD-544C-43AA-A7FA-7E9F0490F05D}" destId="{6D236EBF-B69B-4EE9-B551-C93BB7A5CD68}" srcOrd="2" destOrd="0" presId="urn:microsoft.com/office/officeart/2018/2/layout/IconLabelDescriptionList"/>
    <dgm:cxn modelId="{AC5CDD6B-0276-499C-BFC2-3DD6D2A9A404}" type="presParOf" srcId="{09C6EFAD-544C-43AA-A7FA-7E9F0490F05D}" destId="{6C1F978A-F298-48E8-9A94-1F8465F18945}" srcOrd="3" destOrd="0" presId="urn:microsoft.com/office/officeart/2018/2/layout/IconLabelDescriptionList"/>
    <dgm:cxn modelId="{09D20B7C-F5DA-4BD1-A32C-E28363683A01}" type="presParOf" srcId="{09C6EFAD-544C-43AA-A7FA-7E9F0490F05D}" destId="{D7F5AF9F-BDA5-46A0-AC7B-685CB24BB9FB}" srcOrd="4" destOrd="0" presId="urn:microsoft.com/office/officeart/2018/2/layout/IconLabelDescriptionList"/>
    <dgm:cxn modelId="{9B51A398-8259-4BE9-9FC6-3110D8F663A4}" type="presParOf" srcId="{7E9FDC59-9B0B-4958-BD2A-9D8F1CB7ABB8}" destId="{CE4EBDA4-901C-4EB0-B9D8-421F3B0591F8}" srcOrd="1" destOrd="0" presId="urn:microsoft.com/office/officeart/2018/2/layout/IconLabelDescriptionList"/>
    <dgm:cxn modelId="{C0F51146-B7BF-4ABA-8B21-B9DC07AA8F09}" type="presParOf" srcId="{7E9FDC59-9B0B-4958-BD2A-9D8F1CB7ABB8}" destId="{C864DAEC-24D4-4737-8CFB-6C455137D178}" srcOrd="2" destOrd="0" presId="urn:microsoft.com/office/officeart/2018/2/layout/IconLabelDescriptionList"/>
    <dgm:cxn modelId="{05E8B710-2D13-47C5-8C09-7CFA76A85A61}" type="presParOf" srcId="{C864DAEC-24D4-4737-8CFB-6C455137D178}" destId="{48362DB9-E0A9-4F16-B30A-A1018FFA446F}" srcOrd="0" destOrd="0" presId="urn:microsoft.com/office/officeart/2018/2/layout/IconLabelDescriptionList"/>
    <dgm:cxn modelId="{A3AAE186-A010-4B8D-9625-219469DE5124}" type="presParOf" srcId="{C864DAEC-24D4-4737-8CFB-6C455137D178}" destId="{BA3B6C39-B6CC-4D58-9D2F-26B62665CAFC}" srcOrd="1" destOrd="0" presId="urn:microsoft.com/office/officeart/2018/2/layout/IconLabelDescriptionList"/>
    <dgm:cxn modelId="{A282BF3E-5CB9-4F60-9AC9-3CE1309D5920}" type="presParOf" srcId="{C864DAEC-24D4-4737-8CFB-6C455137D178}" destId="{74B5A6CF-3E8E-4D1F-BA67-C2540651F195}" srcOrd="2" destOrd="0" presId="urn:microsoft.com/office/officeart/2018/2/layout/IconLabelDescriptionList"/>
    <dgm:cxn modelId="{4AEB9F45-147B-4CB8-B94F-BC16EEE31888}" type="presParOf" srcId="{C864DAEC-24D4-4737-8CFB-6C455137D178}" destId="{E8300973-227B-4189-87FA-35C150066F7D}" srcOrd="3" destOrd="0" presId="urn:microsoft.com/office/officeart/2018/2/layout/IconLabelDescriptionList"/>
    <dgm:cxn modelId="{8C22B2B3-A35D-442C-930D-A6297F0D3C1A}" type="presParOf" srcId="{C864DAEC-24D4-4737-8CFB-6C455137D178}" destId="{21191E35-37B0-4176-A4F6-BEB244BE48B2}"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E53A2A-37C0-4EF9-8059-5C030CA9787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DBE5A68-6E7A-4EE5-850A-733A9B41B6B3}">
      <dgm:prSet/>
      <dgm:spPr/>
      <dgm:t>
        <a:bodyPr/>
        <a:lstStyle/>
        <a:p>
          <a:r>
            <a:rPr lang="en-MY" b="1"/>
            <a:t>Portals:</a:t>
          </a:r>
          <a:r>
            <a:rPr lang="en-MY"/>
            <a:t> Web-based dashboards for cloud service management (e.g., AWS Management Console).</a:t>
          </a:r>
          <a:endParaRPr lang="en-US"/>
        </a:p>
      </dgm:t>
    </dgm:pt>
    <dgm:pt modelId="{5401380A-A3E7-4789-A46D-9AA7C20C0856}" type="parTrans" cxnId="{BDA09885-0F43-4BC3-A4F5-E9A8F19C474D}">
      <dgm:prSet/>
      <dgm:spPr/>
      <dgm:t>
        <a:bodyPr/>
        <a:lstStyle/>
        <a:p>
          <a:endParaRPr lang="en-US"/>
        </a:p>
      </dgm:t>
    </dgm:pt>
    <dgm:pt modelId="{4B0AD065-9CE5-4E5B-BEEE-5DCAD976781D}" type="sibTrans" cxnId="{BDA09885-0F43-4BC3-A4F5-E9A8F19C474D}">
      <dgm:prSet/>
      <dgm:spPr/>
      <dgm:t>
        <a:bodyPr/>
        <a:lstStyle/>
        <a:p>
          <a:endParaRPr lang="en-US"/>
        </a:p>
      </dgm:t>
    </dgm:pt>
    <dgm:pt modelId="{81ABDD6C-4C63-47B5-8364-FCF65DEBF0AC}">
      <dgm:prSet/>
      <dgm:spPr/>
      <dgm:t>
        <a:bodyPr/>
        <a:lstStyle/>
        <a:p>
          <a:r>
            <a:rPr lang="en-MY" b="1"/>
            <a:t>APIs:</a:t>
          </a:r>
          <a:r>
            <a:rPr lang="en-MY"/>
            <a:t> Programmatic access for automated tasks and integrations.</a:t>
          </a:r>
          <a:endParaRPr lang="en-US"/>
        </a:p>
      </dgm:t>
    </dgm:pt>
    <dgm:pt modelId="{D9D00E09-CC8E-4153-9796-1DBEA0314E72}" type="parTrans" cxnId="{37109FED-AE3A-4719-B40F-B16B07F8E74E}">
      <dgm:prSet/>
      <dgm:spPr/>
      <dgm:t>
        <a:bodyPr/>
        <a:lstStyle/>
        <a:p>
          <a:endParaRPr lang="en-US"/>
        </a:p>
      </dgm:t>
    </dgm:pt>
    <dgm:pt modelId="{96CE472E-96BE-45D5-8E77-9E7913BD986D}" type="sibTrans" cxnId="{37109FED-AE3A-4719-B40F-B16B07F8E74E}">
      <dgm:prSet/>
      <dgm:spPr/>
      <dgm:t>
        <a:bodyPr/>
        <a:lstStyle/>
        <a:p>
          <a:endParaRPr lang="en-US"/>
        </a:p>
      </dgm:t>
    </dgm:pt>
    <dgm:pt modelId="{CE7B63EB-4CBB-4DBD-B8C7-3CA13F283EC2}">
      <dgm:prSet/>
      <dgm:spPr/>
      <dgm:t>
        <a:bodyPr/>
        <a:lstStyle/>
        <a:p>
          <a:r>
            <a:rPr lang="en-MY" b="1"/>
            <a:t>SDKs:</a:t>
          </a:r>
          <a:r>
            <a:rPr lang="en-MY"/>
            <a:t> Language-specific libraries (e.g., AWS SDK for Python, Azure SDK for Java).</a:t>
          </a:r>
          <a:endParaRPr lang="en-US"/>
        </a:p>
      </dgm:t>
    </dgm:pt>
    <dgm:pt modelId="{DD85D110-BB18-4310-AD5C-14B480B4613A}" type="parTrans" cxnId="{9248CF92-A652-4AEA-91D4-CB130938C93B}">
      <dgm:prSet/>
      <dgm:spPr/>
      <dgm:t>
        <a:bodyPr/>
        <a:lstStyle/>
        <a:p>
          <a:endParaRPr lang="en-US"/>
        </a:p>
      </dgm:t>
    </dgm:pt>
    <dgm:pt modelId="{628368B6-CE01-4217-8541-9544939EE90D}" type="sibTrans" cxnId="{9248CF92-A652-4AEA-91D4-CB130938C93B}">
      <dgm:prSet/>
      <dgm:spPr/>
      <dgm:t>
        <a:bodyPr/>
        <a:lstStyle/>
        <a:p>
          <a:endParaRPr lang="en-US"/>
        </a:p>
      </dgm:t>
    </dgm:pt>
    <dgm:pt modelId="{199A197F-8629-4136-997A-856092D9789C}" type="pres">
      <dgm:prSet presAssocID="{4AE53A2A-37C0-4EF9-8059-5C030CA97872}" presName="root" presStyleCnt="0">
        <dgm:presLayoutVars>
          <dgm:dir/>
          <dgm:resizeHandles val="exact"/>
        </dgm:presLayoutVars>
      </dgm:prSet>
      <dgm:spPr/>
    </dgm:pt>
    <dgm:pt modelId="{F312910C-F6FB-4E8B-8BA1-32D69268A75C}" type="pres">
      <dgm:prSet presAssocID="{FDBE5A68-6E7A-4EE5-850A-733A9B41B6B3}" presName="compNode" presStyleCnt="0"/>
      <dgm:spPr/>
    </dgm:pt>
    <dgm:pt modelId="{FF61DEBC-0289-4520-840F-D0F4832EACAA}" type="pres">
      <dgm:prSet presAssocID="{FDBE5A68-6E7A-4EE5-850A-733A9B41B6B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06DAA61C-E8D9-4BB3-8976-2CFEC079B610}" type="pres">
      <dgm:prSet presAssocID="{FDBE5A68-6E7A-4EE5-850A-733A9B41B6B3}" presName="spaceRect" presStyleCnt="0"/>
      <dgm:spPr/>
    </dgm:pt>
    <dgm:pt modelId="{8874E730-44EC-4302-AD42-C6BE762F4889}" type="pres">
      <dgm:prSet presAssocID="{FDBE5A68-6E7A-4EE5-850A-733A9B41B6B3}" presName="textRect" presStyleLbl="revTx" presStyleIdx="0" presStyleCnt="3">
        <dgm:presLayoutVars>
          <dgm:chMax val="1"/>
          <dgm:chPref val="1"/>
        </dgm:presLayoutVars>
      </dgm:prSet>
      <dgm:spPr/>
    </dgm:pt>
    <dgm:pt modelId="{DD84460E-951D-4BC3-BD15-1EC8C18D0059}" type="pres">
      <dgm:prSet presAssocID="{4B0AD065-9CE5-4E5B-BEEE-5DCAD976781D}" presName="sibTrans" presStyleCnt="0"/>
      <dgm:spPr/>
    </dgm:pt>
    <dgm:pt modelId="{55809638-B7EF-46DB-B7D0-0343B765F69C}" type="pres">
      <dgm:prSet presAssocID="{81ABDD6C-4C63-47B5-8364-FCF65DEBF0AC}" presName="compNode" presStyleCnt="0"/>
      <dgm:spPr/>
    </dgm:pt>
    <dgm:pt modelId="{7C16CE98-895B-4151-ABF7-0AC4E6BE3B02}" type="pres">
      <dgm:prSet presAssocID="{81ABDD6C-4C63-47B5-8364-FCF65DEBF0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7E029C1C-92EB-466B-9DD2-87AD651EC55F}" type="pres">
      <dgm:prSet presAssocID="{81ABDD6C-4C63-47B5-8364-FCF65DEBF0AC}" presName="spaceRect" presStyleCnt="0"/>
      <dgm:spPr/>
    </dgm:pt>
    <dgm:pt modelId="{ECE1EA07-9752-47C9-AF5E-DC58E7073E96}" type="pres">
      <dgm:prSet presAssocID="{81ABDD6C-4C63-47B5-8364-FCF65DEBF0AC}" presName="textRect" presStyleLbl="revTx" presStyleIdx="1" presStyleCnt="3">
        <dgm:presLayoutVars>
          <dgm:chMax val="1"/>
          <dgm:chPref val="1"/>
        </dgm:presLayoutVars>
      </dgm:prSet>
      <dgm:spPr/>
    </dgm:pt>
    <dgm:pt modelId="{ECB66986-0D0C-4CA7-8E7F-79457FE9C410}" type="pres">
      <dgm:prSet presAssocID="{96CE472E-96BE-45D5-8E77-9E7913BD986D}" presName="sibTrans" presStyleCnt="0"/>
      <dgm:spPr/>
    </dgm:pt>
    <dgm:pt modelId="{89FC024A-9C44-4012-B1AC-DE48A7121F44}" type="pres">
      <dgm:prSet presAssocID="{CE7B63EB-4CBB-4DBD-B8C7-3CA13F283EC2}" presName="compNode" presStyleCnt="0"/>
      <dgm:spPr/>
    </dgm:pt>
    <dgm:pt modelId="{F322BEFB-3302-4E29-8F3F-48C237555D33}" type="pres">
      <dgm:prSet presAssocID="{CE7B63EB-4CBB-4DBD-B8C7-3CA13F283EC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5DEEB743-3806-4118-BA32-60A4A13EFB7B}" type="pres">
      <dgm:prSet presAssocID="{CE7B63EB-4CBB-4DBD-B8C7-3CA13F283EC2}" presName="spaceRect" presStyleCnt="0"/>
      <dgm:spPr/>
    </dgm:pt>
    <dgm:pt modelId="{67561096-4D55-4B95-B38D-9EEEFC7734DF}" type="pres">
      <dgm:prSet presAssocID="{CE7B63EB-4CBB-4DBD-B8C7-3CA13F283EC2}" presName="textRect" presStyleLbl="revTx" presStyleIdx="2" presStyleCnt="3">
        <dgm:presLayoutVars>
          <dgm:chMax val="1"/>
          <dgm:chPref val="1"/>
        </dgm:presLayoutVars>
      </dgm:prSet>
      <dgm:spPr/>
    </dgm:pt>
  </dgm:ptLst>
  <dgm:cxnLst>
    <dgm:cxn modelId="{E7AD5931-0F9D-40DC-A337-41EA55D9606B}" type="presOf" srcId="{CE7B63EB-4CBB-4DBD-B8C7-3CA13F283EC2}" destId="{67561096-4D55-4B95-B38D-9EEEFC7734DF}" srcOrd="0" destOrd="0" presId="urn:microsoft.com/office/officeart/2018/2/layout/IconLabelList"/>
    <dgm:cxn modelId="{BDA09885-0F43-4BC3-A4F5-E9A8F19C474D}" srcId="{4AE53A2A-37C0-4EF9-8059-5C030CA97872}" destId="{FDBE5A68-6E7A-4EE5-850A-733A9B41B6B3}" srcOrd="0" destOrd="0" parTransId="{5401380A-A3E7-4789-A46D-9AA7C20C0856}" sibTransId="{4B0AD065-9CE5-4E5B-BEEE-5DCAD976781D}"/>
    <dgm:cxn modelId="{9248CF92-A652-4AEA-91D4-CB130938C93B}" srcId="{4AE53A2A-37C0-4EF9-8059-5C030CA97872}" destId="{CE7B63EB-4CBB-4DBD-B8C7-3CA13F283EC2}" srcOrd="2" destOrd="0" parTransId="{DD85D110-BB18-4310-AD5C-14B480B4613A}" sibTransId="{628368B6-CE01-4217-8541-9544939EE90D}"/>
    <dgm:cxn modelId="{D2862ABA-4E34-4457-AEBB-EEB73395DCA4}" type="presOf" srcId="{FDBE5A68-6E7A-4EE5-850A-733A9B41B6B3}" destId="{8874E730-44EC-4302-AD42-C6BE762F4889}" srcOrd="0" destOrd="0" presId="urn:microsoft.com/office/officeart/2018/2/layout/IconLabelList"/>
    <dgm:cxn modelId="{962DA8C6-FA6E-4181-967A-0E0EA5AC0794}" type="presOf" srcId="{4AE53A2A-37C0-4EF9-8059-5C030CA97872}" destId="{199A197F-8629-4136-997A-856092D9789C}" srcOrd="0" destOrd="0" presId="urn:microsoft.com/office/officeart/2018/2/layout/IconLabelList"/>
    <dgm:cxn modelId="{E6F48CE6-CBBB-4B63-AE55-718ABDD8F085}" type="presOf" srcId="{81ABDD6C-4C63-47B5-8364-FCF65DEBF0AC}" destId="{ECE1EA07-9752-47C9-AF5E-DC58E7073E96}" srcOrd="0" destOrd="0" presId="urn:microsoft.com/office/officeart/2018/2/layout/IconLabelList"/>
    <dgm:cxn modelId="{37109FED-AE3A-4719-B40F-B16B07F8E74E}" srcId="{4AE53A2A-37C0-4EF9-8059-5C030CA97872}" destId="{81ABDD6C-4C63-47B5-8364-FCF65DEBF0AC}" srcOrd="1" destOrd="0" parTransId="{D9D00E09-CC8E-4153-9796-1DBEA0314E72}" sibTransId="{96CE472E-96BE-45D5-8E77-9E7913BD986D}"/>
    <dgm:cxn modelId="{A7BFEDB3-357D-45B2-9F98-9A81440A6441}" type="presParOf" srcId="{199A197F-8629-4136-997A-856092D9789C}" destId="{F312910C-F6FB-4E8B-8BA1-32D69268A75C}" srcOrd="0" destOrd="0" presId="urn:microsoft.com/office/officeart/2018/2/layout/IconLabelList"/>
    <dgm:cxn modelId="{C075C794-6E18-47F6-9B79-7DBAD756E993}" type="presParOf" srcId="{F312910C-F6FB-4E8B-8BA1-32D69268A75C}" destId="{FF61DEBC-0289-4520-840F-D0F4832EACAA}" srcOrd="0" destOrd="0" presId="urn:microsoft.com/office/officeart/2018/2/layout/IconLabelList"/>
    <dgm:cxn modelId="{E389B782-B79A-41A2-B94B-75D07B89002A}" type="presParOf" srcId="{F312910C-F6FB-4E8B-8BA1-32D69268A75C}" destId="{06DAA61C-E8D9-4BB3-8976-2CFEC079B610}" srcOrd="1" destOrd="0" presId="urn:microsoft.com/office/officeart/2018/2/layout/IconLabelList"/>
    <dgm:cxn modelId="{358A506B-4C35-47D5-8945-A985D316DCEC}" type="presParOf" srcId="{F312910C-F6FB-4E8B-8BA1-32D69268A75C}" destId="{8874E730-44EC-4302-AD42-C6BE762F4889}" srcOrd="2" destOrd="0" presId="urn:microsoft.com/office/officeart/2018/2/layout/IconLabelList"/>
    <dgm:cxn modelId="{86993FB6-99AA-4807-9648-82228DDBEEC3}" type="presParOf" srcId="{199A197F-8629-4136-997A-856092D9789C}" destId="{DD84460E-951D-4BC3-BD15-1EC8C18D0059}" srcOrd="1" destOrd="0" presId="urn:microsoft.com/office/officeart/2018/2/layout/IconLabelList"/>
    <dgm:cxn modelId="{4FABFBBD-935A-4DD6-AB83-600C256DDB52}" type="presParOf" srcId="{199A197F-8629-4136-997A-856092D9789C}" destId="{55809638-B7EF-46DB-B7D0-0343B765F69C}" srcOrd="2" destOrd="0" presId="urn:microsoft.com/office/officeart/2018/2/layout/IconLabelList"/>
    <dgm:cxn modelId="{10BB3134-3ECA-43F1-935F-03CF0C26E025}" type="presParOf" srcId="{55809638-B7EF-46DB-B7D0-0343B765F69C}" destId="{7C16CE98-895B-4151-ABF7-0AC4E6BE3B02}" srcOrd="0" destOrd="0" presId="urn:microsoft.com/office/officeart/2018/2/layout/IconLabelList"/>
    <dgm:cxn modelId="{57D36E33-FB96-4D9B-9651-A2B67DEE25A7}" type="presParOf" srcId="{55809638-B7EF-46DB-B7D0-0343B765F69C}" destId="{7E029C1C-92EB-466B-9DD2-87AD651EC55F}" srcOrd="1" destOrd="0" presId="urn:microsoft.com/office/officeart/2018/2/layout/IconLabelList"/>
    <dgm:cxn modelId="{6CF2FB6E-FB44-429D-8D87-9C10A1476676}" type="presParOf" srcId="{55809638-B7EF-46DB-B7D0-0343B765F69C}" destId="{ECE1EA07-9752-47C9-AF5E-DC58E7073E96}" srcOrd="2" destOrd="0" presId="urn:microsoft.com/office/officeart/2018/2/layout/IconLabelList"/>
    <dgm:cxn modelId="{ACD910E4-62EF-4D7B-91BB-C324A09AA891}" type="presParOf" srcId="{199A197F-8629-4136-997A-856092D9789C}" destId="{ECB66986-0D0C-4CA7-8E7F-79457FE9C410}" srcOrd="3" destOrd="0" presId="urn:microsoft.com/office/officeart/2018/2/layout/IconLabelList"/>
    <dgm:cxn modelId="{9CCDCA3E-CE25-4EDF-92C1-EB7310DE6514}" type="presParOf" srcId="{199A197F-8629-4136-997A-856092D9789C}" destId="{89FC024A-9C44-4012-B1AC-DE48A7121F44}" srcOrd="4" destOrd="0" presId="urn:microsoft.com/office/officeart/2018/2/layout/IconLabelList"/>
    <dgm:cxn modelId="{EEC2354F-3E7D-46A8-A30C-18FFB829C395}" type="presParOf" srcId="{89FC024A-9C44-4012-B1AC-DE48A7121F44}" destId="{F322BEFB-3302-4E29-8F3F-48C237555D33}" srcOrd="0" destOrd="0" presId="urn:microsoft.com/office/officeart/2018/2/layout/IconLabelList"/>
    <dgm:cxn modelId="{BECDC7D8-7F4C-43D3-8D79-6169E3A425BA}" type="presParOf" srcId="{89FC024A-9C44-4012-B1AC-DE48A7121F44}" destId="{5DEEB743-3806-4118-BA32-60A4A13EFB7B}" srcOrd="1" destOrd="0" presId="urn:microsoft.com/office/officeart/2018/2/layout/IconLabelList"/>
    <dgm:cxn modelId="{B069274D-356E-40CE-ADC2-C100256326B8}" type="presParOf" srcId="{89FC024A-9C44-4012-B1AC-DE48A7121F44}" destId="{67561096-4D55-4B95-B38D-9EEEFC7734D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3454D7-EBA7-4711-BF5C-61930D0CA570}"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6B2E0037-E706-4F68-BEF0-F7EC3E9E39BD}">
      <dgm:prSet/>
      <dgm:spPr/>
      <dgm:t>
        <a:bodyPr/>
        <a:lstStyle/>
        <a:p>
          <a:r>
            <a:rPr lang="en-MY" b="1"/>
            <a:t>Elasticity</a:t>
          </a:r>
          <a:endParaRPr lang="en-US"/>
        </a:p>
      </dgm:t>
    </dgm:pt>
    <dgm:pt modelId="{B8C6BAD5-F4B9-4D93-9ADA-3275067CF61C}" type="parTrans" cxnId="{A7537649-620D-49F3-8A5B-7F5210C7263F}">
      <dgm:prSet/>
      <dgm:spPr/>
      <dgm:t>
        <a:bodyPr/>
        <a:lstStyle/>
        <a:p>
          <a:endParaRPr lang="en-US"/>
        </a:p>
      </dgm:t>
    </dgm:pt>
    <dgm:pt modelId="{1AF02384-A349-457F-B032-3432DA23A52D}" type="sibTrans" cxnId="{A7537649-620D-49F3-8A5B-7F5210C7263F}">
      <dgm:prSet/>
      <dgm:spPr/>
      <dgm:t>
        <a:bodyPr/>
        <a:lstStyle/>
        <a:p>
          <a:endParaRPr lang="en-US"/>
        </a:p>
      </dgm:t>
    </dgm:pt>
    <dgm:pt modelId="{04B4301A-8978-4A75-A8F6-D2A8E57F3126}">
      <dgm:prSet/>
      <dgm:spPr/>
      <dgm:t>
        <a:bodyPr/>
        <a:lstStyle/>
        <a:p>
          <a:r>
            <a:rPr lang="en-MY" b="1"/>
            <a:t>Multi-Tenancy</a:t>
          </a:r>
          <a:endParaRPr lang="en-US"/>
        </a:p>
      </dgm:t>
    </dgm:pt>
    <dgm:pt modelId="{F5346D39-C5EC-472E-8B2D-64ABCE8FB897}" type="parTrans" cxnId="{07EA446A-A879-47D3-9DFE-7A813390B91A}">
      <dgm:prSet/>
      <dgm:spPr/>
      <dgm:t>
        <a:bodyPr/>
        <a:lstStyle/>
        <a:p>
          <a:endParaRPr lang="en-US"/>
        </a:p>
      </dgm:t>
    </dgm:pt>
    <dgm:pt modelId="{7F0419D4-0A4C-4DA9-8631-39D2EA0150CF}" type="sibTrans" cxnId="{07EA446A-A879-47D3-9DFE-7A813390B91A}">
      <dgm:prSet/>
      <dgm:spPr/>
      <dgm:t>
        <a:bodyPr/>
        <a:lstStyle/>
        <a:p>
          <a:endParaRPr lang="en-US"/>
        </a:p>
      </dgm:t>
    </dgm:pt>
    <dgm:pt modelId="{7F1A660D-507E-4DFD-AEE0-42258B0C0F52}">
      <dgm:prSet/>
      <dgm:spPr/>
      <dgm:t>
        <a:bodyPr/>
        <a:lstStyle/>
        <a:p>
          <a:r>
            <a:rPr lang="en-MY" b="1"/>
            <a:t>On-Demand Access</a:t>
          </a:r>
          <a:endParaRPr lang="en-US"/>
        </a:p>
      </dgm:t>
    </dgm:pt>
    <dgm:pt modelId="{4C05680D-31A6-4482-B0C4-4F86E4EF1864}" type="parTrans" cxnId="{DD201984-E36F-45CE-B5D0-D015082A0E61}">
      <dgm:prSet/>
      <dgm:spPr/>
      <dgm:t>
        <a:bodyPr/>
        <a:lstStyle/>
        <a:p>
          <a:endParaRPr lang="en-US"/>
        </a:p>
      </dgm:t>
    </dgm:pt>
    <dgm:pt modelId="{408B836C-A012-4C7C-8304-4CEDFC5A69AA}" type="sibTrans" cxnId="{DD201984-E36F-45CE-B5D0-D015082A0E61}">
      <dgm:prSet/>
      <dgm:spPr/>
      <dgm:t>
        <a:bodyPr/>
        <a:lstStyle/>
        <a:p>
          <a:endParaRPr lang="en-US"/>
        </a:p>
      </dgm:t>
    </dgm:pt>
    <dgm:pt modelId="{681B67BB-0F9E-4E9D-81FB-ADF6EAA3015D}">
      <dgm:prSet/>
      <dgm:spPr/>
      <dgm:t>
        <a:bodyPr/>
        <a:lstStyle/>
        <a:p>
          <a:r>
            <a:rPr lang="en-MY" b="1"/>
            <a:t>Ubiquitous Access</a:t>
          </a:r>
          <a:endParaRPr lang="en-US"/>
        </a:p>
      </dgm:t>
    </dgm:pt>
    <dgm:pt modelId="{04493F61-C084-4CD0-A65E-362C80369189}" type="parTrans" cxnId="{77B5E620-26A7-482A-852C-ECF3E4921F84}">
      <dgm:prSet/>
      <dgm:spPr/>
      <dgm:t>
        <a:bodyPr/>
        <a:lstStyle/>
        <a:p>
          <a:endParaRPr lang="en-US"/>
        </a:p>
      </dgm:t>
    </dgm:pt>
    <dgm:pt modelId="{24B9DD0C-74AE-4BF7-A2E4-13949A800679}" type="sibTrans" cxnId="{77B5E620-26A7-482A-852C-ECF3E4921F84}">
      <dgm:prSet/>
      <dgm:spPr/>
      <dgm:t>
        <a:bodyPr/>
        <a:lstStyle/>
        <a:p>
          <a:endParaRPr lang="en-US"/>
        </a:p>
      </dgm:t>
    </dgm:pt>
    <dgm:pt modelId="{CA2C26FE-2CEB-4C72-BE46-58834B95DB83}">
      <dgm:prSet/>
      <dgm:spPr/>
      <dgm:t>
        <a:bodyPr/>
        <a:lstStyle/>
        <a:p>
          <a:r>
            <a:rPr lang="en-MY" b="1"/>
            <a:t>Usage Metering</a:t>
          </a:r>
          <a:endParaRPr lang="en-US"/>
        </a:p>
      </dgm:t>
    </dgm:pt>
    <dgm:pt modelId="{C240303A-45F9-44A0-818F-6B3120222CFF}" type="parTrans" cxnId="{49AA4BE5-E560-4552-BA3A-C1EF01390DBC}">
      <dgm:prSet/>
      <dgm:spPr/>
      <dgm:t>
        <a:bodyPr/>
        <a:lstStyle/>
        <a:p>
          <a:endParaRPr lang="en-US"/>
        </a:p>
      </dgm:t>
    </dgm:pt>
    <dgm:pt modelId="{B8435421-4A7D-4C24-8784-2E20ABE124FE}" type="sibTrans" cxnId="{49AA4BE5-E560-4552-BA3A-C1EF01390DBC}">
      <dgm:prSet/>
      <dgm:spPr/>
      <dgm:t>
        <a:bodyPr/>
        <a:lstStyle/>
        <a:p>
          <a:endParaRPr lang="en-US"/>
        </a:p>
      </dgm:t>
    </dgm:pt>
    <dgm:pt modelId="{5968B281-AC8F-4F09-95D6-52F3862D12E0}">
      <dgm:prSet/>
      <dgm:spPr/>
      <dgm:t>
        <a:bodyPr/>
        <a:lstStyle/>
        <a:p>
          <a:r>
            <a:rPr lang="en-MY" b="1"/>
            <a:t>Self-Service Capability</a:t>
          </a:r>
          <a:endParaRPr lang="en-US"/>
        </a:p>
      </dgm:t>
    </dgm:pt>
    <dgm:pt modelId="{CD8557AC-B5F9-4612-A8EB-9B7B00312131}" type="parTrans" cxnId="{4710DCD4-5BE5-44DE-ABBD-B943E927AE57}">
      <dgm:prSet/>
      <dgm:spPr/>
      <dgm:t>
        <a:bodyPr/>
        <a:lstStyle/>
        <a:p>
          <a:endParaRPr lang="en-US"/>
        </a:p>
      </dgm:t>
    </dgm:pt>
    <dgm:pt modelId="{DF3B4230-67DB-4BFA-82C2-E2D646D48FA8}" type="sibTrans" cxnId="{4710DCD4-5BE5-44DE-ABBD-B943E927AE57}">
      <dgm:prSet/>
      <dgm:spPr/>
      <dgm:t>
        <a:bodyPr/>
        <a:lstStyle/>
        <a:p>
          <a:endParaRPr lang="en-US"/>
        </a:p>
      </dgm:t>
    </dgm:pt>
    <dgm:pt modelId="{2A105730-05DA-40FB-808D-F59BE0244125}">
      <dgm:prSet/>
      <dgm:spPr/>
      <dgm:t>
        <a:bodyPr/>
        <a:lstStyle/>
        <a:p>
          <a:r>
            <a:rPr lang="en-MY" b="1"/>
            <a:t>SLA Monitoring</a:t>
          </a:r>
          <a:endParaRPr lang="en-US"/>
        </a:p>
      </dgm:t>
    </dgm:pt>
    <dgm:pt modelId="{F1D1C817-A48A-403C-AB0E-CAAE727FBC6D}" type="parTrans" cxnId="{EDBEE2CD-BA74-4CF3-A4EB-E9150E02F322}">
      <dgm:prSet/>
      <dgm:spPr/>
      <dgm:t>
        <a:bodyPr/>
        <a:lstStyle/>
        <a:p>
          <a:endParaRPr lang="en-US"/>
        </a:p>
      </dgm:t>
    </dgm:pt>
    <dgm:pt modelId="{32E5DA86-E145-41A8-8982-4069D07F7EEB}" type="sibTrans" cxnId="{EDBEE2CD-BA74-4CF3-A4EB-E9150E02F322}">
      <dgm:prSet/>
      <dgm:spPr/>
      <dgm:t>
        <a:bodyPr/>
        <a:lstStyle/>
        <a:p>
          <a:endParaRPr lang="en-US"/>
        </a:p>
      </dgm:t>
    </dgm:pt>
    <dgm:pt modelId="{8D150F6E-6AB1-2C46-9CE9-6B66595D6C06}" type="pres">
      <dgm:prSet presAssocID="{753454D7-EBA7-4711-BF5C-61930D0CA570}" presName="diagram" presStyleCnt="0">
        <dgm:presLayoutVars>
          <dgm:dir/>
          <dgm:resizeHandles val="exact"/>
        </dgm:presLayoutVars>
      </dgm:prSet>
      <dgm:spPr/>
    </dgm:pt>
    <dgm:pt modelId="{1CBF15BC-951B-7248-A3CA-AF4B9B8F8CED}" type="pres">
      <dgm:prSet presAssocID="{6B2E0037-E706-4F68-BEF0-F7EC3E9E39BD}" presName="node" presStyleLbl="node1" presStyleIdx="0" presStyleCnt="7">
        <dgm:presLayoutVars>
          <dgm:bulletEnabled val="1"/>
        </dgm:presLayoutVars>
      </dgm:prSet>
      <dgm:spPr/>
    </dgm:pt>
    <dgm:pt modelId="{175A8C98-FE3D-6B4C-B5E2-B0D1FD23F8A8}" type="pres">
      <dgm:prSet presAssocID="{1AF02384-A349-457F-B032-3432DA23A52D}" presName="sibTrans" presStyleCnt="0"/>
      <dgm:spPr/>
    </dgm:pt>
    <dgm:pt modelId="{46075754-6276-3C4B-B9AD-BB1F8C57EA73}" type="pres">
      <dgm:prSet presAssocID="{04B4301A-8978-4A75-A8F6-D2A8E57F3126}" presName="node" presStyleLbl="node1" presStyleIdx="1" presStyleCnt="7">
        <dgm:presLayoutVars>
          <dgm:bulletEnabled val="1"/>
        </dgm:presLayoutVars>
      </dgm:prSet>
      <dgm:spPr/>
    </dgm:pt>
    <dgm:pt modelId="{180E47C3-B41F-874B-9180-614ABBED560B}" type="pres">
      <dgm:prSet presAssocID="{7F0419D4-0A4C-4DA9-8631-39D2EA0150CF}" presName="sibTrans" presStyleCnt="0"/>
      <dgm:spPr/>
    </dgm:pt>
    <dgm:pt modelId="{06ED0B55-B37C-5D41-9A6A-24B27CD0323C}" type="pres">
      <dgm:prSet presAssocID="{7F1A660D-507E-4DFD-AEE0-42258B0C0F52}" presName="node" presStyleLbl="node1" presStyleIdx="2" presStyleCnt="7">
        <dgm:presLayoutVars>
          <dgm:bulletEnabled val="1"/>
        </dgm:presLayoutVars>
      </dgm:prSet>
      <dgm:spPr/>
    </dgm:pt>
    <dgm:pt modelId="{E784F913-81E6-0741-B805-16F757F70A11}" type="pres">
      <dgm:prSet presAssocID="{408B836C-A012-4C7C-8304-4CEDFC5A69AA}" presName="sibTrans" presStyleCnt="0"/>
      <dgm:spPr/>
    </dgm:pt>
    <dgm:pt modelId="{1839698B-C2F1-9D48-B5B0-A4A52623703E}" type="pres">
      <dgm:prSet presAssocID="{681B67BB-0F9E-4E9D-81FB-ADF6EAA3015D}" presName="node" presStyleLbl="node1" presStyleIdx="3" presStyleCnt="7">
        <dgm:presLayoutVars>
          <dgm:bulletEnabled val="1"/>
        </dgm:presLayoutVars>
      </dgm:prSet>
      <dgm:spPr/>
    </dgm:pt>
    <dgm:pt modelId="{C1735863-CB9C-7947-8B90-54F19D00D0D0}" type="pres">
      <dgm:prSet presAssocID="{24B9DD0C-74AE-4BF7-A2E4-13949A800679}" presName="sibTrans" presStyleCnt="0"/>
      <dgm:spPr/>
    </dgm:pt>
    <dgm:pt modelId="{3E0D0611-633A-E145-9FCF-A9992116C69F}" type="pres">
      <dgm:prSet presAssocID="{CA2C26FE-2CEB-4C72-BE46-58834B95DB83}" presName="node" presStyleLbl="node1" presStyleIdx="4" presStyleCnt="7">
        <dgm:presLayoutVars>
          <dgm:bulletEnabled val="1"/>
        </dgm:presLayoutVars>
      </dgm:prSet>
      <dgm:spPr/>
    </dgm:pt>
    <dgm:pt modelId="{0E54C3E5-EE84-8744-B017-F534FAD47A3E}" type="pres">
      <dgm:prSet presAssocID="{B8435421-4A7D-4C24-8784-2E20ABE124FE}" presName="sibTrans" presStyleCnt="0"/>
      <dgm:spPr/>
    </dgm:pt>
    <dgm:pt modelId="{30482492-B848-684B-BD6E-183D82342769}" type="pres">
      <dgm:prSet presAssocID="{5968B281-AC8F-4F09-95D6-52F3862D12E0}" presName="node" presStyleLbl="node1" presStyleIdx="5" presStyleCnt="7">
        <dgm:presLayoutVars>
          <dgm:bulletEnabled val="1"/>
        </dgm:presLayoutVars>
      </dgm:prSet>
      <dgm:spPr/>
    </dgm:pt>
    <dgm:pt modelId="{E89E6991-0204-0044-B3E6-155964FA80B1}" type="pres">
      <dgm:prSet presAssocID="{DF3B4230-67DB-4BFA-82C2-E2D646D48FA8}" presName="sibTrans" presStyleCnt="0"/>
      <dgm:spPr/>
    </dgm:pt>
    <dgm:pt modelId="{9CB37126-9419-4745-B469-4B195AF5D1A1}" type="pres">
      <dgm:prSet presAssocID="{2A105730-05DA-40FB-808D-F59BE0244125}" presName="node" presStyleLbl="node1" presStyleIdx="6" presStyleCnt="7">
        <dgm:presLayoutVars>
          <dgm:bulletEnabled val="1"/>
        </dgm:presLayoutVars>
      </dgm:prSet>
      <dgm:spPr/>
    </dgm:pt>
  </dgm:ptLst>
  <dgm:cxnLst>
    <dgm:cxn modelId="{C7451515-06D8-7C4B-86DA-F3055CE6C07C}" type="presOf" srcId="{CA2C26FE-2CEB-4C72-BE46-58834B95DB83}" destId="{3E0D0611-633A-E145-9FCF-A9992116C69F}" srcOrd="0" destOrd="0" presId="urn:microsoft.com/office/officeart/2005/8/layout/default"/>
    <dgm:cxn modelId="{77B5E620-26A7-482A-852C-ECF3E4921F84}" srcId="{753454D7-EBA7-4711-BF5C-61930D0CA570}" destId="{681B67BB-0F9E-4E9D-81FB-ADF6EAA3015D}" srcOrd="3" destOrd="0" parTransId="{04493F61-C084-4CD0-A65E-362C80369189}" sibTransId="{24B9DD0C-74AE-4BF7-A2E4-13949A800679}"/>
    <dgm:cxn modelId="{B745B35C-3A18-DB45-B39A-C61A20AC8A65}" type="presOf" srcId="{2A105730-05DA-40FB-808D-F59BE0244125}" destId="{9CB37126-9419-4745-B469-4B195AF5D1A1}" srcOrd="0" destOrd="0" presId="urn:microsoft.com/office/officeart/2005/8/layout/default"/>
    <dgm:cxn modelId="{B49B185F-F778-254F-AEAE-C6F6EA8944FC}" type="presOf" srcId="{681B67BB-0F9E-4E9D-81FB-ADF6EAA3015D}" destId="{1839698B-C2F1-9D48-B5B0-A4A52623703E}" srcOrd="0" destOrd="0" presId="urn:microsoft.com/office/officeart/2005/8/layout/default"/>
    <dgm:cxn modelId="{A7537649-620D-49F3-8A5B-7F5210C7263F}" srcId="{753454D7-EBA7-4711-BF5C-61930D0CA570}" destId="{6B2E0037-E706-4F68-BEF0-F7EC3E9E39BD}" srcOrd="0" destOrd="0" parTransId="{B8C6BAD5-F4B9-4D93-9ADA-3275067CF61C}" sibTransId="{1AF02384-A349-457F-B032-3432DA23A52D}"/>
    <dgm:cxn modelId="{07EA446A-A879-47D3-9DFE-7A813390B91A}" srcId="{753454D7-EBA7-4711-BF5C-61930D0CA570}" destId="{04B4301A-8978-4A75-A8F6-D2A8E57F3126}" srcOrd="1" destOrd="0" parTransId="{F5346D39-C5EC-472E-8B2D-64ABCE8FB897}" sibTransId="{7F0419D4-0A4C-4DA9-8631-39D2EA0150CF}"/>
    <dgm:cxn modelId="{DD201984-E36F-45CE-B5D0-D015082A0E61}" srcId="{753454D7-EBA7-4711-BF5C-61930D0CA570}" destId="{7F1A660D-507E-4DFD-AEE0-42258B0C0F52}" srcOrd="2" destOrd="0" parTransId="{4C05680D-31A6-4482-B0C4-4F86E4EF1864}" sibTransId="{408B836C-A012-4C7C-8304-4CEDFC5A69AA}"/>
    <dgm:cxn modelId="{F17AA895-B559-0546-9AC0-82CD7E89211D}" type="presOf" srcId="{753454D7-EBA7-4711-BF5C-61930D0CA570}" destId="{8D150F6E-6AB1-2C46-9CE9-6B66595D6C06}" srcOrd="0" destOrd="0" presId="urn:microsoft.com/office/officeart/2005/8/layout/default"/>
    <dgm:cxn modelId="{9C61E298-2AE4-E64C-AE6F-68D7D782F546}" type="presOf" srcId="{7F1A660D-507E-4DFD-AEE0-42258B0C0F52}" destId="{06ED0B55-B37C-5D41-9A6A-24B27CD0323C}" srcOrd="0" destOrd="0" presId="urn:microsoft.com/office/officeart/2005/8/layout/default"/>
    <dgm:cxn modelId="{EDBEE2CD-BA74-4CF3-A4EB-E9150E02F322}" srcId="{753454D7-EBA7-4711-BF5C-61930D0CA570}" destId="{2A105730-05DA-40FB-808D-F59BE0244125}" srcOrd="6" destOrd="0" parTransId="{F1D1C817-A48A-403C-AB0E-CAAE727FBC6D}" sibTransId="{32E5DA86-E145-41A8-8982-4069D07F7EEB}"/>
    <dgm:cxn modelId="{4710DCD4-5BE5-44DE-ABBD-B943E927AE57}" srcId="{753454D7-EBA7-4711-BF5C-61930D0CA570}" destId="{5968B281-AC8F-4F09-95D6-52F3862D12E0}" srcOrd="5" destOrd="0" parTransId="{CD8557AC-B5F9-4612-A8EB-9B7B00312131}" sibTransId="{DF3B4230-67DB-4BFA-82C2-E2D646D48FA8}"/>
    <dgm:cxn modelId="{FC6EC6DF-EB82-9842-9D4D-B4B84D9F03A6}" type="presOf" srcId="{04B4301A-8978-4A75-A8F6-D2A8E57F3126}" destId="{46075754-6276-3C4B-B9AD-BB1F8C57EA73}" srcOrd="0" destOrd="0" presId="urn:microsoft.com/office/officeart/2005/8/layout/default"/>
    <dgm:cxn modelId="{49AA4BE5-E560-4552-BA3A-C1EF01390DBC}" srcId="{753454D7-EBA7-4711-BF5C-61930D0CA570}" destId="{CA2C26FE-2CEB-4C72-BE46-58834B95DB83}" srcOrd="4" destOrd="0" parTransId="{C240303A-45F9-44A0-818F-6B3120222CFF}" sibTransId="{B8435421-4A7D-4C24-8784-2E20ABE124FE}"/>
    <dgm:cxn modelId="{7E3400E8-939C-1449-85B8-94A72D640B5A}" type="presOf" srcId="{5968B281-AC8F-4F09-95D6-52F3862D12E0}" destId="{30482492-B848-684B-BD6E-183D82342769}" srcOrd="0" destOrd="0" presId="urn:microsoft.com/office/officeart/2005/8/layout/default"/>
    <dgm:cxn modelId="{FEBB3DF7-D002-3646-B3F9-A328DDCEAE95}" type="presOf" srcId="{6B2E0037-E706-4F68-BEF0-F7EC3E9E39BD}" destId="{1CBF15BC-951B-7248-A3CA-AF4B9B8F8CED}" srcOrd="0" destOrd="0" presId="urn:microsoft.com/office/officeart/2005/8/layout/default"/>
    <dgm:cxn modelId="{D5641C50-9A9D-3D48-ADDE-569F3D6E6360}" type="presParOf" srcId="{8D150F6E-6AB1-2C46-9CE9-6B66595D6C06}" destId="{1CBF15BC-951B-7248-A3CA-AF4B9B8F8CED}" srcOrd="0" destOrd="0" presId="urn:microsoft.com/office/officeart/2005/8/layout/default"/>
    <dgm:cxn modelId="{815DFB10-EDCB-1E4C-A82D-EE43925811AB}" type="presParOf" srcId="{8D150F6E-6AB1-2C46-9CE9-6B66595D6C06}" destId="{175A8C98-FE3D-6B4C-B5E2-B0D1FD23F8A8}" srcOrd="1" destOrd="0" presId="urn:microsoft.com/office/officeart/2005/8/layout/default"/>
    <dgm:cxn modelId="{C39BE000-33C9-4649-A412-C90B1908F8B5}" type="presParOf" srcId="{8D150F6E-6AB1-2C46-9CE9-6B66595D6C06}" destId="{46075754-6276-3C4B-B9AD-BB1F8C57EA73}" srcOrd="2" destOrd="0" presId="urn:microsoft.com/office/officeart/2005/8/layout/default"/>
    <dgm:cxn modelId="{2FF766D8-F435-1449-8086-2BFF62C4E27B}" type="presParOf" srcId="{8D150F6E-6AB1-2C46-9CE9-6B66595D6C06}" destId="{180E47C3-B41F-874B-9180-614ABBED560B}" srcOrd="3" destOrd="0" presId="urn:microsoft.com/office/officeart/2005/8/layout/default"/>
    <dgm:cxn modelId="{01215DC1-CB45-CA4E-B9B9-8482BC4A4665}" type="presParOf" srcId="{8D150F6E-6AB1-2C46-9CE9-6B66595D6C06}" destId="{06ED0B55-B37C-5D41-9A6A-24B27CD0323C}" srcOrd="4" destOrd="0" presId="urn:microsoft.com/office/officeart/2005/8/layout/default"/>
    <dgm:cxn modelId="{D1EFAD36-62D0-574A-9206-1930C6C0A7AA}" type="presParOf" srcId="{8D150F6E-6AB1-2C46-9CE9-6B66595D6C06}" destId="{E784F913-81E6-0741-B805-16F757F70A11}" srcOrd="5" destOrd="0" presId="urn:microsoft.com/office/officeart/2005/8/layout/default"/>
    <dgm:cxn modelId="{AA59A2D5-CC63-2F44-AB43-2D19CD59800E}" type="presParOf" srcId="{8D150F6E-6AB1-2C46-9CE9-6B66595D6C06}" destId="{1839698B-C2F1-9D48-B5B0-A4A52623703E}" srcOrd="6" destOrd="0" presId="urn:microsoft.com/office/officeart/2005/8/layout/default"/>
    <dgm:cxn modelId="{7DAA95EB-3CF0-A042-B2A9-FDE15368C237}" type="presParOf" srcId="{8D150F6E-6AB1-2C46-9CE9-6B66595D6C06}" destId="{C1735863-CB9C-7947-8B90-54F19D00D0D0}" srcOrd="7" destOrd="0" presId="urn:microsoft.com/office/officeart/2005/8/layout/default"/>
    <dgm:cxn modelId="{824D4D19-B715-734A-A7A2-18E32FFF355D}" type="presParOf" srcId="{8D150F6E-6AB1-2C46-9CE9-6B66595D6C06}" destId="{3E0D0611-633A-E145-9FCF-A9992116C69F}" srcOrd="8" destOrd="0" presId="urn:microsoft.com/office/officeart/2005/8/layout/default"/>
    <dgm:cxn modelId="{42F2FCFD-04BD-3E47-8B2D-CD24F0E4BCEF}" type="presParOf" srcId="{8D150F6E-6AB1-2C46-9CE9-6B66595D6C06}" destId="{0E54C3E5-EE84-8744-B017-F534FAD47A3E}" srcOrd="9" destOrd="0" presId="urn:microsoft.com/office/officeart/2005/8/layout/default"/>
    <dgm:cxn modelId="{0129CCE3-5DF3-D44B-B5CB-1F8BEAEF62AC}" type="presParOf" srcId="{8D150F6E-6AB1-2C46-9CE9-6B66595D6C06}" destId="{30482492-B848-684B-BD6E-183D82342769}" srcOrd="10" destOrd="0" presId="urn:microsoft.com/office/officeart/2005/8/layout/default"/>
    <dgm:cxn modelId="{01CA742D-F676-0A45-B871-09C40E5D73CF}" type="presParOf" srcId="{8D150F6E-6AB1-2C46-9CE9-6B66595D6C06}" destId="{E89E6991-0204-0044-B3E6-155964FA80B1}" srcOrd="11" destOrd="0" presId="urn:microsoft.com/office/officeart/2005/8/layout/default"/>
    <dgm:cxn modelId="{C57E807D-22DE-5243-8089-FB9588C9CC9A}" type="presParOf" srcId="{8D150F6E-6AB1-2C46-9CE9-6B66595D6C06}" destId="{9CB37126-9419-4745-B469-4B195AF5D1A1}"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31759D4-13B9-46B6-91D9-6E9741B78E7D}" type="doc">
      <dgm:prSet loTypeId="urn:microsoft.com/office/officeart/2008/layout/LinedList" loCatId="list" qsTypeId="urn:microsoft.com/office/officeart/2005/8/quickstyle/simple1" qsCatId="simple" csTypeId="urn:microsoft.com/office/officeart/2005/8/colors/accent3_2" csCatId="accent3"/>
      <dgm:spPr/>
      <dgm:t>
        <a:bodyPr/>
        <a:lstStyle/>
        <a:p>
          <a:endParaRPr lang="en-US"/>
        </a:p>
      </dgm:t>
    </dgm:pt>
    <dgm:pt modelId="{47689306-91AF-41C2-B9DB-5682D9ECCCE1}">
      <dgm:prSet/>
      <dgm:spPr/>
      <dgm:t>
        <a:bodyPr/>
        <a:lstStyle/>
        <a:p>
          <a:r>
            <a:rPr lang="en-MY"/>
            <a:t>Users can independently provision and manage resources through a self-service portal without needing intervention from the service provider’s support team.</a:t>
          </a:r>
          <a:endParaRPr lang="en-US"/>
        </a:p>
      </dgm:t>
    </dgm:pt>
    <dgm:pt modelId="{1BA32908-0830-4321-9865-B5844437BB50}" type="parTrans" cxnId="{C647CCC7-3CD0-4A31-8E15-1205A27BBE8B}">
      <dgm:prSet/>
      <dgm:spPr/>
      <dgm:t>
        <a:bodyPr/>
        <a:lstStyle/>
        <a:p>
          <a:endParaRPr lang="en-US"/>
        </a:p>
      </dgm:t>
    </dgm:pt>
    <dgm:pt modelId="{A919B5AF-9ECB-4B29-B948-AA20CEC76DCB}" type="sibTrans" cxnId="{C647CCC7-3CD0-4A31-8E15-1205A27BBE8B}">
      <dgm:prSet/>
      <dgm:spPr/>
      <dgm:t>
        <a:bodyPr/>
        <a:lstStyle/>
        <a:p>
          <a:endParaRPr lang="en-US"/>
        </a:p>
      </dgm:t>
    </dgm:pt>
    <dgm:pt modelId="{BCBB242B-0C6A-41A9-8D82-0733FD338A1C}">
      <dgm:prSet/>
      <dgm:spPr/>
      <dgm:t>
        <a:bodyPr/>
        <a:lstStyle/>
        <a:p>
          <a:r>
            <a:rPr lang="en-MY"/>
            <a:t>A developer can create a virtual machine, configure it, and deploy an application directly from the cloud dashboard or CLI.</a:t>
          </a:r>
          <a:endParaRPr lang="en-US"/>
        </a:p>
      </dgm:t>
    </dgm:pt>
    <dgm:pt modelId="{572C49FD-AB62-4422-B5EB-2146D90F5988}" type="parTrans" cxnId="{288AF59E-5C67-4E9C-A5FE-CF2CE829C1F6}">
      <dgm:prSet/>
      <dgm:spPr/>
      <dgm:t>
        <a:bodyPr/>
        <a:lstStyle/>
        <a:p>
          <a:endParaRPr lang="en-US"/>
        </a:p>
      </dgm:t>
    </dgm:pt>
    <dgm:pt modelId="{F2B26CAE-BD01-4DDE-9D41-7FDA261590AF}" type="sibTrans" cxnId="{288AF59E-5C67-4E9C-A5FE-CF2CE829C1F6}">
      <dgm:prSet/>
      <dgm:spPr/>
      <dgm:t>
        <a:bodyPr/>
        <a:lstStyle/>
        <a:p>
          <a:endParaRPr lang="en-US"/>
        </a:p>
      </dgm:t>
    </dgm:pt>
    <dgm:pt modelId="{C27154C5-0A41-9F42-A148-214EE1DD150C}" type="pres">
      <dgm:prSet presAssocID="{731759D4-13B9-46B6-91D9-6E9741B78E7D}" presName="vert0" presStyleCnt="0">
        <dgm:presLayoutVars>
          <dgm:dir/>
          <dgm:animOne val="branch"/>
          <dgm:animLvl val="lvl"/>
        </dgm:presLayoutVars>
      </dgm:prSet>
      <dgm:spPr/>
    </dgm:pt>
    <dgm:pt modelId="{98F8089F-8B5C-C947-A48D-EB7C03D4A02E}" type="pres">
      <dgm:prSet presAssocID="{47689306-91AF-41C2-B9DB-5682D9ECCCE1}" presName="thickLine" presStyleLbl="alignNode1" presStyleIdx="0" presStyleCnt="2"/>
      <dgm:spPr/>
    </dgm:pt>
    <dgm:pt modelId="{A86D9F51-C30D-1249-8328-00BB0B180E21}" type="pres">
      <dgm:prSet presAssocID="{47689306-91AF-41C2-B9DB-5682D9ECCCE1}" presName="horz1" presStyleCnt="0"/>
      <dgm:spPr/>
    </dgm:pt>
    <dgm:pt modelId="{4B78D19C-5C05-844D-95B3-77057C1FF7FD}" type="pres">
      <dgm:prSet presAssocID="{47689306-91AF-41C2-B9DB-5682D9ECCCE1}" presName="tx1" presStyleLbl="revTx" presStyleIdx="0" presStyleCnt="2"/>
      <dgm:spPr/>
    </dgm:pt>
    <dgm:pt modelId="{178E92D0-7690-4143-ACBA-163A708D2F24}" type="pres">
      <dgm:prSet presAssocID="{47689306-91AF-41C2-B9DB-5682D9ECCCE1}" presName="vert1" presStyleCnt="0"/>
      <dgm:spPr/>
    </dgm:pt>
    <dgm:pt modelId="{47C706E8-DAE3-474E-B30C-DBC5EA083D02}" type="pres">
      <dgm:prSet presAssocID="{BCBB242B-0C6A-41A9-8D82-0733FD338A1C}" presName="thickLine" presStyleLbl="alignNode1" presStyleIdx="1" presStyleCnt="2"/>
      <dgm:spPr/>
    </dgm:pt>
    <dgm:pt modelId="{C56C6519-4A07-0540-9BA7-6CD9D27DB3A1}" type="pres">
      <dgm:prSet presAssocID="{BCBB242B-0C6A-41A9-8D82-0733FD338A1C}" presName="horz1" presStyleCnt="0"/>
      <dgm:spPr/>
    </dgm:pt>
    <dgm:pt modelId="{72FE6EC5-AE45-BE4F-AFE6-204424CCE291}" type="pres">
      <dgm:prSet presAssocID="{BCBB242B-0C6A-41A9-8D82-0733FD338A1C}" presName="tx1" presStyleLbl="revTx" presStyleIdx="1" presStyleCnt="2"/>
      <dgm:spPr/>
    </dgm:pt>
    <dgm:pt modelId="{B8CC2819-F5EB-EE41-AFAF-8BE98A9106BE}" type="pres">
      <dgm:prSet presAssocID="{BCBB242B-0C6A-41A9-8D82-0733FD338A1C}" presName="vert1" presStyleCnt="0"/>
      <dgm:spPr/>
    </dgm:pt>
  </dgm:ptLst>
  <dgm:cxnLst>
    <dgm:cxn modelId="{592E690F-FD04-CF48-9BAD-FEE4E6A8E273}" type="presOf" srcId="{BCBB242B-0C6A-41A9-8D82-0733FD338A1C}" destId="{72FE6EC5-AE45-BE4F-AFE6-204424CCE291}" srcOrd="0" destOrd="0" presId="urn:microsoft.com/office/officeart/2008/layout/LinedList"/>
    <dgm:cxn modelId="{4F4D1F92-EA8D-7C4B-9CCC-697D988E1921}" type="presOf" srcId="{731759D4-13B9-46B6-91D9-6E9741B78E7D}" destId="{C27154C5-0A41-9F42-A148-214EE1DD150C}" srcOrd="0" destOrd="0" presId="urn:microsoft.com/office/officeart/2008/layout/LinedList"/>
    <dgm:cxn modelId="{288AF59E-5C67-4E9C-A5FE-CF2CE829C1F6}" srcId="{731759D4-13B9-46B6-91D9-6E9741B78E7D}" destId="{BCBB242B-0C6A-41A9-8D82-0733FD338A1C}" srcOrd="1" destOrd="0" parTransId="{572C49FD-AB62-4422-B5EB-2146D90F5988}" sibTransId="{F2B26CAE-BD01-4DDE-9D41-7FDA261590AF}"/>
    <dgm:cxn modelId="{11A3D5C4-E545-474C-9E71-E3526AD4360F}" type="presOf" srcId="{47689306-91AF-41C2-B9DB-5682D9ECCCE1}" destId="{4B78D19C-5C05-844D-95B3-77057C1FF7FD}" srcOrd="0" destOrd="0" presId="urn:microsoft.com/office/officeart/2008/layout/LinedList"/>
    <dgm:cxn modelId="{C647CCC7-3CD0-4A31-8E15-1205A27BBE8B}" srcId="{731759D4-13B9-46B6-91D9-6E9741B78E7D}" destId="{47689306-91AF-41C2-B9DB-5682D9ECCCE1}" srcOrd="0" destOrd="0" parTransId="{1BA32908-0830-4321-9865-B5844437BB50}" sibTransId="{A919B5AF-9ECB-4B29-B948-AA20CEC76DCB}"/>
    <dgm:cxn modelId="{DD893CEA-DFFE-5A4D-BE86-B3254A5A36C8}" type="presParOf" srcId="{C27154C5-0A41-9F42-A148-214EE1DD150C}" destId="{98F8089F-8B5C-C947-A48D-EB7C03D4A02E}" srcOrd="0" destOrd="0" presId="urn:microsoft.com/office/officeart/2008/layout/LinedList"/>
    <dgm:cxn modelId="{A1061E2E-8B33-1F47-A2AC-318382CB3007}" type="presParOf" srcId="{C27154C5-0A41-9F42-A148-214EE1DD150C}" destId="{A86D9F51-C30D-1249-8328-00BB0B180E21}" srcOrd="1" destOrd="0" presId="urn:microsoft.com/office/officeart/2008/layout/LinedList"/>
    <dgm:cxn modelId="{CA474904-A526-BB40-AEFD-BE483378BA47}" type="presParOf" srcId="{A86D9F51-C30D-1249-8328-00BB0B180E21}" destId="{4B78D19C-5C05-844D-95B3-77057C1FF7FD}" srcOrd="0" destOrd="0" presId="urn:microsoft.com/office/officeart/2008/layout/LinedList"/>
    <dgm:cxn modelId="{B7431E75-5A76-4D4C-A0ED-F303115F6C1E}" type="presParOf" srcId="{A86D9F51-C30D-1249-8328-00BB0B180E21}" destId="{178E92D0-7690-4143-ACBA-163A708D2F24}" srcOrd="1" destOrd="0" presId="urn:microsoft.com/office/officeart/2008/layout/LinedList"/>
    <dgm:cxn modelId="{98241E13-BBAF-ED44-ADC8-E555925B77D0}" type="presParOf" srcId="{C27154C5-0A41-9F42-A148-214EE1DD150C}" destId="{47C706E8-DAE3-474E-B30C-DBC5EA083D02}" srcOrd="2" destOrd="0" presId="urn:microsoft.com/office/officeart/2008/layout/LinedList"/>
    <dgm:cxn modelId="{3C0F7368-0178-C842-A2CA-449D1A47744F}" type="presParOf" srcId="{C27154C5-0A41-9F42-A148-214EE1DD150C}" destId="{C56C6519-4A07-0540-9BA7-6CD9D27DB3A1}" srcOrd="3" destOrd="0" presId="urn:microsoft.com/office/officeart/2008/layout/LinedList"/>
    <dgm:cxn modelId="{8077CC6D-EDD6-A24A-B9BE-16A227155F0B}" type="presParOf" srcId="{C56C6519-4A07-0540-9BA7-6CD9D27DB3A1}" destId="{72FE6EC5-AE45-BE4F-AFE6-204424CCE291}" srcOrd="0" destOrd="0" presId="urn:microsoft.com/office/officeart/2008/layout/LinedList"/>
    <dgm:cxn modelId="{561E2A90-C748-394C-A9C7-96F856217C17}" type="presParOf" srcId="{C56C6519-4A07-0540-9BA7-6CD9D27DB3A1}" destId="{B8CC2819-F5EB-EE41-AFAF-8BE98A9106B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AE9A97-9BF9-4FD1-9C3F-C10A230DA2A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DDE3F79-EF26-4D84-8075-E481F23767B7}">
      <dgm:prSet/>
      <dgm:spPr/>
      <dgm:t>
        <a:bodyPr/>
        <a:lstStyle/>
        <a:p>
          <a:r>
            <a:rPr lang="en-MY"/>
            <a:t>Service Level Agreements (SLAs) define the expected level of service, such as uptime, performance, and response times. Cloud providers continuously monitor their systems to meet these commitments.</a:t>
          </a:r>
          <a:endParaRPr lang="en-US"/>
        </a:p>
      </dgm:t>
    </dgm:pt>
    <dgm:pt modelId="{B5465DF7-EC4F-411C-998B-BEA6627BBA32}" type="parTrans" cxnId="{373CBD73-4987-45A9-946C-64DD45CF79B2}">
      <dgm:prSet/>
      <dgm:spPr/>
      <dgm:t>
        <a:bodyPr/>
        <a:lstStyle/>
        <a:p>
          <a:endParaRPr lang="en-US"/>
        </a:p>
      </dgm:t>
    </dgm:pt>
    <dgm:pt modelId="{C3F6B2ED-E7DA-48E7-B49E-0D2C670898C7}" type="sibTrans" cxnId="{373CBD73-4987-45A9-946C-64DD45CF79B2}">
      <dgm:prSet/>
      <dgm:spPr/>
      <dgm:t>
        <a:bodyPr/>
        <a:lstStyle/>
        <a:p>
          <a:endParaRPr lang="en-US"/>
        </a:p>
      </dgm:t>
    </dgm:pt>
    <dgm:pt modelId="{36692015-D9D6-4881-B04F-79CA26EEFE11}">
      <dgm:prSet/>
      <dgm:spPr/>
      <dgm:t>
        <a:bodyPr/>
        <a:lstStyle/>
        <a:p>
          <a:r>
            <a:rPr lang="en-MY"/>
            <a:t>AWS provides an SLA of 99.99% uptime for certain services. If the uptime drops below this threshold, customers may receive compensation as per the SLA terms.</a:t>
          </a:r>
          <a:endParaRPr lang="en-US"/>
        </a:p>
      </dgm:t>
    </dgm:pt>
    <dgm:pt modelId="{D8DE23C3-0D9C-46C7-B9F8-973F966A2FEB}" type="parTrans" cxnId="{6060DD84-B8B5-469F-AB78-AB716390574E}">
      <dgm:prSet/>
      <dgm:spPr/>
      <dgm:t>
        <a:bodyPr/>
        <a:lstStyle/>
        <a:p>
          <a:endParaRPr lang="en-US"/>
        </a:p>
      </dgm:t>
    </dgm:pt>
    <dgm:pt modelId="{8383093C-19FC-4F36-9917-F916D48CAD95}" type="sibTrans" cxnId="{6060DD84-B8B5-469F-AB78-AB716390574E}">
      <dgm:prSet/>
      <dgm:spPr/>
      <dgm:t>
        <a:bodyPr/>
        <a:lstStyle/>
        <a:p>
          <a:endParaRPr lang="en-US"/>
        </a:p>
      </dgm:t>
    </dgm:pt>
    <dgm:pt modelId="{A6D714DC-29B5-2A48-8987-1A2629962FA5}" type="pres">
      <dgm:prSet presAssocID="{AAAE9A97-9BF9-4FD1-9C3F-C10A230DA2A3}" presName="vert0" presStyleCnt="0">
        <dgm:presLayoutVars>
          <dgm:dir/>
          <dgm:animOne val="branch"/>
          <dgm:animLvl val="lvl"/>
        </dgm:presLayoutVars>
      </dgm:prSet>
      <dgm:spPr/>
    </dgm:pt>
    <dgm:pt modelId="{461F29EF-0466-5E43-A2F7-9E38E976B582}" type="pres">
      <dgm:prSet presAssocID="{5DDE3F79-EF26-4D84-8075-E481F23767B7}" presName="thickLine" presStyleLbl="alignNode1" presStyleIdx="0" presStyleCnt="2"/>
      <dgm:spPr/>
    </dgm:pt>
    <dgm:pt modelId="{4FF54DB4-D180-A04B-90F3-26D895F551CF}" type="pres">
      <dgm:prSet presAssocID="{5DDE3F79-EF26-4D84-8075-E481F23767B7}" presName="horz1" presStyleCnt="0"/>
      <dgm:spPr/>
    </dgm:pt>
    <dgm:pt modelId="{425A64C5-15A3-BD47-BD9A-D4E6F7F07281}" type="pres">
      <dgm:prSet presAssocID="{5DDE3F79-EF26-4D84-8075-E481F23767B7}" presName="tx1" presStyleLbl="revTx" presStyleIdx="0" presStyleCnt="2"/>
      <dgm:spPr/>
    </dgm:pt>
    <dgm:pt modelId="{F485456A-F9EA-A54E-9DAD-03C4A13A4BBA}" type="pres">
      <dgm:prSet presAssocID="{5DDE3F79-EF26-4D84-8075-E481F23767B7}" presName="vert1" presStyleCnt="0"/>
      <dgm:spPr/>
    </dgm:pt>
    <dgm:pt modelId="{D94CE20B-8B1A-904F-BAC4-64BC1392CB3B}" type="pres">
      <dgm:prSet presAssocID="{36692015-D9D6-4881-B04F-79CA26EEFE11}" presName="thickLine" presStyleLbl="alignNode1" presStyleIdx="1" presStyleCnt="2"/>
      <dgm:spPr/>
    </dgm:pt>
    <dgm:pt modelId="{65EAD4AE-E357-294A-8A79-B192B65FF68B}" type="pres">
      <dgm:prSet presAssocID="{36692015-D9D6-4881-B04F-79CA26EEFE11}" presName="horz1" presStyleCnt="0"/>
      <dgm:spPr/>
    </dgm:pt>
    <dgm:pt modelId="{397689EC-62C6-CB4D-A60B-8AFC63B271CA}" type="pres">
      <dgm:prSet presAssocID="{36692015-D9D6-4881-B04F-79CA26EEFE11}" presName="tx1" presStyleLbl="revTx" presStyleIdx="1" presStyleCnt="2"/>
      <dgm:spPr/>
    </dgm:pt>
    <dgm:pt modelId="{3276E35A-5174-F547-AF4B-4726ED9D04F5}" type="pres">
      <dgm:prSet presAssocID="{36692015-D9D6-4881-B04F-79CA26EEFE11}" presName="vert1" presStyleCnt="0"/>
      <dgm:spPr/>
    </dgm:pt>
  </dgm:ptLst>
  <dgm:cxnLst>
    <dgm:cxn modelId="{E887194C-E49E-F349-8745-B1980AB806DE}" type="presOf" srcId="{AAAE9A97-9BF9-4FD1-9C3F-C10A230DA2A3}" destId="{A6D714DC-29B5-2A48-8987-1A2629962FA5}" srcOrd="0" destOrd="0" presId="urn:microsoft.com/office/officeart/2008/layout/LinedList"/>
    <dgm:cxn modelId="{373CBD73-4987-45A9-946C-64DD45CF79B2}" srcId="{AAAE9A97-9BF9-4FD1-9C3F-C10A230DA2A3}" destId="{5DDE3F79-EF26-4D84-8075-E481F23767B7}" srcOrd="0" destOrd="0" parTransId="{B5465DF7-EC4F-411C-998B-BEA6627BBA32}" sibTransId="{C3F6B2ED-E7DA-48E7-B49E-0D2C670898C7}"/>
    <dgm:cxn modelId="{6060DD84-B8B5-469F-AB78-AB716390574E}" srcId="{AAAE9A97-9BF9-4FD1-9C3F-C10A230DA2A3}" destId="{36692015-D9D6-4881-B04F-79CA26EEFE11}" srcOrd="1" destOrd="0" parTransId="{D8DE23C3-0D9C-46C7-B9F8-973F966A2FEB}" sibTransId="{8383093C-19FC-4F36-9917-F916D48CAD95}"/>
    <dgm:cxn modelId="{7941CF91-FEFA-CF47-BE23-29B41C1CA9AA}" type="presOf" srcId="{36692015-D9D6-4881-B04F-79CA26EEFE11}" destId="{397689EC-62C6-CB4D-A60B-8AFC63B271CA}" srcOrd="0" destOrd="0" presId="urn:microsoft.com/office/officeart/2008/layout/LinedList"/>
    <dgm:cxn modelId="{0ED3DCBC-5984-224A-A66D-0BC4F6811BC7}" type="presOf" srcId="{5DDE3F79-EF26-4D84-8075-E481F23767B7}" destId="{425A64C5-15A3-BD47-BD9A-D4E6F7F07281}" srcOrd="0" destOrd="0" presId="urn:microsoft.com/office/officeart/2008/layout/LinedList"/>
    <dgm:cxn modelId="{09BD878C-260C-394A-823F-9E98E1C43B81}" type="presParOf" srcId="{A6D714DC-29B5-2A48-8987-1A2629962FA5}" destId="{461F29EF-0466-5E43-A2F7-9E38E976B582}" srcOrd="0" destOrd="0" presId="urn:microsoft.com/office/officeart/2008/layout/LinedList"/>
    <dgm:cxn modelId="{BD3C569F-6DBB-7E4D-8D5B-372EC0819FD0}" type="presParOf" srcId="{A6D714DC-29B5-2A48-8987-1A2629962FA5}" destId="{4FF54DB4-D180-A04B-90F3-26D895F551CF}" srcOrd="1" destOrd="0" presId="urn:microsoft.com/office/officeart/2008/layout/LinedList"/>
    <dgm:cxn modelId="{58FCE072-0B52-404E-9F2B-2C938D4AFFCA}" type="presParOf" srcId="{4FF54DB4-D180-A04B-90F3-26D895F551CF}" destId="{425A64C5-15A3-BD47-BD9A-D4E6F7F07281}" srcOrd="0" destOrd="0" presId="urn:microsoft.com/office/officeart/2008/layout/LinedList"/>
    <dgm:cxn modelId="{62BB0D75-C562-1541-BA8E-A3FCD8DA7DD0}" type="presParOf" srcId="{4FF54DB4-D180-A04B-90F3-26D895F551CF}" destId="{F485456A-F9EA-A54E-9DAD-03C4A13A4BBA}" srcOrd="1" destOrd="0" presId="urn:microsoft.com/office/officeart/2008/layout/LinedList"/>
    <dgm:cxn modelId="{7C0A0382-F194-FF4C-9272-2C159D8F89D7}" type="presParOf" srcId="{A6D714DC-29B5-2A48-8987-1A2629962FA5}" destId="{D94CE20B-8B1A-904F-BAC4-64BC1392CB3B}" srcOrd="2" destOrd="0" presId="urn:microsoft.com/office/officeart/2008/layout/LinedList"/>
    <dgm:cxn modelId="{E94F87E9-B767-C44A-B8EA-E63FFD0A1F09}" type="presParOf" srcId="{A6D714DC-29B5-2A48-8987-1A2629962FA5}" destId="{65EAD4AE-E357-294A-8A79-B192B65FF68B}" srcOrd="3" destOrd="0" presId="urn:microsoft.com/office/officeart/2008/layout/LinedList"/>
    <dgm:cxn modelId="{3A46B44A-51C2-4743-AC32-D7FACEDA2354}" type="presParOf" srcId="{65EAD4AE-E357-294A-8A79-B192B65FF68B}" destId="{397689EC-62C6-CB4D-A60B-8AFC63B271CA}" srcOrd="0" destOrd="0" presId="urn:microsoft.com/office/officeart/2008/layout/LinedList"/>
    <dgm:cxn modelId="{A7D06EE6-7209-A043-BA58-3CF31873295E}" type="presParOf" srcId="{65EAD4AE-E357-294A-8A79-B192B65FF68B}" destId="{3276E35A-5174-F547-AF4B-4726ED9D04F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35902CB-1049-483F-AACA-4A8B88FF387C}" type="doc">
      <dgm:prSet loTypeId="urn:microsoft.com/office/officeart/2005/8/layout/hierarchy3" loCatId="hierarchy" qsTypeId="urn:microsoft.com/office/officeart/2005/8/quickstyle/simple1" qsCatId="simple" csTypeId="urn:microsoft.com/office/officeart/2005/8/colors/colorful5" csCatId="colorful"/>
      <dgm:spPr/>
      <dgm:t>
        <a:bodyPr/>
        <a:lstStyle/>
        <a:p>
          <a:endParaRPr lang="en-US"/>
        </a:p>
      </dgm:t>
    </dgm:pt>
    <dgm:pt modelId="{894333C1-135C-4CB9-AC4F-356F06585F71}">
      <dgm:prSet/>
      <dgm:spPr/>
      <dgm:t>
        <a:bodyPr/>
        <a:lstStyle/>
        <a:p>
          <a:r>
            <a:rPr lang="en-MY" b="1"/>
            <a:t>Service-Oriented Architecture (SOA):</a:t>
          </a:r>
          <a:endParaRPr lang="en-US"/>
        </a:p>
      </dgm:t>
    </dgm:pt>
    <dgm:pt modelId="{E3049FE7-AEFA-45A6-A4F5-F0013CBE0E5A}" type="parTrans" cxnId="{7B7521D9-3184-4240-9C4B-220A366C093A}">
      <dgm:prSet/>
      <dgm:spPr/>
      <dgm:t>
        <a:bodyPr/>
        <a:lstStyle/>
        <a:p>
          <a:endParaRPr lang="en-US"/>
        </a:p>
      </dgm:t>
    </dgm:pt>
    <dgm:pt modelId="{70710C88-1E0D-493F-B080-D90A7B85F576}" type="sibTrans" cxnId="{7B7521D9-3184-4240-9C4B-220A366C093A}">
      <dgm:prSet/>
      <dgm:spPr/>
      <dgm:t>
        <a:bodyPr/>
        <a:lstStyle/>
        <a:p>
          <a:endParaRPr lang="en-US"/>
        </a:p>
      </dgm:t>
    </dgm:pt>
    <dgm:pt modelId="{03530DB1-F6BF-4F9F-BDC2-D89400A40647}">
      <dgm:prSet/>
      <dgm:spPr/>
      <dgm:t>
        <a:bodyPr/>
        <a:lstStyle/>
        <a:p>
          <a:r>
            <a:rPr lang="en-MY"/>
            <a:t>Framework for designing and developing software as modular services.</a:t>
          </a:r>
          <a:endParaRPr lang="en-US"/>
        </a:p>
      </dgm:t>
    </dgm:pt>
    <dgm:pt modelId="{6BFAD8D2-D415-4F93-94B5-0EEAEA3E182B}" type="parTrans" cxnId="{18DA8B64-6889-4529-85EA-1AA638D3B2A4}">
      <dgm:prSet/>
      <dgm:spPr/>
      <dgm:t>
        <a:bodyPr/>
        <a:lstStyle/>
        <a:p>
          <a:endParaRPr lang="en-US"/>
        </a:p>
      </dgm:t>
    </dgm:pt>
    <dgm:pt modelId="{78256F1E-3CEE-4203-B1C3-4FDE1B5F39A4}" type="sibTrans" cxnId="{18DA8B64-6889-4529-85EA-1AA638D3B2A4}">
      <dgm:prSet/>
      <dgm:spPr/>
      <dgm:t>
        <a:bodyPr/>
        <a:lstStyle/>
        <a:p>
          <a:endParaRPr lang="en-US"/>
        </a:p>
      </dgm:t>
    </dgm:pt>
    <dgm:pt modelId="{946A4364-7A77-4A50-A61C-81593E6C2853}">
      <dgm:prSet/>
      <dgm:spPr/>
      <dgm:t>
        <a:bodyPr/>
        <a:lstStyle/>
        <a:p>
          <a:r>
            <a:rPr lang="en-MY" b="1"/>
            <a:t>Relationship with Cloud Computing:</a:t>
          </a:r>
          <a:endParaRPr lang="en-US"/>
        </a:p>
      </dgm:t>
    </dgm:pt>
    <dgm:pt modelId="{8F06AEBE-6179-4000-B415-80C1A98CC16D}" type="parTrans" cxnId="{613A8813-C158-4301-8F7B-66CF7134CA87}">
      <dgm:prSet/>
      <dgm:spPr/>
      <dgm:t>
        <a:bodyPr/>
        <a:lstStyle/>
        <a:p>
          <a:endParaRPr lang="en-US"/>
        </a:p>
      </dgm:t>
    </dgm:pt>
    <dgm:pt modelId="{45B09C9D-AD46-45D3-A991-A9C3C7B06516}" type="sibTrans" cxnId="{613A8813-C158-4301-8F7B-66CF7134CA87}">
      <dgm:prSet/>
      <dgm:spPr/>
      <dgm:t>
        <a:bodyPr/>
        <a:lstStyle/>
        <a:p>
          <a:endParaRPr lang="en-US"/>
        </a:p>
      </dgm:t>
    </dgm:pt>
    <dgm:pt modelId="{34867556-E9A7-4F3D-B79B-C14A7531B33D}">
      <dgm:prSet/>
      <dgm:spPr/>
      <dgm:t>
        <a:bodyPr/>
        <a:lstStyle/>
        <a:p>
          <a:r>
            <a:rPr lang="en-MY"/>
            <a:t>SOA principles enhance cloud computing by enabling service reuse, scalability, and flexibility.</a:t>
          </a:r>
          <a:endParaRPr lang="en-US"/>
        </a:p>
      </dgm:t>
    </dgm:pt>
    <dgm:pt modelId="{C4C016A7-3DC6-455E-83B4-CFAA88A78444}" type="parTrans" cxnId="{6D5149C1-7FA2-4F27-A6FC-8DF62630212C}">
      <dgm:prSet/>
      <dgm:spPr/>
      <dgm:t>
        <a:bodyPr/>
        <a:lstStyle/>
        <a:p>
          <a:endParaRPr lang="en-US"/>
        </a:p>
      </dgm:t>
    </dgm:pt>
    <dgm:pt modelId="{E5218323-6DE4-4628-B4E5-BC3B412543F9}" type="sibTrans" cxnId="{6D5149C1-7FA2-4F27-A6FC-8DF62630212C}">
      <dgm:prSet/>
      <dgm:spPr/>
      <dgm:t>
        <a:bodyPr/>
        <a:lstStyle/>
        <a:p>
          <a:endParaRPr lang="en-US"/>
        </a:p>
      </dgm:t>
    </dgm:pt>
    <dgm:pt modelId="{B31477AB-0952-4423-BBE5-5350E5D39DB1}">
      <dgm:prSet/>
      <dgm:spPr/>
      <dgm:t>
        <a:bodyPr/>
        <a:lstStyle/>
        <a:p>
          <a:r>
            <a:rPr lang="en-MY" b="1"/>
            <a:t>Example:</a:t>
          </a:r>
          <a:r>
            <a:rPr lang="en-MY"/>
            <a:t> Microservices architecture commonly deployed in cloud environments.</a:t>
          </a:r>
          <a:endParaRPr lang="en-US"/>
        </a:p>
      </dgm:t>
    </dgm:pt>
    <dgm:pt modelId="{DF153B5C-95CD-4D02-BAAC-DF7E7971801B}" type="parTrans" cxnId="{AEA67D55-F83B-4DFE-807C-118320284C0A}">
      <dgm:prSet/>
      <dgm:spPr/>
      <dgm:t>
        <a:bodyPr/>
        <a:lstStyle/>
        <a:p>
          <a:endParaRPr lang="en-US"/>
        </a:p>
      </dgm:t>
    </dgm:pt>
    <dgm:pt modelId="{DDE19524-FA6D-4F5C-8CFF-F1DEB2358D98}" type="sibTrans" cxnId="{AEA67D55-F83B-4DFE-807C-118320284C0A}">
      <dgm:prSet/>
      <dgm:spPr/>
      <dgm:t>
        <a:bodyPr/>
        <a:lstStyle/>
        <a:p>
          <a:endParaRPr lang="en-US"/>
        </a:p>
      </dgm:t>
    </dgm:pt>
    <dgm:pt modelId="{2733FD6F-EBEA-7A4E-997D-71D710B2D033}" type="pres">
      <dgm:prSet presAssocID="{035902CB-1049-483F-AACA-4A8B88FF387C}" presName="diagram" presStyleCnt="0">
        <dgm:presLayoutVars>
          <dgm:chPref val="1"/>
          <dgm:dir/>
          <dgm:animOne val="branch"/>
          <dgm:animLvl val="lvl"/>
          <dgm:resizeHandles/>
        </dgm:presLayoutVars>
      </dgm:prSet>
      <dgm:spPr/>
    </dgm:pt>
    <dgm:pt modelId="{8A571FF9-0E60-344F-9711-09B247659543}" type="pres">
      <dgm:prSet presAssocID="{894333C1-135C-4CB9-AC4F-356F06585F71}" presName="root" presStyleCnt="0"/>
      <dgm:spPr/>
    </dgm:pt>
    <dgm:pt modelId="{F891B87C-6635-7E4D-B92F-CEBAFBBDF1C3}" type="pres">
      <dgm:prSet presAssocID="{894333C1-135C-4CB9-AC4F-356F06585F71}" presName="rootComposite" presStyleCnt="0"/>
      <dgm:spPr/>
    </dgm:pt>
    <dgm:pt modelId="{46CA533B-C4ED-1149-963D-1CEEB2BFBFA6}" type="pres">
      <dgm:prSet presAssocID="{894333C1-135C-4CB9-AC4F-356F06585F71}" presName="rootText" presStyleLbl="node1" presStyleIdx="0" presStyleCnt="3"/>
      <dgm:spPr/>
    </dgm:pt>
    <dgm:pt modelId="{F2A5395E-0FE2-9641-BE4D-405A1D294EE5}" type="pres">
      <dgm:prSet presAssocID="{894333C1-135C-4CB9-AC4F-356F06585F71}" presName="rootConnector" presStyleLbl="node1" presStyleIdx="0" presStyleCnt="3"/>
      <dgm:spPr/>
    </dgm:pt>
    <dgm:pt modelId="{C00875D3-6B86-D944-933A-374276AED429}" type="pres">
      <dgm:prSet presAssocID="{894333C1-135C-4CB9-AC4F-356F06585F71}" presName="childShape" presStyleCnt="0"/>
      <dgm:spPr/>
    </dgm:pt>
    <dgm:pt modelId="{76D65FCA-902F-374A-BECD-FED6187341C9}" type="pres">
      <dgm:prSet presAssocID="{6BFAD8D2-D415-4F93-94B5-0EEAEA3E182B}" presName="Name13" presStyleLbl="parChTrans1D2" presStyleIdx="0" presStyleCnt="2"/>
      <dgm:spPr/>
    </dgm:pt>
    <dgm:pt modelId="{B3414FAB-B27E-4F4D-8F68-55984AD8F796}" type="pres">
      <dgm:prSet presAssocID="{03530DB1-F6BF-4F9F-BDC2-D89400A40647}" presName="childText" presStyleLbl="bgAcc1" presStyleIdx="0" presStyleCnt="2">
        <dgm:presLayoutVars>
          <dgm:bulletEnabled val="1"/>
        </dgm:presLayoutVars>
      </dgm:prSet>
      <dgm:spPr/>
    </dgm:pt>
    <dgm:pt modelId="{64E28698-9287-B441-AC53-612B0364BE45}" type="pres">
      <dgm:prSet presAssocID="{946A4364-7A77-4A50-A61C-81593E6C2853}" presName="root" presStyleCnt="0"/>
      <dgm:spPr/>
    </dgm:pt>
    <dgm:pt modelId="{C409EC4D-072F-914E-B8A4-E964D6F3C8D0}" type="pres">
      <dgm:prSet presAssocID="{946A4364-7A77-4A50-A61C-81593E6C2853}" presName="rootComposite" presStyleCnt="0"/>
      <dgm:spPr/>
    </dgm:pt>
    <dgm:pt modelId="{7B03E604-E8C1-2B45-987C-807EC633A0DC}" type="pres">
      <dgm:prSet presAssocID="{946A4364-7A77-4A50-A61C-81593E6C2853}" presName="rootText" presStyleLbl="node1" presStyleIdx="1" presStyleCnt="3"/>
      <dgm:spPr/>
    </dgm:pt>
    <dgm:pt modelId="{4FEF8149-ECA1-E747-A045-3120CB030556}" type="pres">
      <dgm:prSet presAssocID="{946A4364-7A77-4A50-A61C-81593E6C2853}" presName="rootConnector" presStyleLbl="node1" presStyleIdx="1" presStyleCnt="3"/>
      <dgm:spPr/>
    </dgm:pt>
    <dgm:pt modelId="{1D0C36C7-A1A2-824B-AEB3-076CDB5C477E}" type="pres">
      <dgm:prSet presAssocID="{946A4364-7A77-4A50-A61C-81593E6C2853}" presName="childShape" presStyleCnt="0"/>
      <dgm:spPr/>
    </dgm:pt>
    <dgm:pt modelId="{76CD8B58-E848-EE42-BF15-3E25AB1A6532}" type="pres">
      <dgm:prSet presAssocID="{C4C016A7-3DC6-455E-83B4-CFAA88A78444}" presName="Name13" presStyleLbl="parChTrans1D2" presStyleIdx="1" presStyleCnt="2"/>
      <dgm:spPr/>
    </dgm:pt>
    <dgm:pt modelId="{53FC09C3-8022-9D41-8B05-90C9251D0DF0}" type="pres">
      <dgm:prSet presAssocID="{34867556-E9A7-4F3D-B79B-C14A7531B33D}" presName="childText" presStyleLbl="bgAcc1" presStyleIdx="1" presStyleCnt="2">
        <dgm:presLayoutVars>
          <dgm:bulletEnabled val="1"/>
        </dgm:presLayoutVars>
      </dgm:prSet>
      <dgm:spPr/>
    </dgm:pt>
    <dgm:pt modelId="{CD902C0A-4250-374C-9630-73A2E4A0B64E}" type="pres">
      <dgm:prSet presAssocID="{B31477AB-0952-4423-BBE5-5350E5D39DB1}" presName="root" presStyleCnt="0"/>
      <dgm:spPr/>
    </dgm:pt>
    <dgm:pt modelId="{AC93CFED-8C5B-4348-AB1E-BAF7079BB1CB}" type="pres">
      <dgm:prSet presAssocID="{B31477AB-0952-4423-BBE5-5350E5D39DB1}" presName="rootComposite" presStyleCnt="0"/>
      <dgm:spPr/>
    </dgm:pt>
    <dgm:pt modelId="{B3C2FBA3-FC6E-AD42-A3F2-ECC221B77038}" type="pres">
      <dgm:prSet presAssocID="{B31477AB-0952-4423-BBE5-5350E5D39DB1}" presName="rootText" presStyleLbl="node1" presStyleIdx="2" presStyleCnt="3"/>
      <dgm:spPr/>
    </dgm:pt>
    <dgm:pt modelId="{B24AEAA4-D282-454F-91E2-D690D2C68FF7}" type="pres">
      <dgm:prSet presAssocID="{B31477AB-0952-4423-BBE5-5350E5D39DB1}" presName="rootConnector" presStyleLbl="node1" presStyleIdx="2" presStyleCnt="3"/>
      <dgm:spPr/>
    </dgm:pt>
    <dgm:pt modelId="{48B9F711-2022-3A4B-BCF2-816E047BB2C1}" type="pres">
      <dgm:prSet presAssocID="{B31477AB-0952-4423-BBE5-5350E5D39DB1}" presName="childShape" presStyleCnt="0"/>
      <dgm:spPr/>
    </dgm:pt>
  </dgm:ptLst>
  <dgm:cxnLst>
    <dgm:cxn modelId="{A6F05B04-5EA5-EE42-AB8B-7ABD82E56906}" type="presOf" srcId="{6BFAD8D2-D415-4F93-94B5-0EEAEA3E182B}" destId="{76D65FCA-902F-374A-BECD-FED6187341C9}" srcOrd="0" destOrd="0" presId="urn:microsoft.com/office/officeart/2005/8/layout/hierarchy3"/>
    <dgm:cxn modelId="{613A8813-C158-4301-8F7B-66CF7134CA87}" srcId="{035902CB-1049-483F-AACA-4A8B88FF387C}" destId="{946A4364-7A77-4A50-A61C-81593E6C2853}" srcOrd="1" destOrd="0" parTransId="{8F06AEBE-6179-4000-B415-80C1A98CC16D}" sibTransId="{45B09C9D-AD46-45D3-A991-A9C3C7B06516}"/>
    <dgm:cxn modelId="{B459CE18-B42C-9A4C-8499-EDFBDEA17C37}" type="presOf" srcId="{894333C1-135C-4CB9-AC4F-356F06585F71}" destId="{46CA533B-C4ED-1149-963D-1CEEB2BFBFA6}" srcOrd="0" destOrd="0" presId="urn:microsoft.com/office/officeart/2005/8/layout/hierarchy3"/>
    <dgm:cxn modelId="{18DA8B64-6889-4529-85EA-1AA638D3B2A4}" srcId="{894333C1-135C-4CB9-AC4F-356F06585F71}" destId="{03530DB1-F6BF-4F9F-BDC2-D89400A40647}" srcOrd="0" destOrd="0" parTransId="{6BFAD8D2-D415-4F93-94B5-0EEAEA3E182B}" sibTransId="{78256F1E-3CEE-4203-B1C3-4FDE1B5F39A4}"/>
    <dgm:cxn modelId="{3EF4DF49-796B-E84F-8749-77397E2CB1A4}" type="presOf" srcId="{946A4364-7A77-4A50-A61C-81593E6C2853}" destId="{4FEF8149-ECA1-E747-A045-3120CB030556}" srcOrd="1" destOrd="0" presId="urn:microsoft.com/office/officeart/2005/8/layout/hierarchy3"/>
    <dgm:cxn modelId="{AEA67D55-F83B-4DFE-807C-118320284C0A}" srcId="{035902CB-1049-483F-AACA-4A8B88FF387C}" destId="{B31477AB-0952-4423-BBE5-5350E5D39DB1}" srcOrd="2" destOrd="0" parTransId="{DF153B5C-95CD-4D02-BAAC-DF7E7971801B}" sibTransId="{DDE19524-FA6D-4F5C-8CFF-F1DEB2358D98}"/>
    <dgm:cxn modelId="{607DE3AC-3810-5442-89AF-89D5183F9406}" type="presOf" srcId="{894333C1-135C-4CB9-AC4F-356F06585F71}" destId="{F2A5395E-0FE2-9641-BE4D-405A1D294EE5}" srcOrd="1" destOrd="0" presId="urn:microsoft.com/office/officeart/2005/8/layout/hierarchy3"/>
    <dgm:cxn modelId="{59A295B3-0F54-874E-B431-35168A41170D}" type="presOf" srcId="{B31477AB-0952-4423-BBE5-5350E5D39DB1}" destId="{B24AEAA4-D282-454F-91E2-D690D2C68FF7}" srcOrd="1" destOrd="0" presId="urn:microsoft.com/office/officeart/2005/8/layout/hierarchy3"/>
    <dgm:cxn modelId="{B293FDB4-A91B-2B4A-9A0C-21F7B5DD4E71}" type="presOf" srcId="{34867556-E9A7-4F3D-B79B-C14A7531B33D}" destId="{53FC09C3-8022-9D41-8B05-90C9251D0DF0}" srcOrd="0" destOrd="0" presId="urn:microsoft.com/office/officeart/2005/8/layout/hierarchy3"/>
    <dgm:cxn modelId="{1D6061B7-F4F6-B945-989E-BF2FFFAC42BA}" type="presOf" srcId="{B31477AB-0952-4423-BBE5-5350E5D39DB1}" destId="{B3C2FBA3-FC6E-AD42-A3F2-ECC221B77038}" srcOrd="0" destOrd="0" presId="urn:microsoft.com/office/officeart/2005/8/layout/hierarchy3"/>
    <dgm:cxn modelId="{6D5149C1-7FA2-4F27-A6FC-8DF62630212C}" srcId="{946A4364-7A77-4A50-A61C-81593E6C2853}" destId="{34867556-E9A7-4F3D-B79B-C14A7531B33D}" srcOrd="0" destOrd="0" parTransId="{C4C016A7-3DC6-455E-83B4-CFAA88A78444}" sibTransId="{E5218323-6DE4-4628-B4E5-BC3B412543F9}"/>
    <dgm:cxn modelId="{06B90ECC-00CB-154A-8D5A-878E2ACF7F8D}" type="presOf" srcId="{035902CB-1049-483F-AACA-4A8B88FF387C}" destId="{2733FD6F-EBEA-7A4E-997D-71D710B2D033}" srcOrd="0" destOrd="0" presId="urn:microsoft.com/office/officeart/2005/8/layout/hierarchy3"/>
    <dgm:cxn modelId="{7B7521D9-3184-4240-9C4B-220A366C093A}" srcId="{035902CB-1049-483F-AACA-4A8B88FF387C}" destId="{894333C1-135C-4CB9-AC4F-356F06585F71}" srcOrd="0" destOrd="0" parTransId="{E3049FE7-AEFA-45A6-A4F5-F0013CBE0E5A}" sibTransId="{70710C88-1E0D-493F-B080-D90A7B85F576}"/>
    <dgm:cxn modelId="{9F7721DF-3DFA-D143-8DF2-3D264CF05489}" type="presOf" srcId="{C4C016A7-3DC6-455E-83B4-CFAA88A78444}" destId="{76CD8B58-E848-EE42-BF15-3E25AB1A6532}" srcOrd="0" destOrd="0" presId="urn:microsoft.com/office/officeart/2005/8/layout/hierarchy3"/>
    <dgm:cxn modelId="{BED8EFEC-75EB-A94C-B7BC-63094DF60A48}" type="presOf" srcId="{03530DB1-F6BF-4F9F-BDC2-D89400A40647}" destId="{B3414FAB-B27E-4F4D-8F68-55984AD8F796}" srcOrd="0" destOrd="0" presId="urn:microsoft.com/office/officeart/2005/8/layout/hierarchy3"/>
    <dgm:cxn modelId="{296D54FE-AEE5-244D-927E-D4C35EAA1F2C}" type="presOf" srcId="{946A4364-7A77-4A50-A61C-81593E6C2853}" destId="{7B03E604-E8C1-2B45-987C-807EC633A0DC}" srcOrd="0" destOrd="0" presId="urn:microsoft.com/office/officeart/2005/8/layout/hierarchy3"/>
    <dgm:cxn modelId="{82C61F81-C98C-1344-A81C-62A2644D8F51}" type="presParOf" srcId="{2733FD6F-EBEA-7A4E-997D-71D710B2D033}" destId="{8A571FF9-0E60-344F-9711-09B247659543}" srcOrd="0" destOrd="0" presId="urn:microsoft.com/office/officeart/2005/8/layout/hierarchy3"/>
    <dgm:cxn modelId="{3CFC4643-398D-AE41-8D18-51D87534C102}" type="presParOf" srcId="{8A571FF9-0E60-344F-9711-09B247659543}" destId="{F891B87C-6635-7E4D-B92F-CEBAFBBDF1C3}" srcOrd="0" destOrd="0" presId="urn:microsoft.com/office/officeart/2005/8/layout/hierarchy3"/>
    <dgm:cxn modelId="{7C68FF16-9BF6-DB47-811D-9183EBF06697}" type="presParOf" srcId="{F891B87C-6635-7E4D-B92F-CEBAFBBDF1C3}" destId="{46CA533B-C4ED-1149-963D-1CEEB2BFBFA6}" srcOrd="0" destOrd="0" presId="urn:microsoft.com/office/officeart/2005/8/layout/hierarchy3"/>
    <dgm:cxn modelId="{596A2592-9D04-384D-B034-9490718B98CA}" type="presParOf" srcId="{F891B87C-6635-7E4D-B92F-CEBAFBBDF1C3}" destId="{F2A5395E-0FE2-9641-BE4D-405A1D294EE5}" srcOrd="1" destOrd="0" presId="urn:microsoft.com/office/officeart/2005/8/layout/hierarchy3"/>
    <dgm:cxn modelId="{43AB68A7-2D98-7A4B-B342-C77E9706E4FA}" type="presParOf" srcId="{8A571FF9-0E60-344F-9711-09B247659543}" destId="{C00875D3-6B86-D944-933A-374276AED429}" srcOrd="1" destOrd="0" presId="urn:microsoft.com/office/officeart/2005/8/layout/hierarchy3"/>
    <dgm:cxn modelId="{5D351B92-0765-254E-A938-67067F750828}" type="presParOf" srcId="{C00875D3-6B86-D944-933A-374276AED429}" destId="{76D65FCA-902F-374A-BECD-FED6187341C9}" srcOrd="0" destOrd="0" presId="urn:microsoft.com/office/officeart/2005/8/layout/hierarchy3"/>
    <dgm:cxn modelId="{9D4E6A7E-CA3E-F647-82EA-0A57CC3BB17F}" type="presParOf" srcId="{C00875D3-6B86-D944-933A-374276AED429}" destId="{B3414FAB-B27E-4F4D-8F68-55984AD8F796}" srcOrd="1" destOrd="0" presId="urn:microsoft.com/office/officeart/2005/8/layout/hierarchy3"/>
    <dgm:cxn modelId="{1A6C3557-9C6C-C444-8C0A-6C65826DAA0B}" type="presParOf" srcId="{2733FD6F-EBEA-7A4E-997D-71D710B2D033}" destId="{64E28698-9287-B441-AC53-612B0364BE45}" srcOrd="1" destOrd="0" presId="urn:microsoft.com/office/officeart/2005/8/layout/hierarchy3"/>
    <dgm:cxn modelId="{6946901E-2B22-E04B-84AB-C3C4133A4622}" type="presParOf" srcId="{64E28698-9287-B441-AC53-612B0364BE45}" destId="{C409EC4D-072F-914E-B8A4-E964D6F3C8D0}" srcOrd="0" destOrd="0" presId="urn:microsoft.com/office/officeart/2005/8/layout/hierarchy3"/>
    <dgm:cxn modelId="{5A275226-F9F1-3A49-BC3F-0A030C1462AC}" type="presParOf" srcId="{C409EC4D-072F-914E-B8A4-E964D6F3C8D0}" destId="{7B03E604-E8C1-2B45-987C-807EC633A0DC}" srcOrd="0" destOrd="0" presId="urn:microsoft.com/office/officeart/2005/8/layout/hierarchy3"/>
    <dgm:cxn modelId="{899E3627-1E1C-B34C-82FC-56A673AAD7B3}" type="presParOf" srcId="{C409EC4D-072F-914E-B8A4-E964D6F3C8D0}" destId="{4FEF8149-ECA1-E747-A045-3120CB030556}" srcOrd="1" destOrd="0" presId="urn:microsoft.com/office/officeart/2005/8/layout/hierarchy3"/>
    <dgm:cxn modelId="{AA379D61-88D3-C04D-8E2B-14BE672D71CC}" type="presParOf" srcId="{64E28698-9287-B441-AC53-612B0364BE45}" destId="{1D0C36C7-A1A2-824B-AEB3-076CDB5C477E}" srcOrd="1" destOrd="0" presId="urn:microsoft.com/office/officeart/2005/8/layout/hierarchy3"/>
    <dgm:cxn modelId="{D7A6AAD4-78BC-9243-9822-AA0613E3DFF3}" type="presParOf" srcId="{1D0C36C7-A1A2-824B-AEB3-076CDB5C477E}" destId="{76CD8B58-E848-EE42-BF15-3E25AB1A6532}" srcOrd="0" destOrd="0" presId="urn:microsoft.com/office/officeart/2005/8/layout/hierarchy3"/>
    <dgm:cxn modelId="{B02906D4-2AD6-064D-A4B7-8E529CA73673}" type="presParOf" srcId="{1D0C36C7-A1A2-824B-AEB3-076CDB5C477E}" destId="{53FC09C3-8022-9D41-8B05-90C9251D0DF0}" srcOrd="1" destOrd="0" presId="urn:microsoft.com/office/officeart/2005/8/layout/hierarchy3"/>
    <dgm:cxn modelId="{E45EC374-8035-6B42-A10C-88BED8D17986}" type="presParOf" srcId="{2733FD6F-EBEA-7A4E-997D-71D710B2D033}" destId="{CD902C0A-4250-374C-9630-73A2E4A0B64E}" srcOrd="2" destOrd="0" presId="urn:microsoft.com/office/officeart/2005/8/layout/hierarchy3"/>
    <dgm:cxn modelId="{90003BD0-D53F-8D45-8C49-7FE8066C5624}" type="presParOf" srcId="{CD902C0A-4250-374C-9630-73A2E4A0B64E}" destId="{AC93CFED-8C5B-4348-AB1E-BAF7079BB1CB}" srcOrd="0" destOrd="0" presId="urn:microsoft.com/office/officeart/2005/8/layout/hierarchy3"/>
    <dgm:cxn modelId="{53FD3D53-2AB1-DD40-BEA2-947B0B6D590F}" type="presParOf" srcId="{AC93CFED-8C5B-4348-AB1E-BAF7079BB1CB}" destId="{B3C2FBA3-FC6E-AD42-A3F2-ECC221B77038}" srcOrd="0" destOrd="0" presId="urn:microsoft.com/office/officeart/2005/8/layout/hierarchy3"/>
    <dgm:cxn modelId="{F4342705-4AE3-7348-815D-49C67EB9C2DE}" type="presParOf" srcId="{AC93CFED-8C5B-4348-AB1E-BAF7079BB1CB}" destId="{B24AEAA4-D282-454F-91E2-D690D2C68FF7}" srcOrd="1" destOrd="0" presId="urn:microsoft.com/office/officeart/2005/8/layout/hierarchy3"/>
    <dgm:cxn modelId="{66C1A116-1B52-7D47-A321-82A502FBFD19}" type="presParOf" srcId="{CD902C0A-4250-374C-9630-73A2E4A0B64E}" destId="{48B9F711-2022-3A4B-BCF2-816E047BB2C1}"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0D356B4-B5AB-473A-9903-DBC6B524FD2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F50529F-6FCB-4082-B272-71731001928B}">
      <dgm:prSet/>
      <dgm:spPr/>
      <dgm:t>
        <a:bodyPr/>
        <a:lstStyle/>
        <a:p>
          <a:r>
            <a:rPr lang="en-MY"/>
            <a:t>Cost reduction (CAPEX to OPEX shift).</a:t>
          </a:r>
          <a:endParaRPr lang="en-US"/>
        </a:p>
      </dgm:t>
    </dgm:pt>
    <dgm:pt modelId="{A5C3C30A-BBBD-43F8-BF59-372041E3C36C}" type="parTrans" cxnId="{1B907B11-C085-4186-BF5C-EF8776A705F7}">
      <dgm:prSet/>
      <dgm:spPr/>
      <dgm:t>
        <a:bodyPr/>
        <a:lstStyle/>
        <a:p>
          <a:endParaRPr lang="en-US"/>
        </a:p>
      </dgm:t>
    </dgm:pt>
    <dgm:pt modelId="{B558381C-5DDC-4FE4-894C-4FEE4DD67769}" type="sibTrans" cxnId="{1B907B11-C085-4186-BF5C-EF8776A705F7}">
      <dgm:prSet/>
      <dgm:spPr/>
      <dgm:t>
        <a:bodyPr/>
        <a:lstStyle/>
        <a:p>
          <a:endParaRPr lang="en-US"/>
        </a:p>
      </dgm:t>
    </dgm:pt>
    <dgm:pt modelId="{77C6B051-F9B0-4AB2-A9D3-9D3630AD4CB5}">
      <dgm:prSet/>
      <dgm:spPr/>
      <dgm:t>
        <a:bodyPr/>
        <a:lstStyle/>
        <a:p>
          <a:r>
            <a:rPr lang="en-MY"/>
            <a:t>Improved scalability and flexibility.</a:t>
          </a:r>
          <a:endParaRPr lang="en-US"/>
        </a:p>
      </dgm:t>
    </dgm:pt>
    <dgm:pt modelId="{5E6281C3-6302-467C-8B89-ED6E74AA5E6B}" type="parTrans" cxnId="{C59FEB78-BF58-44E3-9F81-2E3E939195A9}">
      <dgm:prSet/>
      <dgm:spPr/>
      <dgm:t>
        <a:bodyPr/>
        <a:lstStyle/>
        <a:p>
          <a:endParaRPr lang="en-US"/>
        </a:p>
      </dgm:t>
    </dgm:pt>
    <dgm:pt modelId="{9AB956F1-8877-4C29-B80F-0FBB7B8A5C21}" type="sibTrans" cxnId="{C59FEB78-BF58-44E3-9F81-2E3E939195A9}">
      <dgm:prSet/>
      <dgm:spPr/>
      <dgm:t>
        <a:bodyPr/>
        <a:lstStyle/>
        <a:p>
          <a:endParaRPr lang="en-US"/>
        </a:p>
      </dgm:t>
    </dgm:pt>
    <dgm:pt modelId="{A7C084A3-F50C-4F9A-896A-CB8CC7E5911A}">
      <dgm:prSet/>
      <dgm:spPr/>
      <dgm:t>
        <a:bodyPr/>
        <a:lstStyle/>
        <a:p>
          <a:r>
            <a:rPr lang="en-MY"/>
            <a:t>Faster time-to-market for applications.</a:t>
          </a:r>
          <a:endParaRPr lang="en-US"/>
        </a:p>
      </dgm:t>
    </dgm:pt>
    <dgm:pt modelId="{CD6AEBAF-CFC3-4DC3-931B-72F2C5DCD6BB}" type="parTrans" cxnId="{4D2FB976-AA7B-43C3-B723-FE9439D48AD9}">
      <dgm:prSet/>
      <dgm:spPr/>
      <dgm:t>
        <a:bodyPr/>
        <a:lstStyle/>
        <a:p>
          <a:endParaRPr lang="en-US"/>
        </a:p>
      </dgm:t>
    </dgm:pt>
    <dgm:pt modelId="{1FE55347-A249-4020-8CE9-38D2C1C98CF7}" type="sibTrans" cxnId="{4D2FB976-AA7B-43C3-B723-FE9439D48AD9}">
      <dgm:prSet/>
      <dgm:spPr/>
      <dgm:t>
        <a:bodyPr/>
        <a:lstStyle/>
        <a:p>
          <a:endParaRPr lang="en-US"/>
        </a:p>
      </dgm:t>
    </dgm:pt>
    <dgm:pt modelId="{D2F5AC0C-C794-4ACD-83F1-9064345EBD54}">
      <dgm:prSet/>
      <dgm:spPr/>
      <dgm:t>
        <a:bodyPr/>
        <a:lstStyle/>
        <a:p>
          <a:r>
            <a:rPr lang="en-MY"/>
            <a:t>Enhanced security features provided by cloud providers.</a:t>
          </a:r>
          <a:endParaRPr lang="en-US"/>
        </a:p>
      </dgm:t>
    </dgm:pt>
    <dgm:pt modelId="{A8CC096D-0BBD-40A6-9A82-53D8B5C38F8A}" type="parTrans" cxnId="{24F86AC9-90AC-4053-9920-A70983722191}">
      <dgm:prSet/>
      <dgm:spPr/>
      <dgm:t>
        <a:bodyPr/>
        <a:lstStyle/>
        <a:p>
          <a:endParaRPr lang="en-US"/>
        </a:p>
      </dgm:t>
    </dgm:pt>
    <dgm:pt modelId="{F4C41ABA-6111-4C1D-927D-D7726FA8D70D}" type="sibTrans" cxnId="{24F86AC9-90AC-4053-9920-A70983722191}">
      <dgm:prSet/>
      <dgm:spPr/>
      <dgm:t>
        <a:bodyPr/>
        <a:lstStyle/>
        <a:p>
          <a:endParaRPr lang="en-US"/>
        </a:p>
      </dgm:t>
    </dgm:pt>
    <dgm:pt modelId="{738CC46B-F1B8-42C1-89D1-492A1B7B95C8}" type="pres">
      <dgm:prSet presAssocID="{A0D356B4-B5AB-473A-9903-DBC6B524FD21}" presName="root" presStyleCnt="0">
        <dgm:presLayoutVars>
          <dgm:dir/>
          <dgm:resizeHandles val="exact"/>
        </dgm:presLayoutVars>
      </dgm:prSet>
      <dgm:spPr/>
    </dgm:pt>
    <dgm:pt modelId="{D0F93D13-2D6D-4B01-AA9A-0218D0ECDD71}" type="pres">
      <dgm:prSet presAssocID="{3F50529F-6FCB-4082-B272-71731001928B}" presName="compNode" presStyleCnt="0"/>
      <dgm:spPr/>
    </dgm:pt>
    <dgm:pt modelId="{7E30DA30-9637-44F3-878E-41ACFEAEB5FF}" type="pres">
      <dgm:prSet presAssocID="{3F50529F-6FCB-4082-B272-71731001928B}" presName="bgRect" presStyleLbl="bgShp" presStyleIdx="0" presStyleCnt="4"/>
      <dgm:spPr/>
    </dgm:pt>
    <dgm:pt modelId="{5DC6A933-1420-4B11-8849-A3FEABF2F051}" type="pres">
      <dgm:prSet presAssocID="{3F50529F-6FCB-4082-B272-71731001928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Yuan"/>
        </a:ext>
      </dgm:extLst>
    </dgm:pt>
    <dgm:pt modelId="{1A52209F-D732-446D-A008-AEF2FE22C460}" type="pres">
      <dgm:prSet presAssocID="{3F50529F-6FCB-4082-B272-71731001928B}" presName="spaceRect" presStyleCnt="0"/>
      <dgm:spPr/>
    </dgm:pt>
    <dgm:pt modelId="{6510EA05-70FE-40C1-BC99-D0C854BBD952}" type="pres">
      <dgm:prSet presAssocID="{3F50529F-6FCB-4082-B272-71731001928B}" presName="parTx" presStyleLbl="revTx" presStyleIdx="0" presStyleCnt="4">
        <dgm:presLayoutVars>
          <dgm:chMax val="0"/>
          <dgm:chPref val="0"/>
        </dgm:presLayoutVars>
      </dgm:prSet>
      <dgm:spPr/>
    </dgm:pt>
    <dgm:pt modelId="{4C898076-477F-4144-AD80-753E2F61EE03}" type="pres">
      <dgm:prSet presAssocID="{B558381C-5DDC-4FE4-894C-4FEE4DD67769}" presName="sibTrans" presStyleCnt="0"/>
      <dgm:spPr/>
    </dgm:pt>
    <dgm:pt modelId="{E054998A-A2ED-4950-9D7A-E9E14AEA8B12}" type="pres">
      <dgm:prSet presAssocID="{77C6B051-F9B0-4AB2-A9D3-9D3630AD4CB5}" presName="compNode" presStyleCnt="0"/>
      <dgm:spPr/>
    </dgm:pt>
    <dgm:pt modelId="{45C8B420-5F7B-46A3-8CD3-9B98917938C2}" type="pres">
      <dgm:prSet presAssocID="{77C6B051-F9B0-4AB2-A9D3-9D3630AD4CB5}" presName="bgRect" presStyleLbl="bgShp" presStyleIdx="1" presStyleCnt="4"/>
      <dgm:spPr/>
    </dgm:pt>
    <dgm:pt modelId="{7E9267F5-EED7-44B1-A74E-EA04E0DB1DB8}" type="pres">
      <dgm:prSet presAssocID="{77C6B051-F9B0-4AB2-A9D3-9D3630AD4CB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3B01D1C0-8503-4C04-B259-53C102B056C9}" type="pres">
      <dgm:prSet presAssocID="{77C6B051-F9B0-4AB2-A9D3-9D3630AD4CB5}" presName="spaceRect" presStyleCnt="0"/>
      <dgm:spPr/>
    </dgm:pt>
    <dgm:pt modelId="{A805C4DE-908D-4C47-80C6-4C6E88DAF8BF}" type="pres">
      <dgm:prSet presAssocID="{77C6B051-F9B0-4AB2-A9D3-9D3630AD4CB5}" presName="parTx" presStyleLbl="revTx" presStyleIdx="1" presStyleCnt="4">
        <dgm:presLayoutVars>
          <dgm:chMax val="0"/>
          <dgm:chPref val="0"/>
        </dgm:presLayoutVars>
      </dgm:prSet>
      <dgm:spPr/>
    </dgm:pt>
    <dgm:pt modelId="{90DAD3D3-FD44-4DD6-9976-FFD05C11A24D}" type="pres">
      <dgm:prSet presAssocID="{9AB956F1-8877-4C29-B80F-0FBB7B8A5C21}" presName="sibTrans" presStyleCnt="0"/>
      <dgm:spPr/>
    </dgm:pt>
    <dgm:pt modelId="{6A9DA976-A198-41F5-BB50-2615019E7FD9}" type="pres">
      <dgm:prSet presAssocID="{A7C084A3-F50C-4F9A-896A-CB8CC7E5911A}" presName="compNode" presStyleCnt="0"/>
      <dgm:spPr/>
    </dgm:pt>
    <dgm:pt modelId="{E641EB25-92BE-468B-9555-968ECCE0F7A3}" type="pres">
      <dgm:prSet presAssocID="{A7C084A3-F50C-4F9A-896A-CB8CC7E5911A}" presName="bgRect" presStyleLbl="bgShp" presStyleIdx="2" presStyleCnt="4"/>
      <dgm:spPr/>
    </dgm:pt>
    <dgm:pt modelId="{4D9EDD39-3017-4089-B109-9E507A53C4E0}" type="pres">
      <dgm:prSet presAssocID="{A7C084A3-F50C-4F9A-896A-CB8CC7E5911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urglass Finished"/>
        </a:ext>
      </dgm:extLst>
    </dgm:pt>
    <dgm:pt modelId="{7CE7CE32-B385-45DA-9C5A-47DBBF430900}" type="pres">
      <dgm:prSet presAssocID="{A7C084A3-F50C-4F9A-896A-CB8CC7E5911A}" presName="spaceRect" presStyleCnt="0"/>
      <dgm:spPr/>
    </dgm:pt>
    <dgm:pt modelId="{F200A807-AEF3-4322-920B-9424A2F09C60}" type="pres">
      <dgm:prSet presAssocID="{A7C084A3-F50C-4F9A-896A-CB8CC7E5911A}" presName="parTx" presStyleLbl="revTx" presStyleIdx="2" presStyleCnt="4">
        <dgm:presLayoutVars>
          <dgm:chMax val="0"/>
          <dgm:chPref val="0"/>
        </dgm:presLayoutVars>
      </dgm:prSet>
      <dgm:spPr/>
    </dgm:pt>
    <dgm:pt modelId="{D34C93C8-D288-4178-8D9D-EFF42FDDC497}" type="pres">
      <dgm:prSet presAssocID="{1FE55347-A249-4020-8CE9-38D2C1C98CF7}" presName="sibTrans" presStyleCnt="0"/>
      <dgm:spPr/>
    </dgm:pt>
    <dgm:pt modelId="{C5FCF608-E8AC-4DF8-B41A-441A15D1AB09}" type="pres">
      <dgm:prSet presAssocID="{D2F5AC0C-C794-4ACD-83F1-9064345EBD54}" presName="compNode" presStyleCnt="0"/>
      <dgm:spPr/>
    </dgm:pt>
    <dgm:pt modelId="{9E761BF5-233F-4D0C-9A21-8A993485545A}" type="pres">
      <dgm:prSet presAssocID="{D2F5AC0C-C794-4ACD-83F1-9064345EBD54}" presName="bgRect" presStyleLbl="bgShp" presStyleIdx="3" presStyleCnt="4"/>
      <dgm:spPr/>
    </dgm:pt>
    <dgm:pt modelId="{8470DA2C-EF43-4421-ABE2-41CB5BDA72E8}" type="pres">
      <dgm:prSet presAssocID="{D2F5AC0C-C794-4ACD-83F1-9064345EBD5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yncing Cloud"/>
        </a:ext>
      </dgm:extLst>
    </dgm:pt>
    <dgm:pt modelId="{0B9D10CC-7A98-49A1-8035-114F711F367A}" type="pres">
      <dgm:prSet presAssocID="{D2F5AC0C-C794-4ACD-83F1-9064345EBD54}" presName="spaceRect" presStyleCnt="0"/>
      <dgm:spPr/>
    </dgm:pt>
    <dgm:pt modelId="{CEFF8517-28F3-4CC9-BE92-8BF1331109B7}" type="pres">
      <dgm:prSet presAssocID="{D2F5AC0C-C794-4ACD-83F1-9064345EBD54}" presName="parTx" presStyleLbl="revTx" presStyleIdx="3" presStyleCnt="4">
        <dgm:presLayoutVars>
          <dgm:chMax val="0"/>
          <dgm:chPref val="0"/>
        </dgm:presLayoutVars>
      </dgm:prSet>
      <dgm:spPr/>
    </dgm:pt>
  </dgm:ptLst>
  <dgm:cxnLst>
    <dgm:cxn modelId="{F03C6C05-3159-4707-ACC9-129B4A6998C4}" type="presOf" srcId="{D2F5AC0C-C794-4ACD-83F1-9064345EBD54}" destId="{CEFF8517-28F3-4CC9-BE92-8BF1331109B7}" srcOrd="0" destOrd="0" presId="urn:microsoft.com/office/officeart/2018/2/layout/IconVerticalSolidList"/>
    <dgm:cxn modelId="{1B907B11-C085-4186-BF5C-EF8776A705F7}" srcId="{A0D356B4-B5AB-473A-9903-DBC6B524FD21}" destId="{3F50529F-6FCB-4082-B272-71731001928B}" srcOrd="0" destOrd="0" parTransId="{A5C3C30A-BBBD-43F8-BF59-372041E3C36C}" sibTransId="{B558381C-5DDC-4FE4-894C-4FEE4DD67769}"/>
    <dgm:cxn modelId="{6C275420-BCD0-487E-8095-617C4B8B04B2}" type="presOf" srcId="{A0D356B4-B5AB-473A-9903-DBC6B524FD21}" destId="{738CC46B-F1B8-42C1-89D1-492A1B7B95C8}" srcOrd="0" destOrd="0" presId="urn:microsoft.com/office/officeart/2018/2/layout/IconVerticalSolidList"/>
    <dgm:cxn modelId="{4D2FB976-AA7B-43C3-B723-FE9439D48AD9}" srcId="{A0D356B4-B5AB-473A-9903-DBC6B524FD21}" destId="{A7C084A3-F50C-4F9A-896A-CB8CC7E5911A}" srcOrd="2" destOrd="0" parTransId="{CD6AEBAF-CFC3-4DC3-931B-72F2C5DCD6BB}" sibTransId="{1FE55347-A249-4020-8CE9-38D2C1C98CF7}"/>
    <dgm:cxn modelId="{C59FEB78-BF58-44E3-9F81-2E3E939195A9}" srcId="{A0D356B4-B5AB-473A-9903-DBC6B524FD21}" destId="{77C6B051-F9B0-4AB2-A9D3-9D3630AD4CB5}" srcOrd="1" destOrd="0" parTransId="{5E6281C3-6302-467C-8B89-ED6E74AA5E6B}" sibTransId="{9AB956F1-8877-4C29-B80F-0FBB7B8A5C21}"/>
    <dgm:cxn modelId="{755A7CB5-77E4-48A1-84E5-F9A133E400F8}" type="presOf" srcId="{3F50529F-6FCB-4082-B272-71731001928B}" destId="{6510EA05-70FE-40C1-BC99-D0C854BBD952}" srcOrd="0" destOrd="0" presId="urn:microsoft.com/office/officeart/2018/2/layout/IconVerticalSolidList"/>
    <dgm:cxn modelId="{472BA5C5-EB68-45CE-884B-2A719EBCDEEC}" type="presOf" srcId="{77C6B051-F9B0-4AB2-A9D3-9D3630AD4CB5}" destId="{A805C4DE-908D-4C47-80C6-4C6E88DAF8BF}" srcOrd="0" destOrd="0" presId="urn:microsoft.com/office/officeart/2018/2/layout/IconVerticalSolidList"/>
    <dgm:cxn modelId="{24F86AC9-90AC-4053-9920-A70983722191}" srcId="{A0D356B4-B5AB-473A-9903-DBC6B524FD21}" destId="{D2F5AC0C-C794-4ACD-83F1-9064345EBD54}" srcOrd="3" destOrd="0" parTransId="{A8CC096D-0BBD-40A6-9A82-53D8B5C38F8A}" sibTransId="{F4C41ABA-6111-4C1D-927D-D7726FA8D70D}"/>
    <dgm:cxn modelId="{36CFC6E7-2AD2-416F-9288-31E183583433}" type="presOf" srcId="{A7C084A3-F50C-4F9A-896A-CB8CC7E5911A}" destId="{F200A807-AEF3-4322-920B-9424A2F09C60}" srcOrd="0" destOrd="0" presId="urn:microsoft.com/office/officeart/2018/2/layout/IconVerticalSolidList"/>
    <dgm:cxn modelId="{FAC905A5-8D4D-43CF-8E47-74ECB4C6C7D4}" type="presParOf" srcId="{738CC46B-F1B8-42C1-89D1-492A1B7B95C8}" destId="{D0F93D13-2D6D-4B01-AA9A-0218D0ECDD71}" srcOrd="0" destOrd="0" presId="urn:microsoft.com/office/officeart/2018/2/layout/IconVerticalSolidList"/>
    <dgm:cxn modelId="{B62AE60F-C0B1-42CF-90AE-58B81100B31A}" type="presParOf" srcId="{D0F93D13-2D6D-4B01-AA9A-0218D0ECDD71}" destId="{7E30DA30-9637-44F3-878E-41ACFEAEB5FF}" srcOrd="0" destOrd="0" presId="urn:microsoft.com/office/officeart/2018/2/layout/IconVerticalSolidList"/>
    <dgm:cxn modelId="{484C94A9-D9FC-4DE5-A67C-32DE136B0297}" type="presParOf" srcId="{D0F93D13-2D6D-4B01-AA9A-0218D0ECDD71}" destId="{5DC6A933-1420-4B11-8849-A3FEABF2F051}" srcOrd="1" destOrd="0" presId="urn:microsoft.com/office/officeart/2018/2/layout/IconVerticalSolidList"/>
    <dgm:cxn modelId="{48D91541-22A7-4AAF-935C-082DAA10EB54}" type="presParOf" srcId="{D0F93D13-2D6D-4B01-AA9A-0218D0ECDD71}" destId="{1A52209F-D732-446D-A008-AEF2FE22C460}" srcOrd="2" destOrd="0" presId="urn:microsoft.com/office/officeart/2018/2/layout/IconVerticalSolidList"/>
    <dgm:cxn modelId="{F4EC4B43-5FFB-4472-910B-A868BD3D9706}" type="presParOf" srcId="{D0F93D13-2D6D-4B01-AA9A-0218D0ECDD71}" destId="{6510EA05-70FE-40C1-BC99-D0C854BBD952}" srcOrd="3" destOrd="0" presId="urn:microsoft.com/office/officeart/2018/2/layout/IconVerticalSolidList"/>
    <dgm:cxn modelId="{766771CC-AC94-44AD-825D-CFEB5738C103}" type="presParOf" srcId="{738CC46B-F1B8-42C1-89D1-492A1B7B95C8}" destId="{4C898076-477F-4144-AD80-753E2F61EE03}" srcOrd="1" destOrd="0" presId="urn:microsoft.com/office/officeart/2018/2/layout/IconVerticalSolidList"/>
    <dgm:cxn modelId="{68EDFF48-E089-4FCA-BBAA-76BFBDCF2E54}" type="presParOf" srcId="{738CC46B-F1B8-42C1-89D1-492A1B7B95C8}" destId="{E054998A-A2ED-4950-9D7A-E9E14AEA8B12}" srcOrd="2" destOrd="0" presId="urn:microsoft.com/office/officeart/2018/2/layout/IconVerticalSolidList"/>
    <dgm:cxn modelId="{7DF92357-6F8F-49ED-AED9-39FD2670D785}" type="presParOf" srcId="{E054998A-A2ED-4950-9D7A-E9E14AEA8B12}" destId="{45C8B420-5F7B-46A3-8CD3-9B98917938C2}" srcOrd="0" destOrd="0" presId="urn:microsoft.com/office/officeart/2018/2/layout/IconVerticalSolidList"/>
    <dgm:cxn modelId="{7B7B0622-6BDD-4BDB-A919-9FFD53BF8FB7}" type="presParOf" srcId="{E054998A-A2ED-4950-9D7A-E9E14AEA8B12}" destId="{7E9267F5-EED7-44B1-A74E-EA04E0DB1DB8}" srcOrd="1" destOrd="0" presId="urn:microsoft.com/office/officeart/2018/2/layout/IconVerticalSolidList"/>
    <dgm:cxn modelId="{D9E4D963-E23C-4618-813A-AC474D2CADF3}" type="presParOf" srcId="{E054998A-A2ED-4950-9D7A-E9E14AEA8B12}" destId="{3B01D1C0-8503-4C04-B259-53C102B056C9}" srcOrd="2" destOrd="0" presId="urn:microsoft.com/office/officeart/2018/2/layout/IconVerticalSolidList"/>
    <dgm:cxn modelId="{8C4FE8A9-DE23-41F2-B0FE-9555D56DA6AF}" type="presParOf" srcId="{E054998A-A2ED-4950-9D7A-E9E14AEA8B12}" destId="{A805C4DE-908D-4C47-80C6-4C6E88DAF8BF}" srcOrd="3" destOrd="0" presId="urn:microsoft.com/office/officeart/2018/2/layout/IconVerticalSolidList"/>
    <dgm:cxn modelId="{16E3DF5E-0638-4A1A-A864-14F111F072E3}" type="presParOf" srcId="{738CC46B-F1B8-42C1-89D1-492A1B7B95C8}" destId="{90DAD3D3-FD44-4DD6-9976-FFD05C11A24D}" srcOrd="3" destOrd="0" presId="urn:microsoft.com/office/officeart/2018/2/layout/IconVerticalSolidList"/>
    <dgm:cxn modelId="{DC643806-966D-4201-AB07-E68C02CFBA7E}" type="presParOf" srcId="{738CC46B-F1B8-42C1-89D1-492A1B7B95C8}" destId="{6A9DA976-A198-41F5-BB50-2615019E7FD9}" srcOrd="4" destOrd="0" presId="urn:microsoft.com/office/officeart/2018/2/layout/IconVerticalSolidList"/>
    <dgm:cxn modelId="{CCA6C978-5C5D-4483-8F7F-5877CE9F3FA7}" type="presParOf" srcId="{6A9DA976-A198-41F5-BB50-2615019E7FD9}" destId="{E641EB25-92BE-468B-9555-968ECCE0F7A3}" srcOrd="0" destOrd="0" presId="urn:microsoft.com/office/officeart/2018/2/layout/IconVerticalSolidList"/>
    <dgm:cxn modelId="{81D48375-2BAE-461C-AC68-A7DC19AC2AFC}" type="presParOf" srcId="{6A9DA976-A198-41F5-BB50-2615019E7FD9}" destId="{4D9EDD39-3017-4089-B109-9E507A53C4E0}" srcOrd="1" destOrd="0" presId="urn:microsoft.com/office/officeart/2018/2/layout/IconVerticalSolidList"/>
    <dgm:cxn modelId="{4D3A5DCA-AD56-4FF1-BE47-538D69D5C40C}" type="presParOf" srcId="{6A9DA976-A198-41F5-BB50-2615019E7FD9}" destId="{7CE7CE32-B385-45DA-9C5A-47DBBF430900}" srcOrd="2" destOrd="0" presId="urn:microsoft.com/office/officeart/2018/2/layout/IconVerticalSolidList"/>
    <dgm:cxn modelId="{294722AB-CF66-413C-AACD-C70C81CBA5FA}" type="presParOf" srcId="{6A9DA976-A198-41F5-BB50-2615019E7FD9}" destId="{F200A807-AEF3-4322-920B-9424A2F09C60}" srcOrd="3" destOrd="0" presId="urn:microsoft.com/office/officeart/2018/2/layout/IconVerticalSolidList"/>
    <dgm:cxn modelId="{266747C2-79DF-43AE-A304-A20A42C39CEA}" type="presParOf" srcId="{738CC46B-F1B8-42C1-89D1-492A1B7B95C8}" destId="{D34C93C8-D288-4178-8D9D-EFF42FDDC497}" srcOrd="5" destOrd="0" presId="urn:microsoft.com/office/officeart/2018/2/layout/IconVerticalSolidList"/>
    <dgm:cxn modelId="{608BFA5A-04DE-420E-ACA7-B2E095CBDB51}" type="presParOf" srcId="{738CC46B-F1B8-42C1-89D1-492A1B7B95C8}" destId="{C5FCF608-E8AC-4DF8-B41A-441A15D1AB09}" srcOrd="6" destOrd="0" presId="urn:microsoft.com/office/officeart/2018/2/layout/IconVerticalSolidList"/>
    <dgm:cxn modelId="{70A3116B-F277-4728-96BC-0D25C372229F}" type="presParOf" srcId="{C5FCF608-E8AC-4DF8-B41A-441A15D1AB09}" destId="{9E761BF5-233F-4D0C-9A21-8A993485545A}" srcOrd="0" destOrd="0" presId="urn:microsoft.com/office/officeart/2018/2/layout/IconVerticalSolidList"/>
    <dgm:cxn modelId="{DDB67906-91FA-4A60-9A14-415C905342A2}" type="presParOf" srcId="{C5FCF608-E8AC-4DF8-B41A-441A15D1AB09}" destId="{8470DA2C-EF43-4421-ABE2-41CB5BDA72E8}" srcOrd="1" destOrd="0" presId="urn:microsoft.com/office/officeart/2018/2/layout/IconVerticalSolidList"/>
    <dgm:cxn modelId="{1F4A9993-A6F0-4C6C-9B43-3265D913BD1B}" type="presParOf" srcId="{C5FCF608-E8AC-4DF8-B41A-441A15D1AB09}" destId="{0B9D10CC-7A98-49A1-8035-114F711F367A}" srcOrd="2" destOrd="0" presId="urn:microsoft.com/office/officeart/2018/2/layout/IconVerticalSolidList"/>
    <dgm:cxn modelId="{9926D198-33DF-4034-99F9-574B02680E7A}" type="presParOf" srcId="{C5FCF608-E8AC-4DF8-B41A-441A15D1AB09}" destId="{CEFF8517-28F3-4CC9-BE92-8BF1331109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A9FF706-F001-4C4F-9493-DCD830040154}"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F55E36D6-D7E1-40A5-BAB9-AFA7EB847B03}">
      <dgm:prSet/>
      <dgm:spPr/>
      <dgm:t>
        <a:bodyPr/>
        <a:lstStyle/>
        <a:p>
          <a:pPr>
            <a:lnSpc>
              <a:spcPct val="100000"/>
            </a:lnSpc>
            <a:defRPr b="1"/>
          </a:pPr>
          <a:r>
            <a:rPr lang="en-MY" b="1"/>
            <a:t>Business Advantages:</a:t>
          </a:r>
          <a:endParaRPr lang="en-US"/>
        </a:p>
      </dgm:t>
    </dgm:pt>
    <dgm:pt modelId="{A01F7D88-1D27-4F75-87BC-3D1ECDD31A1A}" type="parTrans" cxnId="{DC07E8DB-AAF4-4797-8605-2227EEAD602B}">
      <dgm:prSet/>
      <dgm:spPr/>
      <dgm:t>
        <a:bodyPr/>
        <a:lstStyle/>
        <a:p>
          <a:endParaRPr lang="en-US"/>
        </a:p>
      </dgm:t>
    </dgm:pt>
    <dgm:pt modelId="{497636FE-ABC5-44A9-BA7D-42A5CDBC80F3}" type="sibTrans" cxnId="{DC07E8DB-AAF4-4797-8605-2227EEAD602B}">
      <dgm:prSet/>
      <dgm:spPr/>
      <dgm:t>
        <a:bodyPr/>
        <a:lstStyle/>
        <a:p>
          <a:endParaRPr lang="en-US"/>
        </a:p>
      </dgm:t>
    </dgm:pt>
    <dgm:pt modelId="{5C497A2E-FBD7-4975-8013-58D5E2C60159}">
      <dgm:prSet/>
      <dgm:spPr/>
      <dgm:t>
        <a:bodyPr/>
        <a:lstStyle/>
        <a:p>
          <a:pPr>
            <a:lnSpc>
              <a:spcPct val="100000"/>
            </a:lnSpc>
          </a:pPr>
          <a:r>
            <a:rPr lang="en-MY"/>
            <a:t>Scalability for growing workloads</a:t>
          </a:r>
          <a:endParaRPr lang="en-US"/>
        </a:p>
      </dgm:t>
    </dgm:pt>
    <dgm:pt modelId="{73A93F1D-041C-4A69-923E-E5D8B1054E69}" type="parTrans" cxnId="{A9DCF1F7-9AF4-4190-B998-684552D85214}">
      <dgm:prSet/>
      <dgm:spPr/>
      <dgm:t>
        <a:bodyPr/>
        <a:lstStyle/>
        <a:p>
          <a:endParaRPr lang="en-US"/>
        </a:p>
      </dgm:t>
    </dgm:pt>
    <dgm:pt modelId="{CE2ECEAB-7276-4BA9-A83A-977057D54530}" type="sibTrans" cxnId="{A9DCF1F7-9AF4-4190-B998-684552D85214}">
      <dgm:prSet/>
      <dgm:spPr/>
      <dgm:t>
        <a:bodyPr/>
        <a:lstStyle/>
        <a:p>
          <a:endParaRPr lang="en-US"/>
        </a:p>
      </dgm:t>
    </dgm:pt>
    <dgm:pt modelId="{4D2503C0-68D6-4755-B586-BED58DB83576}">
      <dgm:prSet/>
      <dgm:spPr/>
      <dgm:t>
        <a:bodyPr/>
        <a:lstStyle/>
        <a:p>
          <a:pPr>
            <a:lnSpc>
              <a:spcPct val="100000"/>
            </a:lnSpc>
          </a:pPr>
          <a:r>
            <a:rPr lang="en-MY"/>
            <a:t>Cost-effective model (operational vs. capital expenses)</a:t>
          </a:r>
          <a:endParaRPr lang="en-US"/>
        </a:p>
      </dgm:t>
    </dgm:pt>
    <dgm:pt modelId="{3C65F770-3AF2-416A-995C-29D04646F683}" type="parTrans" cxnId="{7256CFB3-CECE-4211-B672-6D6596812726}">
      <dgm:prSet/>
      <dgm:spPr/>
      <dgm:t>
        <a:bodyPr/>
        <a:lstStyle/>
        <a:p>
          <a:endParaRPr lang="en-US"/>
        </a:p>
      </dgm:t>
    </dgm:pt>
    <dgm:pt modelId="{23D805B5-53F0-4D92-A86D-392CBE25E404}" type="sibTrans" cxnId="{7256CFB3-CECE-4211-B672-6D6596812726}">
      <dgm:prSet/>
      <dgm:spPr/>
      <dgm:t>
        <a:bodyPr/>
        <a:lstStyle/>
        <a:p>
          <a:endParaRPr lang="en-US"/>
        </a:p>
      </dgm:t>
    </dgm:pt>
    <dgm:pt modelId="{BC541AED-820E-4B3B-B3F6-077C45AA7A95}">
      <dgm:prSet/>
      <dgm:spPr/>
      <dgm:t>
        <a:bodyPr/>
        <a:lstStyle/>
        <a:p>
          <a:pPr>
            <a:lnSpc>
              <a:spcPct val="100000"/>
            </a:lnSpc>
          </a:pPr>
          <a:r>
            <a:rPr lang="en-MY"/>
            <a:t>Faster deployment of new services</a:t>
          </a:r>
          <a:endParaRPr lang="en-US"/>
        </a:p>
      </dgm:t>
    </dgm:pt>
    <dgm:pt modelId="{617EEEEA-E08B-4AA8-9407-A0DFD483C79D}" type="parTrans" cxnId="{982B1DA9-4FA6-4176-BDDC-709267F2F865}">
      <dgm:prSet/>
      <dgm:spPr/>
      <dgm:t>
        <a:bodyPr/>
        <a:lstStyle/>
        <a:p>
          <a:endParaRPr lang="en-US"/>
        </a:p>
      </dgm:t>
    </dgm:pt>
    <dgm:pt modelId="{D0F94EC0-EA16-4D3B-9E5F-90D80DCF2DEE}" type="sibTrans" cxnId="{982B1DA9-4FA6-4176-BDDC-709267F2F865}">
      <dgm:prSet/>
      <dgm:spPr/>
      <dgm:t>
        <a:bodyPr/>
        <a:lstStyle/>
        <a:p>
          <a:endParaRPr lang="en-US"/>
        </a:p>
      </dgm:t>
    </dgm:pt>
    <dgm:pt modelId="{1151B532-BC95-4A55-BBE1-D2C75589E3A3}">
      <dgm:prSet/>
      <dgm:spPr/>
      <dgm:t>
        <a:bodyPr/>
        <a:lstStyle/>
        <a:p>
          <a:pPr>
            <a:lnSpc>
              <a:spcPct val="100000"/>
            </a:lnSpc>
          </a:pPr>
          <a:r>
            <a:rPr lang="en-MY"/>
            <a:t>Global reach and availability</a:t>
          </a:r>
          <a:endParaRPr lang="en-US"/>
        </a:p>
      </dgm:t>
    </dgm:pt>
    <dgm:pt modelId="{8498A54C-114B-4021-9DBF-1EB4AEADCC88}" type="parTrans" cxnId="{09D412AF-1D04-47B3-9872-C1E47E975E6E}">
      <dgm:prSet/>
      <dgm:spPr/>
      <dgm:t>
        <a:bodyPr/>
        <a:lstStyle/>
        <a:p>
          <a:endParaRPr lang="en-US"/>
        </a:p>
      </dgm:t>
    </dgm:pt>
    <dgm:pt modelId="{9285886C-C980-4B87-B563-167C61CEC063}" type="sibTrans" cxnId="{09D412AF-1D04-47B3-9872-C1E47E975E6E}">
      <dgm:prSet/>
      <dgm:spPr/>
      <dgm:t>
        <a:bodyPr/>
        <a:lstStyle/>
        <a:p>
          <a:endParaRPr lang="en-US"/>
        </a:p>
      </dgm:t>
    </dgm:pt>
    <dgm:pt modelId="{B701B5BC-4E1C-46E1-8687-9E0508DDFD46}">
      <dgm:prSet/>
      <dgm:spPr/>
      <dgm:t>
        <a:bodyPr/>
        <a:lstStyle/>
        <a:p>
          <a:pPr>
            <a:lnSpc>
              <a:spcPct val="100000"/>
            </a:lnSpc>
            <a:defRPr b="1"/>
          </a:pPr>
          <a:r>
            <a:rPr lang="en-MY" b="1"/>
            <a:t>Technical Advantages:</a:t>
          </a:r>
          <a:endParaRPr lang="en-US"/>
        </a:p>
      </dgm:t>
    </dgm:pt>
    <dgm:pt modelId="{B80DE679-B2FC-424B-88AA-FED39EB7B765}" type="parTrans" cxnId="{CA67716A-62BE-47CB-AE62-8AB7B3693CBD}">
      <dgm:prSet/>
      <dgm:spPr/>
      <dgm:t>
        <a:bodyPr/>
        <a:lstStyle/>
        <a:p>
          <a:endParaRPr lang="en-US"/>
        </a:p>
      </dgm:t>
    </dgm:pt>
    <dgm:pt modelId="{AE2869A2-B769-4DC5-8783-719CE66D3B2E}" type="sibTrans" cxnId="{CA67716A-62BE-47CB-AE62-8AB7B3693CBD}">
      <dgm:prSet/>
      <dgm:spPr/>
      <dgm:t>
        <a:bodyPr/>
        <a:lstStyle/>
        <a:p>
          <a:endParaRPr lang="en-US"/>
        </a:p>
      </dgm:t>
    </dgm:pt>
    <dgm:pt modelId="{D290E329-DB3E-4A9B-8A08-F44D3B716012}">
      <dgm:prSet/>
      <dgm:spPr/>
      <dgm:t>
        <a:bodyPr/>
        <a:lstStyle/>
        <a:p>
          <a:pPr>
            <a:lnSpc>
              <a:spcPct val="100000"/>
            </a:lnSpc>
          </a:pPr>
          <a:r>
            <a:rPr lang="en-MY"/>
            <a:t>Automated software updates</a:t>
          </a:r>
          <a:endParaRPr lang="en-US"/>
        </a:p>
      </dgm:t>
    </dgm:pt>
    <dgm:pt modelId="{D1C75243-9FE4-46C6-9A83-3CBC07C5E650}" type="parTrans" cxnId="{8293A9AE-E3E7-4F16-B957-F44068AA2460}">
      <dgm:prSet/>
      <dgm:spPr/>
      <dgm:t>
        <a:bodyPr/>
        <a:lstStyle/>
        <a:p>
          <a:endParaRPr lang="en-US"/>
        </a:p>
      </dgm:t>
    </dgm:pt>
    <dgm:pt modelId="{020BAAB8-ECA2-419B-AAB7-B97CF785E7A3}" type="sibTrans" cxnId="{8293A9AE-E3E7-4F16-B957-F44068AA2460}">
      <dgm:prSet/>
      <dgm:spPr/>
      <dgm:t>
        <a:bodyPr/>
        <a:lstStyle/>
        <a:p>
          <a:endParaRPr lang="en-US"/>
        </a:p>
      </dgm:t>
    </dgm:pt>
    <dgm:pt modelId="{C224734A-26DC-489E-B658-001EACD4B24E}">
      <dgm:prSet/>
      <dgm:spPr/>
      <dgm:t>
        <a:bodyPr/>
        <a:lstStyle/>
        <a:p>
          <a:pPr>
            <a:lnSpc>
              <a:spcPct val="100000"/>
            </a:lnSpc>
          </a:pPr>
          <a:r>
            <a:rPr lang="en-MY"/>
            <a:t>Simplified infrastructure management</a:t>
          </a:r>
          <a:endParaRPr lang="en-US"/>
        </a:p>
      </dgm:t>
    </dgm:pt>
    <dgm:pt modelId="{0E854DA0-DB12-4BAF-8E44-07141FDC414B}" type="parTrans" cxnId="{49BB4917-ADE1-45EE-94FD-D2F819DF6BF4}">
      <dgm:prSet/>
      <dgm:spPr/>
      <dgm:t>
        <a:bodyPr/>
        <a:lstStyle/>
        <a:p>
          <a:endParaRPr lang="en-US"/>
        </a:p>
      </dgm:t>
    </dgm:pt>
    <dgm:pt modelId="{99F90278-9C7F-4D4A-A773-F1E2A6C6A397}" type="sibTrans" cxnId="{49BB4917-ADE1-45EE-94FD-D2F819DF6BF4}">
      <dgm:prSet/>
      <dgm:spPr/>
      <dgm:t>
        <a:bodyPr/>
        <a:lstStyle/>
        <a:p>
          <a:endParaRPr lang="en-US"/>
        </a:p>
      </dgm:t>
    </dgm:pt>
    <dgm:pt modelId="{4B3AEBE8-38B7-4A9F-B92A-A9C47922AF59}">
      <dgm:prSet/>
      <dgm:spPr/>
      <dgm:t>
        <a:bodyPr/>
        <a:lstStyle/>
        <a:p>
          <a:pPr>
            <a:lnSpc>
              <a:spcPct val="100000"/>
            </a:lnSpc>
          </a:pPr>
          <a:r>
            <a:rPr lang="en-MY"/>
            <a:t>Resilience and redundancy</a:t>
          </a:r>
          <a:endParaRPr lang="en-US"/>
        </a:p>
      </dgm:t>
    </dgm:pt>
    <dgm:pt modelId="{6DD53BCF-DD70-4F62-83CF-8B9666D49A64}" type="parTrans" cxnId="{DE75B9EC-EE3E-4F2D-BEE1-8F934C2F9A45}">
      <dgm:prSet/>
      <dgm:spPr/>
      <dgm:t>
        <a:bodyPr/>
        <a:lstStyle/>
        <a:p>
          <a:endParaRPr lang="en-US"/>
        </a:p>
      </dgm:t>
    </dgm:pt>
    <dgm:pt modelId="{D8CB3C49-256B-4D51-A4AE-70206CD4C554}" type="sibTrans" cxnId="{DE75B9EC-EE3E-4F2D-BEE1-8F934C2F9A45}">
      <dgm:prSet/>
      <dgm:spPr/>
      <dgm:t>
        <a:bodyPr/>
        <a:lstStyle/>
        <a:p>
          <a:endParaRPr lang="en-US"/>
        </a:p>
      </dgm:t>
    </dgm:pt>
    <dgm:pt modelId="{04D447A8-C8BC-42C4-8B84-13ABEC6893C4}" type="pres">
      <dgm:prSet presAssocID="{2A9FF706-F001-4C4F-9493-DCD830040154}" presName="root" presStyleCnt="0">
        <dgm:presLayoutVars>
          <dgm:dir/>
          <dgm:resizeHandles val="exact"/>
        </dgm:presLayoutVars>
      </dgm:prSet>
      <dgm:spPr/>
    </dgm:pt>
    <dgm:pt modelId="{A1C96C75-13AA-4638-9C98-84BEB7FFD0EB}" type="pres">
      <dgm:prSet presAssocID="{F55E36D6-D7E1-40A5-BAB9-AFA7EB847B03}" presName="compNode" presStyleCnt="0"/>
      <dgm:spPr/>
    </dgm:pt>
    <dgm:pt modelId="{93F2F087-3610-4378-B648-46EA22B862E0}" type="pres">
      <dgm:prSet presAssocID="{F55E36D6-D7E1-40A5-BAB9-AFA7EB847B0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F710719F-E094-4159-901D-2BCE8E043F1A}" type="pres">
      <dgm:prSet presAssocID="{F55E36D6-D7E1-40A5-BAB9-AFA7EB847B03}" presName="iconSpace" presStyleCnt="0"/>
      <dgm:spPr/>
    </dgm:pt>
    <dgm:pt modelId="{CB1B1536-C0DF-4033-8727-A665753D7F6E}" type="pres">
      <dgm:prSet presAssocID="{F55E36D6-D7E1-40A5-BAB9-AFA7EB847B03}" presName="parTx" presStyleLbl="revTx" presStyleIdx="0" presStyleCnt="4">
        <dgm:presLayoutVars>
          <dgm:chMax val="0"/>
          <dgm:chPref val="0"/>
        </dgm:presLayoutVars>
      </dgm:prSet>
      <dgm:spPr/>
    </dgm:pt>
    <dgm:pt modelId="{63FD2328-AE36-4F5D-B019-C2639A802C59}" type="pres">
      <dgm:prSet presAssocID="{F55E36D6-D7E1-40A5-BAB9-AFA7EB847B03}" presName="txSpace" presStyleCnt="0"/>
      <dgm:spPr/>
    </dgm:pt>
    <dgm:pt modelId="{0E5F7B25-4188-4054-BD74-244458DB61FF}" type="pres">
      <dgm:prSet presAssocID="{F55E36D6-D7E1-40A5-BAB9-AFA7EB847B03}" presName="desTx" presStyleLbl="revTx" presStyleIdx="1" presStyleCnt="4">
        <dgm:presLayoutVars/>
      </dgm:prSet>
      <dgm:spPr/>
    </dgm:pt>
    <dgm:pt modelId="{AD236294-2714-4F46-9815-9C173D92F7BA}" type="pres">
      <dgm:prSet presAssocID="{497636FE-ABC5-44A9-BA7D-42A5CDBC80F3}" presName="sibTrans" presStyleCnt="0"/>
      <dgm:spPr/>
    </dgm:pt>
    <dgm:pt modelId="{B0E6D157-56CB-479C-8EA2-0A20193B912E}" type="pres">
      <dgm:prSet presAssocID="{B701B5BC-4E1C-46E1-8687-9E0508DDFD46}" presName="compNode" presStyleCnt="0"/>
      <dgm:spPr/>
    </dgm:pt>
    <dgm:pt modelId="{9D6CB002-141C-494F-A0E2-A3B45BC725A2}" type="pres">
      <dgm:prSet presAssocID="{B701B5BC-4E1C-46E1-8687-9E0508DDFD4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92FC84D0-C7C9-4603-9561-8636D7D20344}" type="pres">
      <dgm:prSet presAssocID="{B701B5BC-4E1C-46E1-8687-9E0508DDFD46}" presName="iconSpace" presStyleCnt="0"/>
      <dgm:spPr/>
    </dgm:pt>
    <dgm:pt modelId="{0EC457BC-1504-416A-92A9-C7F3A4445D47}" type="pres">
      <dgm:prSet presAssocID="{B701B5BC-4E1C-46E1-8687-9E0508DDFD46}" presName="parTx" presStyleLbl="revTx" presStyleIdx="2" presStyleCnt="4">
        <dgm:presLayoutVars>
          <dgm:chMax val="0"/>
          <dgm:chPref val="0"/>
        </dgm:presLayoutVars>
      </dgm:prSet>
      <dgm:spPr/>
    </dgm:pt>
    <dgm:pt modelId="{9FB469A5-939A-492E-A47E-AD82A33DCC93}" type="pres">
      <dgm:prSet presAssocID="{B701B5BC-4E1C-46E1-8687-9E0508DDFD46}" presName="txSpace" presStyleCnt="0"/>
      <dgm:spPr/>
    </dgm:pt>
    <dgm:pt modelId="{DFF2D4D9-578A-4C69-A904-95D1D67CB8DB}" type="pres">
      <dgm:prSet presAssocID="{B701B5BC-4E1C-46E1-8687-9E0508DDFD46}" presName="desTx" presStyleLbl="revTx" presStyleIdx="3" presStyleCnt="4">
        <dgm:presLayoutVars/>
      </dgm:prSet>
      <dgm:spPr/>
    </dgm:pt>
  </dgm:ptLst>
  <dgm:cxnLst>
    <dgm:cxn modelId="{833EA40A-CCC8-441D-B623-2E95811CC0A3}" type="presOf" srcId="{2A9FF706-F001-4C4F-9493-DCD830040154}" destId="{04D447A8-C8BC-42C4-8B84-13ABEC6893C4}" srcOrd="0" destOrd="0" presId="urn:microsoft.com/office/officeart/2018/2/layout/IconLabelDescriptionList"/>
    <dgm:cxn modelId="{49BB4917-ADE1-45EE-94FD-D2F819DF6BF4}" srcId="{B701B5BC-4E1C-46E1-8687-9E0508DDFD46}" destId="{C224734A-26DC-489E-B658-001EACD4B24E}" srcOrd="1" destOrd="0" parTransId="{0E854DA0-DB12-4BAF-8E44-07141FDC414B}" sibTransId="{99F90278-9C7F-4D4A-A773-F1E2A6C6A397}"/>
    <dgm:cxn modelId="{EA03002C-2EDF-4964-A0E9-2BAA38041133}" type="presOf" srcId="{4D2503C0-68D6-4755-B586-BED58DB83576}" destId="{0E5F7B25-4188-4054-BD74-244458DB61FF}" srcOrd="0" destOrd="1" presId="urn:microsoft.com/office/officeart/2018/2/layout/IconLabelDescriptionList"/>
    <dgm:cxn modelId="{E0D7D82E-6831-448D-8DFB-533C5FA399AE}" type="presOf" srcId="{4B3AEBE8-38B7-4A9F-B92A-A9C47922AF59}" destId="{DFF2D4D9-578A-4C69-A904-95D1D67CB8DB}" srcOrd="0" destOrd="2" presId="urn:microsoft.com/office/officeart/2018/2/layout/IconLabelDescriptionList"/>
    <dgm:cxn modelId="{2037B836-AB37-478E-841A-41CC8E76CC3C}" type="presOf" srcId="{B701B5BC-4E1C-46E1-8687-9E0508DDFD46}" destId="{0EC457BC-1504-416A-92A9-C7F3A4445D47}" srcOrd="0" destOrd="0" presId="urn:microsoft.com/office/officeart/2018/2/layout/IconLabelDescriptionList"/>
    <dgm:cxn modelId="{CA67716A-62BE-47CB-AE62-8AB7B3693CBD}" srcId="{2A9FF706-F001-4C4F-9493-DCD830040154}" destId="{B701B5BC-4E1C-46E1-8687-9E0508DDFD46}" srcOrd="1" destOrd="0" parTransId="{B80DE679-B2FC-424B-88AA-FED39EB7B765}" sibTransId="{AE2869A2-B769-4DC5-8783-719CE66D3B2E}"/>
    <dgm:cxn modelId="{F100624F-19CC-463F-93D7-D91E3AE2DF11}" type="presOf" srcId="{1151B532-BC95-4A55-BBE1-D2C75589E3A3}" destId="{0E5F7B25-4188-4054-BD74-244458DB61FF}" srcOrd="0" destOrd="3" presId="urn:microsoft.com/office/officeart/2018/2/layout/IconLabelDescriptionList"/>
    <dgm:cxn modelId="{33A7299A-9FE8-4F1C-BFEB-E6E569684327}" type="presOf" srcId="{BC541AED-820E-4B3B-B3F6-077C45AA7A95}" destId="{0E5F7B25-4188-4054-BD74-244458DB61FF}" srcOrd="0" destOrd="2" presId="urn:microsoft.com/office/officeart/2018/2/layout/IconLabelDescriptionList"/>
    <dgm:cxn modelId="{63054B9B-BB85-4283-9CCA-4295FC115BCA}" type="presOf" srcId="{5C497A2E-FBD7-4975-8013-58D5E2C60159}" destId="{0E5F7B25-4188-4054-BD74-244458DB61FF}" srcOrd="0" destOrd="0" presId="urn:microsoft.com/office/officeart/2018/2/layout/IconLabelDescriptionList"/>
    <dgm:cxn modelId="{982B1DA9-4FA6-4176-BDDC-709267F2F865}" srcId="{F55E36D6-D7E1-40A5-BAB9-AFA7EB847B03}" destId="{BC541AED-820E-4B3B-B3F6-077C45AA7A95}" srcOrd="2" destOrd="0" parTransId="{617EEEEA-E08B-4AA8-9407-A0DFD483C79D}" sibTransId="{D0F94EC0-EA16-4D3B-9E5F-90D80DCF2DEE}"/>
    <dgm:cxn modelId="{8293A9AE-E3E7-4F16-B957-F44068AA2460}" srcId="{B701B5BC-4E1C-46E1-8687-9E0508DDFD46}" destId="{D290E329-DB3E-4A9B-8A08-F44D3B716012}" srcOrd="0" destOrd="0" parTransId="{D1C75243-9FE4-46C6-9A83-3CBC07C5E650}" sibTransId="{020BAAB8-ECA2-419B-AAB7-B97CF785E7A3}"/>
    <dgm:cxn modelId="{09D412AF-1D04-47B3-9872-C1E47E975E6E}" srcId="{F55E36D6-D7E1-40A5-BAB9-AFA7EB847B03}" destId="{1151B532-BC95-4A55-BBE1-D2C75589E3A3}" srcOrd="3" destOrd="0" parTransId="{8498A54C-114B-4021-9DBF-1EB4AEADCC88}" sibTransId="{9285886C-C980-4B87-B563-167C61CEC063}"/>
    <dgm:cxn modelId="{7256CFB3-CECE-4211-B672-6D6596812726}" srcId="{F55E36D6-D7E1-40A5-BAB9-AFA7EB847B03}" destId="{4D2503C0-68D6-4755-B586-BED58DB83576}" srcOrd="1" destOrd="0" parTransId="{3C65F770-3AF2-416A-995C-29D04646F683}" sibTransId="{23D805B5-53F0-4D92-A86D-392CBE25E404}"/>
    <dgm:cxn modelId="{D90CDDCE-5D7D-4871-997C-6169A0FE6966}" type="presOf" srcId="{C224734A-26DC-489E-B658-001EACD4B24E}" destId="{DFF2D4D9-578A-4C69-A904-95D1D67CB8DB}" srcOrd="0" destOrd="1" presId="urn:microsoft.com/office/officeart/2018/2/layout/IconLabelDescriptionList"/>
    <dgm:cxn modelId="{098A54D9-CFF0-4560-9589-D104E6FEA392}" type="presOf" srcId="{F55E36D6-D7E1-40A5-BAB9-AFA7EB847B03}" destId="{CB1B1536-C0DF-4033-8727-A665753D7F6E}" srcOrd="0" destOrd="0" presId="urn:microsoft.com/office/officeart/2018/2/layout/IconLabelDescriptionList"/>
    <dgm:cxn modelId="{DC07E8DB-AAF4-4797-8605-2227EEAD602B}" srcId="{2A9FF706-F001-4C4F-9493-DCD830040154}" destId="{F55E36D6-D7E1-40A5-BAB9-AFA7EB847B03}" srcOrd="0" destOrd="0" parTransId="{A01F7D88-1D27-4F75-87BC-3D1ECDD31A1A}" sibTransId="{497636FE-ABC5-44A9-BA7D-42A5CDBC80F3}"/>
    <dgm:cxn modelId="{EB5A0CE3-AC59-454F-BE65-9516EC41F134}" type="presOf" srcId="{D290E329-DB3E-4A9B-8A08-F44D3B716012}" destId="{DFF2D4D9-578A-4C69-A904-95D1D67CB8DB}" srcOrd="0" destOrd="0" presId="urn:microsoft.com/office/officeart/2018/2/layout/IconLabelDescriptionList"/>
    <dgm:cxn modelId="{DE75B9EC-EE3E-4F2D-BEE1-8F934C2F9A45}" srcId="{B701B5BC-4E1C-46E1-8687-9E0508DDFD46}" destId="{4B3AEBE8-38B7-4A9F-B92A-A9C47922AF59}" srcOrd="2" destOrd="0" parTransId="{6DD53BCF-DD70-4F62-83CF-8B9666D49A64}" sibTransId="{D8CB3C49-256B-4D51-A4AE-70206CD4C554}"/>
    <dgm:cxn modelId="{A9DCF1F7-9AF4-4190-B998-684552D85214}" srcId="{F55E36D6-D7E1-40A5-BAB9-AFA7EB847B03}" destId="{5C497A2E-FBD7-4975-8013-58D5E2C60159}" srcOrd="0" destOrd="0" parTransId="{73A93F1D-041C-4A69-923E-E5D8B1054E69}" sibTransId="{CE2ECEAB-7276-4BA9-A83A-977057D54530}"/>
    <dgm:cxn modelId="{8C07D845-5353-44CF-9ED1-F126973365BC}" type="presParOf" srcId="{04D447A8-C8BC-42C4-8B84-13ABEC6893C4}" destId="{A1C96C75-13AA-4638-9C98-84BEB7FFD0EB}" srcOrd="0" destOrd="0" presId="urn:microsoft.com/office/officeart/2018/2/layout/IconLabelDescriptionList"/>
    <dgm:cxn modelId="{5691F6C1-3D23-4C3B-B176-0C2EEFF2F635}" type="presParOf" srcId="{A1C96C75-13AA-4638-9C98-84BEB7FFD0EB}" destId="{93F2F087-3610-4378-B648-46EA22B862E0}" srcOrd="0" destOrd="0" presId="urn:microsoft.com/office/officeart/2018/2/layout/IconLabelDescriptionList"/>
    <dgm:cxn modelId="{46C302A6-FC2D-4499-9C55-19EF21E2459E}" type="presParOf" srcId="{A1C96C75-13AA-4638-9C98-84BEB7FFD0EB}" destId="{F710719F-E094-4159-901D-2BCE8E043F1A}" srcOrd="1" destOrd="0" presId="urn:microsoft.com/office/officeart/2018/2/layout/IconLabelDescriptionList"/>
    <dgm:cxn modelId="{14CF6C90-3A5C-4B76-858A-554312C30144}" type="presParOf" srcId="{A1C96C75-13AA-4638-9C98-84BEB7FFD0EB}" destId="{CB1B1536-C0DF-4033-8727-A665753D7F6E}" srcOrd="2" destOrd="0" presId="urn:microsoft.com/office/officeart/2018/2/layout/IconLabelDescriptionList"/>
    <dgm:cxn modelId="{0578581A-347F-4122-9D97-C4A67EC6700B}" type="presParOf" srcId="{A1C96C75-13AA-4638-9C98-84BEB7FFD0EB}" destId="{63FD2328-AE36-4F5D-B019-C2639A802C59}" srcOrd="3" destOrd="0" presId="urn:microsoft.com/office/officeart/2018/2/layout/IconLabelDescriptionList"/>
    <dgm:cxn modelId="{BCC3DC8E-64BC-4619-807D-504ED03CC03D}" type="presParOf" srcId="{A1C96C75-13AA-4638-9C98-84BEB7FFD0EB}" destId="{0E5F7B25-4188-4054-BD74-244458DB61FF}" srcOrd="4" destOrd="0" presId="urn:microsoft.com/office/officeart/2018/2/layout/IconLabelDescriptionList"/>
    <dgm:cxn modelId="{57A3FD44-83DF-4E80-9A14-50F671E8624A}" type="presParOf" srcId="{04D447A8-C8BC-42C4-8B84-13ABEC6893C4}" destId="{AD236294-2714-4F46-9815-9C173D92F7BA}" srcOrd="1" destOrd="0" presId="urn:microsoft.com/office/officeart/2018/2/layout/IconLabelDescriptionList"/>
    <dgm:cxn modelId="{CD2C9179-11FD-4DEB-A722-96B1CBCD609B}" type="presParOf" srcId="{04D447A8-C8BC-42C4-8B84-13ABEC6893C4}" destId="{B0E6D157-56CB-479C-8EA2-0A20193B912E}" srcOrd="2" destOrd="0" presId="urn:microsoft.com/office/officeart/2018/2/layout/IconLabelDescriptionList"/>
    <dgm:cxn modelId="{1D34E986-7D22-4595-BD04-24CDF5042CE3}" type="presParOf" srcId="{B0E6D157-56CB-479C-8EA2-0A20193B912E}" destId="{9D6CB002-141C-494F-A0E2-A3B45BC725A2}" srcOrd="0" destOrd="0" presId="urn:microsoft.com/office/officeart/2018/2/layout/IconLabelDescriptionList"/>
    <dgm:cxn modelId="{B4CFC413-E36E-4434-AA0F-9C4CAE636386}" type="presParOf" srcId="{B0E6D157-56CB-479C-8EA2-0A20193B912E}" destId="{92FC84D0-C7C9-4603-9561-8636D7D20344}" srcOrd="1" destOrd="0" presId="urn:microsoft.com/office/officeart/2018/2/layout/IconLabelDescriptionList"/>
    <dgm:cxn modelId="{C9C54950-3161-4838-B95B-6D8CAC5697E8}" type="presParOf" srcId="{B0E6D157-56CB-479C-8EA2-0A20193B912E}" destId="{0EC457BC-1504-416A-92A9-C7F3A4445D47}" srcOrd="2" destOrd="0" presId="urn:microsoft.com/office/officeart/2018/2/layout/IconLabelDescriptionList"/>
    <dgm:cxn modelId="{EA70D774-8D85-4A68-96D0-4F34B8E036DE}" type="presParOf" srcId="{B0E6D157-56CB-479C-8EA2-0A20193B912E}" destId="{9FB469A5-939A-492E-A47E-AD82A33DCC93}" srcOrd="3" destOrd="0" presId="urn:microsoft.com/office/officeart/2018/2/layout/IconLabelDescriptionList"/>
    <dgm:cxn modelId="{641816BB-5A42-4CC9-AD64-C7A256CFD704}" type="presParOf" srcId="{B0E6D157-56CB-479C-8EA2-0A20193B912E}" destId="{DFF2D4D9-578A-4C69-A904-95D1D67CB8DB}"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4D5124F-8079-4CAC-9592-61CFB38F049E}"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8AF078-4337-4E0B-A6ED-5BE11C0F4625}">
      <dgm:prSet/>
      <dgm:spPr/>
      <dgm:t>
        <a:bodyPr/>
        <a:lstStyle/>
        <a:p>
          <a:pPr>
            <a:defRPr b="1"/>
          </a:pPr>
          <a:r>
            <a:rPr lang="en-MY" b="1"/>
            <a:t>Benefits:</a:t>
          </a:r>
          <a:endParaRPr lang="en-US"/>
        </a:p>
      </dgm:t>
    </dgm:pt>
    <dgm:pt modelId="{D19E84BF-F0FD-4747-9A39-429D77D8C105}" type="parTrans" cxnId="{957E3689-9AA8-403E-93EC-6FB9FD0747A4}">
      <dgm:prSet/>
      <dgm:spPr/>
      <dgm:t>
        <a:bodyPr/>
        <a:lstStyle/>
        <a:p>
          <a:endParaRPr lang="en-US"/>
        </a:p>
      </dgm:t>
    </dgm:pt>
    <dgm:pt modelId="{CC926D5A-3CD4-41A0-9F42-D2A3A0AD73FD}" type="sibTrans" cxnId="{957E3689-9AA8-403E-93EC-6FB9FD0747A4}">
      <dgm:prSet/>
      <dgm:spPr/>
      <dgm:t>
        <a:bodyPr/>
        <a:lstStyle/>
        <a:p>
          <a:endParaRPr lang="en-US"/>
        </a:p>
      </dgm:t>
    </dgm:pt>
    <dgm:pt modelId="{73532B4B-77D3-4AA5-8A96-15AA3CA1D220}">
      <dgm:prSet/>
      <dgm:spPr/>
      <dgm:t>
        <a:bodyPr/>
        <a:lstStyle/>
        <a:p>
          <a:r>
            <a:rPr lang="en-MY"/>
            <a:t>Quick deployment and minimal setup</a:t>
          </a:r>
          <a:endParaRPr lang="en-US"/>
        </a:p>
      </dgm:t>
    </dgm:pt>
    <dgm:pt modelId="{D925AC1B-5E9F-4A1B-A191-D8E08B19B41C}" type="parTrans" cxnId="{F3A4CF81-A759-49D7-B8D4-4DB142807B4F}">
      <dgm:prSet/>
      <dgm:spPr/>
      <dgm:t>
        <a:bodyPr/>
        <a:lstStyle/>
        <a:p>
          <a:endParaRPr lang="en-US"/>
        </a:p>
      </dgm:t>
    </dgm:pt>
    <dgm:pt modelId="{181BBD0A-82F2-42D7-9724-D2EEB9FB9FF3}" type="sibTrans" cxnId="{F3A4CF81-A759-49D7-B8D4-4DB142807B4F}">
      <dgm:prSet/>
      <dgm:spPr/>
      <dgm:t>
        <a:bodyPr/>
        <a:lstStyle/>
        <a:p>
          <a:endParaRPr lang="en-US"/>
        </a:p>
      </dgm:t>
    </dgm:pt>
    <dgm:pt modelId="{5D33D729-F250-4ADB-9F65-F5700A4A8307}">
      <dgm:prSet/>
      <dgm:spPr/>
      <dgm:t>
        <a:bodyPr/>
        <a:lstStyle/>
        <a:p>
          <a:r>
            <a:rPr lang="en-MY"/>
            <a:t>Reduced IT overhead (maintenance, updates are handled by provider)</a:t>
          </a:r>
          <a:endParaRPr lang="en-US"/>
        </a:p>
      </dgm:t>
    </dgm:pt>
    <dgm:pt modelId="{1EB58C91-6B11-4286-81E6-BE9DB01B97E0}" type="parTrans" cxnId="{8908DE2D-87D1-43BE-B7D1-E4B3CB7729F3}">
      <dgm:prSet/>
      <dgm:spPr/>
      <dgm:t>
        <a:bodyPr/>
        <a:lstStyle/>
        <a:p>
          <a:endParaRPr lang="en-US"/>
        </a:p>
      </dgm:t>
    </dgm:pt>
    <dgm:pt modelId="{73F3692B-02F3-4361-BEF3-B2F47FD3BC96}" type="sibTrans" cxnId="{8908DE2D-87D1-43BE-B7D1-E4B3CB7729F3}">
      <dgm:prSet/>
      <dgm:spPr/>
      <dgm:t>
        <a:bodyPr/>
        <a:lstStyle/>
        <a:p>
          <a:endParaRPr lang="en-US"/>
        </a:p>
      </dgm:t>
    </dgm:pt>
    <dgm:pt modelId="{45E1B5B7-90D2-4E8A-820F-06CA8CDD6082}">
      <dgm:prSet/>
      <dgm:spPr/>
      <dgm:t>
        <a:bodyPr/>
        <a:lstStyle/>
        <a:p>
          <a:r>
            <a:rPr lang="en-MY"/>
            <a:t>Access from anywhere, on multiple devices</a:t>
          </a:r>
          <a:endParaRPr lang="en-US"/>
        </a:p>
      </dgm:t>
    </dgm:pt>
    <dgm:pt modelId="{0549683C-80CB-48B2-9818-EE2103E91775}" type="parTrans" cxnId="{7273FF69-A67E-4210-98D0-5D37D860C502}">
      <dgm:prSet/>
      <dgm:spPr/>
      <dgm:t>
        <a:bodyPr/>
        <a:lstStyle/>
        <a:p>
          <a:endParaRPr lang="en-US"/>
        </a:p>
      </dgm:t>
    </dgm:pt>
    <dgm:pt modelId="{E9C4DD42-883D-46C5-872D-E1E7E3A5C42A}" type="sibTrans" cxnId="{7273FF69-A67E-4210-98D0-5D37D860C502}">
      <dgm:prSet/>
      <dgm:spPr/>
      <dgm:t>
        <a:bodyPr/>
        <a:lstStyle/>
        <a:p>
          <a:endParaRPr lang="en-US"/>
        </a:p>
      </dgm:t>
    </dgm:pt>
    <dgm:pt modelId="{36FF467C-7726-425A-BD62-5A66314D8F8A}">
      <dgm:prSet/>
      <dgm:spPr/>
      <dgm:t>
        <a:bodyPr/>
        <a:lstStyle/>
        <a:p>
          <a:pPr>
            <a:defRPr b="1"/>
          </a:pPr>
          <a:r>
            <a:rPr lang="en-MY" b="1"/>
            <a:t>Challenges:</a:t>
          </a:r>
          <a:endParaRPr lang="en-US"/>
        </a:p>
      </dgm:t>
    </dgm:pt>
    <dgm:pt modelId="{C314D506-C2E7-4605-BC5D-0483B142FA50}" type="parTrans" cxnId="{89A037B9-231D-49E4-9A62-1E35CC33EDF8}">
      <dgm:prSet/>
      <dgm:spPr/>
      <dgm:t>
        <a:bodyPr/>
        <a:lstStyle/>
        <a:p>
          <a:endParaRPr lang="en-US"/>
        </a:p>
      </dgm:t>
    </dgm:pt>
    <dgm:pt modelId="{CBD822EC-E2A6-4685-8E42-CE053C8CD0FA}" type="sibTrans" cxnId="{89A037B9-231D-49E4-9A62-1E35CC33EDF8}">
      <dgm:prSet/>
      <dgm:spPr/>
      <dgm:t>
        <a:bodyPr/>
        <a:lstStyle/>
        <a:p>
          <a:endParaRPr lang="en-US"/>
        </a:p>
      </dgm:t>
    </dgm:pt>
    <dgm:pt modelId="{EE2257F3-9199-4143-8815-B90BEB2500DC}">
      <dgm:prSet/>
      <dgm:spPr/>
      <dgm:t>
        <a:bodyPr/>
        <a:lstStyle/>
        <a:p>
          <a:r>
            <a:rPr lang="en-MY"/>
            <a:t>Limited customization compared to on-premises software</a:t>
          </a:r>
          <a:endParaRPr lang="en-US"/>
        </a:p>
      </dgm:t>
    </dgm:pt>
    <dgm:pt modelId="{534AB945-94F5-41A5-84F0-66FE7A7491F9}" type="parTrans" cxnId="{5C32F15C-CBCA-4FD3-BF83-FE9C2D137495}">
      <dgm:prSet/>
      <dgm:spPr/>
      <dgm:t>
        <a:bodyPr/>
        <a:lstStyle/>
        <a:p>
          <a:endParaRPr lang="en-US"/>
        </a:p>
      </dgm:t>
    </dgm:pt>
    <dgm:pt modelId="{68900ADC-B487-4ACB-AAFA-625A6EC7424C}" type="sibTrans" cxnId="{5C32F15C-CBCA-4FD3-BF83-FE9C2D137495}">
      <dgm:prSet/>
      <dgm:spPr/>
      <dgm:t>
        <a:bodyPr/>
        <a:lstStyle/>
        <a:p>
          <a:endParaRPr lang="en-US"/>
        </a:p>
      </dgm:t>
    </dgm:pt>
    <dgm:pt modelId="{D45AAB8A-B122-4DE6-9622-0D22E2100B7F}">
      <dgm:prSet/>
      <dgm:spPr/>
      <dgm:t>
        <a:bodyPr/>
        <a:lstStyle/>
        <a:p>
          <a:r>
            <a:rPr lang="en-MY"/>
            <a:t>Dependency on internet connectivity</a:t>
          </a:r>
          <a:endParaRPr lang="en-US"/>
        </a:p>
      </dgm:t>
    </dgm:pt>
    <dgm:pt modelId="{55908D95-1878-481B-955E-395CEA44365C}" type="parTrans" cxnId="{B34F5FF7-EAB3-4C9B-A06B-8E95C5EB2EB9}">
      <dgm:prSet/>
      <dgm:spPr/>
      <dgm:t>
        <a:bodyPr/>
        <a:lstStyle/>
        <a:p>
          <a:endParaRPr lang="en-US"/>
        </a:p>
      </dgm:t>
    </dgm:pt>
    <dgm:pt modelId="{DCCFA5D6-9016-450A-89C9-7202D72EBA27}" type="sibTrans" cxnId="{B34F5FF7-EAB3-4C9B-A06B-8E95C5EB2EB9}">
      <dgm:prSet/>
      <dgm:spPr/>
      <dgm:t>
        <a:bodyPr/>
        <a:lstStyle/>
        <a:p>
          <a:endParaRPr lang="en-US"/>
        </a:p>
      </dgm:t>
    </dgm:pt>
    <dgm:pt modelId="{3B52070F-63C6-421B-8D88-DD8796D09359}">
      <dgm:prSet/>
      <dgm:spPr/>
      <dgm:t>
        <a:bodyPr/>
        <a:lstStyle/>
        <a:p>
          <a:r>
            <a:rPr lang="en-MY"/>
            <a:t>Potential data privacy and compliance concerns</a:t>
          </a:r>
          <a:endParaRPr lang="en-US"/>
        </a:p>
      </dgm:t>
    </dgm:pt>
    <dgm:pt modelId="{CED0A8AB-A0CB-459C-9D29-767C8D982AB4}" type="parTrans" cxnId="{2AE487E6-FEC4-4368-859C-BB72A1A65D62}">
      <dgm:prSet/>
      <dgm:spPr/>
      <dgm:t>
        <a:bodyPr/>
        <a:lstStyle/>
        <a:p>
          <a:endParaRPr lang="en-US"/>
        </a:p>
      </dgm:t>
    </dgm:pt>
    <dgm:pt modelId="{298A2932-975A-4B62-B5A2-D3CC07F445D7}" type="sibTrans" cxnId="{2AE487E6-FEC4-4368-859C-BB72A1A65D62}">
      <dgm:prSet/>
      <dgm:spPr/>
      <dgm:t>
        <a:bodyPr/>
        <a:lstStyle/>
        <a:p>
          <a:endParaRPr lang="en-US"/>
        </a:p>
      </dgm:t>
    </dgm:pt>
    <dgm:pt modelId="{32595DB3-DD20-4172-BB40-754E92877CB4}" type="pres">
      <dgm:prSet presAssocID="{74D5124F-8079-4CAC-9592-61CFB38F049E}" presName="root" presStyleCnt="0">
        <dgm:presLayoutVars>
          <dgm:dir/>
          <dgm:resizeHandles val="exact"/>
        </dgm:presLayoutVars>
      </dgm:prSet>
      <dgm:spPr/>
    </dgm:pt>
    <dgm:pt modelId="{E2F68132-7925-466D-963F-5428F7F9F2C5}" type="pres">
      <dgm:prSet presAssocID="{ED8AF078-4337-4E0B-A6ED-5BE11C0F4625}" presName="compNode" presStyleCnt="0"/>
      <dgm:spPr/>
    </dgm:pt>
    <dgm:pt modelId="{99F3F7A6-284D-4513-BA88-4EB47FA86F2C}" type="pres">
      <dgm:prSet presAssocID="{ED8AF078-4337-4E0B-A6ED-5BE11C0F462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67F24FBB-D8CA-489E-BD38-C9F8B8DB2093}" type="pres">
      <dgm:prSet presAssocID="{ED8AF078-4337-4E0B-A6ED-5BE11C0F4625}" presName="iconSpace" presStyleCnt="0"/>
      <dgm:spPr/>
    </dgm:pt>
    <dgm:pt modelId="{A2419125-B757-4E6E-96DE-4A06C068EFE2}" type="pres">
      <dgm:prSet presAssocID="{ED8AF078-4337-4E0B-A6ED-5BE11C0F4625}" presName="parTx" presStyleLbl="revTx" presStyleIdx="0" presStyleCnt="4">
        <dgm:presLayoutVars>
          <dgm:chMax val="0"/>
          <dgm:chPref val="0"/>
        </dgm:presLayoutVars>
      </dgm:prSet>
      <dgm:spPr/>
    </dgm:pt>
    <dgm:pt modelId="{0B7FBCB8-0F3D-4307-8361-2C61E8FB6A80}" type="pres">
      <dgm:prSet presAssocID="{ED8AF078-4337-4E0B-A6ED-5BE11C0F4625}" presName="txSpace" presStyleCnt="0"/>
      <dgm:spPr/>
    </dgm:pt>
    <dgm:pt modelId="{3C1C2AE0-E533-4931-9440-54E8997492F6}" type="pres">
      <dgm:prSet presAssocID="{ED8AF078-4337-4E0B-A6ED-5BE11C0F4625}" presName="desTx" presStyleLbl="revTx" presStyleIdx="1" presStyleCnt="4">
        <dgm:presLayoutVars/>
      </dgm:prSet>
      <dgm:spPr/>
    </dgm:pt>
    <dgm:pt modelId="{0BF94BB2-86D7-4AAF-B9A1-4ABA1C44EBE9}" type="pres">
      <dgm:prSet presAssocID="{CC926D5A-3CD4-41A0-9F42-D2A3A0AD73FD}" presName="sibTrans" presStyleCnt="0"/>
      <dgm:spPr/>
    </dgm:pt>
    <dgm:pt modelId="{7E79F2B6-E4E8-4508-A962-3E70665C5EF7}" type="pres">
      <dgm:prSet presAssocID="{36FF467C-7726-425A-BD62-5A66314D8F8A}" presName="compNode" presStyleCnt="0"/>
      <dgm:spPr/>
    </dgm:pt>
    <dgm:pt modelId="{174204BB-2CEA-4D60-92CB-DEB9364CA2B0}" type="pres">
      <dgm:prSet presAssocID="{36FF467C-7726-425A-BD62-5A66314D8F8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859A3CA6-5345-45DD-91BC-BFC641A65095}" type="pres">
      <dgm:prSet presAssocID="{36FF467C-7726-425A-BD62-5A66314D8F8A}" presName="iconSpace" presStyleCnt="0"/>
      <dgm:spPr/>
    </dgm:pt>
    <dgm:pt modelId="{2800153E-1EB2-4BB0-BEF1-45475C69A886}" type="pres">
      <dgm:prSet presAssocID="{36FF467C-7726-425A-BD62-5A66314D8F8A}" presName="parTx" presStyleLbl="revTx" presStyleIdx="2" presStyleCnt="4">
        <dgm:presLayoutVars>
          <dgm:chMax val="0"/>
          <dgm:chPref val="0"/>
        </dgm:presLayoutVars>
      </dgm:prSet>
      <dgm:spPr/>
    </dgm:pt>
    <dgm:pt modelId="{C9EE4EF9-AA2D-4394-8517-76ACEA8EFADC}" type="pres">
      <dgm:prSet presAssocID="{36FF467C-7726-425A-BD62-5A66314D8F8A}" presName="txSpace" presStyleCnt="0"/>
      <dgm:spPr/>
    </dgm:pt>
    <dgm:pt modelId="{1A7D072B-3AF5-42E1-8B97-23A4F7AB8166}" type="pres">
      <dgm:prSet presAssocID="{36FF467C-7726-425A-BD62-5A66314D8F8A}" presName="desTx" presStyleLbl="revTx" presStyleIdx="3" presStyleCnt="4">
        <dgm:presLayoutVars/>
      </dgm:prSet>
      <dgm:spPr/>
    </dgm:pt>
  </dgm:ptLst>
  <dgm:cxnLst>
    <dgm:cxn modelId="{548AF910-1C3F-4CD2-88CB-5C210E811731}" type="presOf" srcId="{45E1B5B7-90D2-4E8A-820F-06CA8CDD6082}" destId="{3C1C2AE0-E533-4931-9440-54E8997492F6}" srcOrd="0" destOrd="2" presId="urn:microsoft.com/office/officeart/2018/5/layout/CenteredIconLabelDescriptionList"/>
    <dgm:cxn modelId="{8908DE2D-87D1-43BE-B7D1-E4B3CB7729F3}" srcId="{ED8AF078-4337-4E0B-A6ED-5BE11C0F4625}" destId="{5D33D729-F250-4ADB-9F65-F5700A4A8307}" srcOrd="1" destOrd="0" parTransId="{1EB58C91-6B11-4286-81E6-BE9DB01B97E0}" sibTransId="{73F3692B-02F3-4361-BEF3-B2F47FD3BC96}"/>
    <dgm:cxn modelId="{D5586331-AAAC-4B16-97B7-053ECA61714F}" type="presOf" srcId="{5D33D729-F250-4ADB-9F65-F5700A4A8307}" destId="{3C1C2AE0-E533-4931-9440-54E8997492F6}" srcOrd="0" destOrd="1" presId="urn:microsoft.com/office/officeart/2018/5/layout/CenteredIconLabelDescriptionList"/>
    <dgm:cxn modelId="{5C32F15C-CBCA-4FD3-BF83-FE9C2D137495}" srcId="{36FF467C-7726-425A-BD62-5A66314D8F8A}" destId="{EE2257F3-9199-4143-8815-B90BEB2500DC}" srcOrd="0" destOrd="0" parTransId="{534AB945-94F5-41A5-84F0-66FE7A7491F9}" sibTransId="{68900ADC-B487-4ACB-AAFA-625A6EC7424C}"/>
    <dgm:cxn modelId="{184D7449-802D-422C-87E2-C594C808C527}" type="presOf" srcId="{D45AAB8A-B122-4DE6-9622-0D22E2100B7F}" destId="{1A7D072B-3AF5-42E1-8B97-23A4F7AB8166}" srcOrd="0" destOrd="1" presId="urn:microsoft.com/office/officeart/2018/5/layout/CenteredIconLabelDescriptionList"/>
    <dgm:cxn modelId="{7273FF69-A67E-4210-98D0-5D37D860C502}" srcId="{ED8AF078-4337-4E0B-A6ED-5BE11C0F4625}" destId="{45E1B5B7-90D2-4E8A-820F-06CA8CDD6082}" srcOrd="2" destOrd="0" parTransId="{0549683C-80CB-48B2-9818-EE2103E91775}" sibTransId="{E9C4DD42-883D-46C5-872D-E1E7E3A5C42A}"/>
    <dgm:cxn modelId="{F3A4CF81-A759-49D7-B8D4-4DB142807B4F}" srcId="{ED8AF078-4337-4E0B-A6ED-5BE11C0F4625}" destId="{73532B4B-77D3-4AA5-8A96-15AA3CA1D220}" srcOrd="0" destOrd="0" parTransId="{D925AC1B-5E9F-4A1B-A191-D8E08B19B41C}" sibTransId="{181BBD0A-82F2-42D7-9724-D2EEB9FB9FF3}"/>
    <dgm:cxn modelId="{4F946D85-DAA0-43D4-9EA9-185CECC8AB03}" type="presOf" srcId="{74D5124F-8079-4CAC-9592-61CFB38F049E}" destId="{32595DB3-DD20-4172-BB40-754E92877CB4}" srcOrd="0" destOrd="0" presId="urn:microsoft.com/office/officeart/2018/5/layout/CenteredIconLabelDescriptionList"/>
    <dgm:cxn modelId="{957E3689-9AA8-403E-93EC-6FB9FD0747A4}" srcId="{74D5124F-8079-4CAC-9592-61CFB38F049E}" destId="{ED8AF078-4337-4E0B-A6ED-5BE11C0F4625}" srcOrd="0" destOrd="0" parTransId="{D19E84BF-F0FD-4747-9A39-429D77D8C105}" sibTransId="{CC926D5A-3CD4-41A0-9F42-D2A3A0AD73FD}"/>
    <dgm:cxn modelId="{08B3509A-6A01-4731-9246-6808D17CAE1A}" type="presOf" srcId="{3B52070F-63C6-421B-8D88-DD8796D09359}" destId="{1A7D072B-3AF5-42E1-8B97-23A4F7AB8166}" srcOrd="0" destOrd="2" presId="urn:microsoft.com/office/officeart/2018/5/layout/CenteredIconLabelDescriptionList"/>
    <dgm:cxn modelId="{89A037B9-231D-49E4-9A62-1E35CC33EDF8}" srcId="{74D5124F-8079-4CAC-9592-61CFB38F049E}" destId="{36FF467C-7726-425A-BD62-5A66314D8F8A}" srcOrd="1" destOrd="0" parTransId="{C314D506-C2E7-4605-BC5D-0483B142FA50}" sibTransId="{CBD822EC-E2A6-4685-8E42-CE053C8CD0FA}"/>
    <dgm:cxn modelId="{D15354D0-9851-49C3-9584-9B36BDCF9E74}" type="presOf" srcId="{EE2257F3-9199-4143-8815-B90BEB2500DC}" destId="{1A7D072B-3AF5-42E1-8B97-23A4F7AB8166}" srcOrd="0" destOrd="0" presId="urn:microsoft.com/office/officeart/2018/5/layout/CenteredIconLabelDescriptionList"/>
    <dgm:cxn modelId="{EBBC9CD3-48F5-484F-8106-B93D64989030}" type="presOf" srcId="{ED8AF078-4337-4E0B-A6ED-5BE11C0F4625}" destId="{A2419125-B757-4E6E-96DE-4A06C068EFE2}" srcOrd="0" destOrd="0" presId="urn:microsoft.com/office/officeart/2018/5/layout/CenteredIconLabelDescriptionList"/>
    <dgm:cxn modelId="{179778D5-5D83-4AA9-8135-BB9660C14642}" type="presOf" srcId="{36FF467C-7726-425A-BD62-5A66314D8F8A}" destId="{2800153E-1EB2-4BB0-BEF1-45475C69A886}" srcOrd="0" destOrd="0" presId="urn:microsoft.com/office/officeart/2018/5/layout/CenteredIconLabelDescriptionList"/>
    <dgm:cxn modelId="{F74BF6DC-AEC9-460B-B0FC-6C48769B9BDA}" type="presOf" srcId="{73532B4B-77D3-4AA5-8A96-15AA3CA1D220}" destId="{3C1C2AE0-E533-4931-9440-54E8997492F6}" srcOrd="0" destOrd="0" presId="urn:microsoft.com/office/officeart/2018/5/layout/CenteredIconLabelDescriptionList"/>
    <dgm:cxn modelId="{2AE487E6-FEC4-4368-859C-BB72A1A65D62}" srcId="{36FF467C-7726-425A-BD62-5A66314D8F8A}" destId="{3B52070F-63C6-421B-8D88-DD8796D09359}" srcOrd="2" destOrd="0" parTransId="{CED0A8AB-A0CB-459C-9D29-767C8D982AB4}" sibTransId="{298A2932-975A-4B62-B5A2-D3CC07F445D7}"/>
    <dgm:cxn modelId="{B34F5FF7-EAB3-4C9B-A06B-8E95C5EB2EB9}" srcId="{36FF467C-7726-425A-BD62-5A66314D8F8A}" destId="{D45AAB8A-B122-4DE6-9622-0D22E2100B7F}" srcOrd="1" destOrd="0" parTransId="{55908D95-1878-481B-955E-395CEA44365C}" sibTransId="{DCCFA5D6-9016-450A-89C9-7202D72EBA27}"/>
    <dgm:cxn modelId="{D4621D5B-FB13-4F65-BA90-D0FFE27DFEC1}" type="presParOf" srcId="{32595DB3-DD20-4172-BB40-754E92877CB4}" destId="{E2F68132-7925-466D-963F-5428F7F9F2C5}" srcOrd="0" destOrd="0" presId="urn:microsoft.com/office/officeart/2018/5/layout/CenteredIconLabelDescriptionList"/>
    <dgm:cxn modelId="{7CFB5A8F-8DFF-4C0B-BD0B-E0266F72E9C5}" type="presParOf" srcId="{E2F68132-7925-466D-963F-5428F7F9F2C5}" destId="{99F3F7A6-284D-4513-BA88-4EB47FA86F2C}" srcOrd="0" destOrd="0" presId="urn:microsoft.com/office/officeart/2018/5/layout/CenteredIconLabelDescriptionList"/>
    <dgm:cxn modelId="{F7952EFB-ECBE-465E-A99E-74879BCCD729}" type="presParOf" srcId="{E2F68132-7925-466D-963F-5428F7F9F2C5}" destId="{67F24FBB-D8CA-489E-BD38-C9F8B8DB2093}" srcOrd="1" destOrd="0" presId="urn:microsoft.com/office/officeart/2018/5/layout/CenteredIconLabelDescriptionList"/>
    <dgm:cxn modelId="{FB57B200-8D94-4167-8C5F-B913FDF4CA3E}" type="presParOf" srcId="{E2F68132-7925-466D-963F-5428F7F9F2C5}" destId="{A2419125-B757-4E6E-96DE-4A06C068EFE2}" srcOrd="2" destOrd="0" presId="urn:microsoft.com/office/officeart/2018/5/layout/CenteredIconLabelDescriptionList"/>
    <dgm:cxn modelId="{ED50FF65-5D23-4708-84FF-24B86D523F22}" type="presParOf" srcId="{E2F68132-7925-466D-963F-5428F7F9F2C5}" destId="{0B7FBCB8-0F3D-4307-8361-2C61E8FB6A80}" srcOrd="3" destOrd="0" presId="urn:microsoft.com/office/officeart/2018/5/layout/CenteredIconLabelDescriptionList"/>
    <dgm:cxn modelId="{40778CA9-2883-44D3-875C-1C6D4578C626}" type="presParOf" srcId="{E2F68132-7925-466D-963F-5428F7F9F2C5}" destId="{3C1C2AE0-E533-4931-9440-54E8997492F6}" srcOrd="4" destOrd="0" presId="urn:microsoft.com/office/officeart/2018/5/layout/CenteredIconLabelDescriptionList"/>
    <dgm:cxn modelId="{B2583017-3108-40A8-9419-373D850EE64D}" type="presParOf" srcId="{32595DB3-DD20-4172-BB40-754E92877CB4}" destId="{0BF94BB2-86D7-4AAF-B9A1-4ABA1C44EBE9}" srcOrd="1" destOrd="0" presId="urn:microsoft.com/office/officeart/2018/5/layout/CenteredIconLabelDescriptionList"/>
    <dgm:cxn modelId="{2820883F-E528-44AC-9B90-57D5A9A98EF8}" type="presParOf" srcId="{32595DB3-DD20-4172-BB40-754E92877CB4}" destId="{7E79F2B6-E4E8-4508-A962-3E70665C5EF7}" srcOrd="2" destOrd="0" presId="urn:microsoft.com/office/officeart/2018/5/layout/CenteredIconLabelDescriptionList"/>
    <dgm:cxn modelId="{611514D1-BFF2-461D-9F9B-C1501329BAB1}" type="presParOf" srcId="{7E79F2B6-E4E8-4508-A962-3E70665C5EF7}" destId="{174204BB-2CEA-4D60-92CB-DEB9364CA2B0}" srcOrd="0" destOrd="0" presId="urn:microsoft.com/office/officeart/2018/5/layout/CenteredIconLabelDescriptionList"/>
    <dgm:cxn modelId="{6CFB8360-5200-4D8C-96F8-A42B46B4E78E}" type="presParOf" srcId="{7E79F2B6-E4E8-4508-A962-3E70665C5EF7}" destId="{859A3CA6-5345-45DD-91BC-BFC641A65095}" srcOrd="1" destOrd="0" presId="urn:microsoft.com/office/officeart/2018/5/layout/CenteredIconLabelDescriptionList"/>
    <dgm:cxn modelId="{FDB72DF8-8D09-47D4-A719-800E4E14D715}" type="presParOf" srcId="{7E79F2B6-E4E8-4508-A962-3E70665C5EF7}" destId="{2800153E-1EB2-4BB0-BEF1-45475C69A886}" srcOrd="2" destOrd="0" presId="urn:microsoft.com/office/officeart/2018/5/layout/CenteredIconLabelDescriptionList"/>
    <dgm:cxn modelId="{363DD0A6-1161-46F6-8F46-67F819327F3B}" type="presParOf" srcId="{7E79F2B6-E4E8-4508-A962-3E70665C5EF7}" destId="{C9EE4EF9-AA2D-4394-8517-76ACEA8EFADC}" srcOrd="3" destOrd="0" presId="urn:microsoft.com/office/officeart/2018/5/layout/CenteredIconLabelDescriptionList"/>
    <dgm:cxn modelId="{5473D2C2-BD05-47BE-82C6-38368A182923}" type="presParOf" srcId="{7E79F2B6-E4E8-4508-A962-3E70665C5EF7}" destId="{1A7D072B-3AF5-42E1-8B97-23A4F7AB8166}"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84C16DA-CC1A-4ACF-AF1C-E845ACC7E46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DBDD3D0-518E-438A-8F16-4C9D99B57E8B}">
      <dgm:prSet/>
      <dgm:spPr/>
      <dgm:t>
        <a:bodyPr/>
        <a:lstStyle/>
        <a:p>
          <a:pPr>
            <a:defRPr b="1"/>
          </a:pPr>
          <a:r>
            <a:rPr lang="en-MY" b="1"/>
            <a:t>Benefits:</a:t>
          </a:r>
          <a:endParaRPr lang="en-US"/>
        </a:p>
      </dgm:t>
    </dgm:pt>
    <dgm:pt modelId="{EE682EE5-CB42-4DE0-BC03-3CEC572DEF58}" type="parTrans" cxnId="{B1D06B9A-DEC9-4EA4-89AA-552EEA781CA8}">
      <dgm:prSet/>
      <dgm:spPr/>
      <dgm:t>
        <a:bodyPr/>
        <a:lstStyle/>
        <a:p>
          <a:endParaRPr lang="en-US"/>
        </a:p>
      </dgm:t>
    </dgm:pt>
    <dgm:pt modelId="{ADE7DE84-02C1-4097-AAC1-57060DCB62F4}" type="sibTrans" cxnId="{B1D06B9A-DEC9-4EA4-89AA-552EEA781CA8}">
      <dgm:prSet/>
      <dgm:spPr/>
      <dgm:t>
        <a:bodyPr/>
        <a:lstStyle/>
        <a:p>
          <a:endParaRPr lang="en-US"/>
        </a:p>
      </dgm:t>
    </dgm:pt>
    <dgm:pt modelId="{A8F8B49B-4F67-45FA-92DC-5240D96B300E}">
      <dgm:prSet/>
      <dgm:spPr/>
      <dgm:t>
        <a:bodyPr/>
        <a:lstStyle/>
        <a:p>
          <a:r>
            <a:rPr lang="en-MY"/>
            <a:t>Simplifies development and deployment</a:t>
          </a:r>
          <a:endParaRPr lang="en-US"/>
        </a:p>
      </dgm:t>
    </dgm:pt>
    <dgm:pt modelId="{465DC65E-E3CC-4858-AAFF-86EFB705DB69}" type="parTrans" cxnId="{B3357267-5FEB-4F1E-B573-883EAE289243}">
      <dgm:prSet/>
      <dgm:spPr/>
      <dgm:t>
        <a:bodyPr/>
        <a:lstStyle/>
        <a:p>
          <a:endParaRPr lang="en-US"/>
        </a:p>
      </dgm:t>
    </dgm:pt>
    <dgm:pt modelId="{D7FC1B6F-F0FC-465E-A46A-507A51BC7EB1}" type="sibTrans" cxnId="{B3357267-5FEB-4F1E-B573-883EAE289243}">
      <dgm:prSet/>
      <dgm:spPr/>
      <dgm:t>
        <a:bodyPr/>
        <a:lstStyle/>
        <a:p>
          <a:endParaRPr lang="en-US"/>
        </a:p>
      </dgm:t>
    </dgm:pt>
    <dgm:pt modelId="{B1B02A14-505B-485C-85D5-8D0AE2A18547}">
      <dgm:prSet/>
      <dgm:spPr/>
      <dgm:t>
        <a:bodyPr/>
        <a:lstStyle/>
        <a:p>
          <a:r>
            <a:rPr lang="en-MY"/>
            <a:t>Less complexity in managing servers, storage, or networking</a:t>
          </a:r>
          <a:endParaRPr lang="en-US"/>
        </a:p>
      </dgm:t>
    </dgm:pt>
    <dgm:pt modelId="{EE5B7E4D-FF92-4C93-9DDA-532D6FCA5D99}" type="parTrans" cxnId="{4B0EC5FF-4A16-4C21-98AC-003B31A50507}">
      <dgm:prSet/>
      <dgm:spPr/>
      <dgm:t>
        <a:bodyPr/>
        <a:lstStyle/>
        <a:p>
          <a:endParaRPr lang="en-US"/>
        </a:p>
      </dgm:t>
    </dgm:pt>
    <dgm:pt modelId="{2C310D76-B334-4850-9364-43FCF396094F}" type="sibTrans" cxnId="{4B0EC5FF-4A16-4C21-98AC-003B31A50507}">
      <dgm:prSet/>
      <dgm:spPr/>
      <dgm:t>
        <a:bodyPr/>
        <a:lstStyle/>
        <a:p>
          <a:endParaRPr lang="en-US"/>
        </a:p>
      </dgm:t>
    </dgm:pt>
    <dgm:pt modelId="{8064F705-7D6A-4DEF-94E3-548796EB9534}">
      <dgm:prSet/>
      <dgm:spPr/>
      <dgm:t>
        <a:bodyPr/>
        <a:lstStyle/>
        <a:p>
          <a:r>
            <a:rPr lang="en-MY"/>
            <a:t>Automated scalability</a:t>
          </a:r>
          <a:endParaRPr lang="en-US"/>
        </a:p>
      </dgm:t>
    </dgm:pt>
    <dgm:pt modelId="{6DD158C2-8C64-4782-8251-3D0EC8F01EBB}" type="parTrans" cxnId="{37B16C58-1ECC-46E3-9808-D06B89160786}">
      <dgm:prSet/>
      <dgm:spPr/>
      <dgm:t>
        <a:bodyPr/>
        <a:lstStyle/>
        <a:p>
          <a:endParaRPr lang="en-US"/>
        </a:p>
      </dgm:t>
    </dgm:pt>
    <dgm:pt modelId="{75AC6F27-738E-461C-9370-D366C34DC74E}" type="sibTrans" cxnId="{37B16C58-1ECC-46E3-9808-D06B89160786}">
      <dgm:prSet/>
      <dgm:spPr/>
      <dgm:t>
        <a:bodyPr/>
        <a:lstStyle/>
        <a:p>
          <a:endParaRPr lang="en-US"/>
        </a:p>
      </dgm:t>
    </dgm:pt>
    <dgm:pt modelId="{8CB4AF20-E116-4E8F-9E33-0C2C60492CE4}">
      <dgm:prSet/>
      <dgm:spPr/>
      <dgm:t>
        <a:bodyPr/>
        <a:lstStyle/>
        <a:p>
          <a:pPr>
            <a:defRPr b="1"/>
          </a:pPr>
          <a:r>
            <a:rPr lang="en-MY" b="1"/>
            <a:t>Challenges:</a:t>
          </a:r>
          <a:endParaRPr lang="en-US"/>
        </a:p>
      </dgm:t>
    </dgm:pt>
    <dgm:pt modelId="{8C8B80BD-B622-4BBA-BB2A-075F45E8317A}" type="parTrans" cxnId="{D734CE1A-D149-4834-97F4-8D331240AE93}">
      <dgm:prSet/>
      <dgm:spPr/>
      <dgm:t>
        <a:bodyPr/>
        <a:lstStyle/>
        <a:p>
          <a:endParaRPr lang="en-US"/>
        </a:p>
      </dgm:t>
    </dgm:pt>
    <dgm:pt modelId="{692CC936-3C63-4AF6-864D-C10695A9AC5A}" type="sibTrans" cxnId="{D734CE1A-D149-4834-97F4-8D331240AE93}">
      <dgm:prSet/>
      <dgm:spPr/>
      <dgm:t>
        <a:bodyPr/>
        <a:lstStyle/>
        <a:p>
          <a:endParaRPr lang="en-US"/>
        </a:p>
      </dgm:t>
    </dgm:pt>
    <dgm:pt modelId="{375982D9-57E1-4166-A36C-43C63CE78BA6}">
      <dgm:prSet/>
      <dgm:spPr/>
      <dgm:t>
        <a:bodyPr/>
        <a:lstStyle/>
        <a:p>
          <a:r>
            <a:rPr lang="en-MY"/>
            <a:t>Might be restricted to provider-specific tools/languages</a:t>
          </a:r>
          <a:endParaRPr lang="en-US"/>
        </a:p>
      </dgm:t>
    </dgm:pt>
    <dgm:pt modelId="{96EF7359-7F45-4D78-B35F-8A2B2BB93FE5}" type="parTrans" cxnId="{E34F341A-EF9A-46E9-85EA-4DA5EC78A9B9}">
      <dgm:prSet/>
      <dgm:spPr/>
      <dgm:t>
        <a:bodyPr/>
        <a:lstStyle/>
        <a:p>
          <a:endParaRPr lang="en-US"/>
        </a:p>
      </dgm:t>
    </dgm:pt>
    <dgm:pt modelId="{EF3095F0-D905-4316-A139-FB0ECDDC6C1D}" type="sibTrans" cxnId="{E34F341A-EF9A-46E9-85EA-4DA5EC78A9B9}">
      <dgm:prSet/>
      <dgm:spPr/>
      <dgm:t>
        <a:bodyPr/>
        <a:lstStyle/>
        <a:p>
          <a:endParaRPr lang="en-US"/>
        </a:p>
      </dgm:t>
    </dgm:pt>
    <dgm:pt modelId="{F4565E63-ACB1-4ACE-8DB8-5BB23565B562}">
      <dgm:prSet/>
      <dgm:spPr/>
      <dgm:t>
        <a:bodyPr/>
        <a:lstStyle/>
        <a:p>
          <a:r>
            <a:rPr lang="en-MY"/>
            <a:t>Risk of “vendor lock-in”</a:t>
          </a:r>
          <a:endParaRPr lang="en-US"/>
        </a:p>
      </dgm:t>
    </dgm:pt>
    <dgm:pt modelId="{D33B430A-6665-4CDB-A7CB-6B011AE13AFB}" type="parTrans" cxnId="{F9D65261-CB1B-48D4-A9A6-1705AA7832DC}">
      <dgm:prSet/>
      <dgm:spPr/>
      <dgm:t>
        <a:bodyPr/>
        <a:lstStyle/>
        <a:p>
          <a:endParaRPr lang="en-US"/>
        </a:p>
      </dgm:t>
    </dgm:pt>
    <dgm:pt modelId="{D953E241-7234-4F2B-94D1-24A8F2343992}" type="sibTrans" cxnId="{F9D65261-CB1B-48D4-A9A6-1705AA7832DC}">
      <dgm:prSet/>
      <dgm:spPr/>
      <dgm:t>
        <a:bodyPr/>
        <a:lstStyle/>
        <a:p>
          <a:endParaRPr lang="en-US"/>
        </a:p>
      </dgm:t>
    </dgm:pt>
    <dgm:pt modelId="{5A3534A2-FD7B-4582-81C1-F60B0BFE3787}">
      <dgm:prSet/>
      <dgm:spPr/>
      <dgm:t>
        <a:bodyPr/>
        <a:lstStyle/>
        <a:p>
          <a:r>
            <a:rPr lang="en-MY"/>
            <a:t>Costs can grow if the application scales rapidly</a:t>
          </a:r>
          <a:endParaRPr lang="en-US"/>
        </a:p>
      </dgm:t>
    </dgm:pt>
    <dgm:pt modelId="{10180C57-4DE5-43BC-96AF-F7CF5F0C58F9}" type="parTrans" cxnId="{05D121F8-1036-4E09-8514-E4F66BE62825}">
      <dgm:prSet/>
      <dgm:spPr/>
      <dgm:t>
        <a:bodyPr/>
        <a:lstStyle/>
        <a:p>
          <a:endParaRPr lang="en-US"/>
        </a:p>
      </dgm:t>
    </dgm:pt>
    <dgm:pt modelId="{3EC87D38-5509-4EA5-8463-2090A4B76C8D}" type="sibTrans" cxnId="{05D121F8-1036-4E09-8514-E4F66BE62825}">
      <dgm:prSet/>
      <dgm:spPr/>
      <dgm:t>
        <a:bodyPr/>
        <a:lstStyle/>
        <a:p>
          <a:endParaRPr lang="en-US"/>
        </a:p>
      </dgm:t>
    </dgm:pt>
    <dgm:pt modelId="{41F1CAB5-B096-4705-AB86-805EC72C8FA7}" type="pres">
      <dgm:prSet presAssocID="{184C16DA-CC1A-4ACF-AF1C-E845ACC7E463}" presName="root" presStyleCnt="0">
        <dgm:presLayoutVars>
          <dgm:dir/>
          <dgm:resizeHandles val="exact"/>
        </dgm:presLayoutVars>
      </dgm:prSet>
      <dgm:spPr/>
    </dgm:pt>
    <dgm:pt modelId="{2A4E363F-709D-44C6-BAD4-C50041CCCD5A}" type="pres">
      <dgm:prSet presAssocID="{9DBDD3D0-518E-438A-8F16-4C9D99B57E8B}" presName="compNode" presStyleCnt="0"/>
      <dgm:spPr/>
    </dgm:pt>
    <dgm:pt modelId="{F3579B73-D5FA-475E-BCBD-DB928FF54B82}" type="pres">
      <dgm:prSet presAssocID="{9DBDD3D0-518E-438A-8F16-4C9D99B57E8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DA01F25F-70C6-4997-8B6C-CD5878C0E292}" type="pres">
      <dgm:prSet presAssocID="{9DBDD3D0-518E-438A-8F16-4C9D99B57E8B}" presName="iconSpace" presStyleCnt="0"/>
      <dgm:spPr/>
    </dgm:pt>
    <dgm:pt modelId="{8DA58189-247A-45AF-8B7C-594ABE640C40}" type="pres">
      <dgm:prSet presAssocID="{9DBDD3D0-518E-438A-8F16-4C9D99B57E8B}" presName="parTx" presStyleLbl="revTx" presStyleIdx="0" presStyleCnt="4">
        <dgm:presLayoutVars>
          <dgm:chMax val="0"/>
          <dgm:chPref val="0"/>
        </dgm:presLayoutVars>
      </dgm:prSet>
      <dgm:spPr/>
    </dgm:pt>
    <dgm:pt modelId="{C462F499-1C5B-4E45-9DE6-F98664C228C2}" type="pres">
      <dgm:prSet presAssocID="{9DBDD3D0-518E-438A-8F16-4C9D99B57E8B}" presName="txSpace" presStyleCnt="0"/>
      <dgm:spPr/>
    </dgm:pt>
    <dgm:pt modelId="{7BF26B67-0D0D-47D9-A721-4158FCAF9552}" type="pres">
      <dgm:prSet presAssocID="{9DBDD3D0-518E-438A-8F16-4C9D99B57E8B}" presName="desTx" presStyleLbl="revTx" presStyleIdx="1" presStyleCnt="4">
        <dgm:presLayoutVars/>
      </dgm:prSet>
      <dgm:spPr/>
    </dgm:pt>
    <dgm:pt modelId="{8F2E11CE-1CBC-46EC-A9D2-E9426925B9D4}" type="pres">
      <dgm:prSet presAssocID="{ADE7DE84-02C1-4097-AAC1-57060DCB62F4}" presName="sibTrans" presStyleCnt="0"/>
      <dgm:spPr/>
    </dgm:pt>
    <dgm:pt modelId="{C6BA8F78-27D7-4739-98BE-D80133436F2D}" type="pres">
      <dgm:prSet presAssocID="{8CB4AF20-E116-4E8F-9E33-0C2C60492CE4}" presName="compNode" presStyleCnt="0"/>
      <dgm:spPr/>
    </dgm:pt>
    <dgm:pt modelId="{D42D5F13-5BF9-4F22-BAC8-7E231492ACD8}" type="pres">
      <dgm:prSet presAssocID="{8CB4AF20-E116-4E8F-9E33-0C2C60492CE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8AC7920D-F033-4CFA-A8EA-7B1646B96C15}" type="pres">
      <dgm:prSet presAssocID="{8CB4AF20-E116-4E8F-9E33-0C2C60492CE4}" presName="iconSpace" presStyleCnt="0"/>
      <dgm:spPr/>
    </dgm:pt>
    <dgm:pt modelId="{220E6035-57C3-4593-A1EC-EC2E1AA2CF88}" type="pres">
      <dgm:prSet presAssocID="{8CB4AF20-E116-4E8F-9E33-0C2C60492CE4}" presName="parTx" presStyleLbl="revTx" presStyleIdx="2" presStyleCnt="4">
        <dgm:presLayoutVars>
          <dgm:chMax val="0"/>
          <dgm:chPref val="0"/>
        </dgm:presLayoutVars>
      </dgm:prSet>
      <dgm:spPr/>
    </dgm:pt>
    <dgm:pt modelId="{DFAA40E0-5E1D-4B3D-A808-3DDDDFE36BCF}" type="pres">
      <dgm:prSet presAssocID="{8CB4AF20-E116-4E8F-9E33-0C2C60492CE4}" presName="txSpace" presStyleCnt="0"/>
      <dgm:spPr/>
    </dgm:pt>
    <dgm:pt modelId="{B0F15ED1-5229-4114-8EED-C95D0CEC3730}" type="pres">
      <dgm:prSet presAssocID="{8CB4AF20-E116-4E8F-9E33-0C2C60492CE4}" presName="desTx" presStyleLbl="revTx" presStyleIdx="3" presStyleCnt="4">
        <dgm:presLayoutVars/>
      </dgm:prSet>
      <dgm:spPr/>
    </dgm:pt>
  </dgm:ptLst>
  <dgm:cxnLst>
    <dgm:cxn modelId="{9EEB3918-61A3-4112-82A9-A6771565CC89}" type="presOf" srcId="{8064F705-7D6A-4DEF-94E3-548796EB9534}" destId="{7BF26B67-0D0D-47D9-A721-4158FCAF9552}" srcOrd="0" destOrd="2" presId="urn:microsoft.com/office/officeart/2018/5/layout/CenteredIconLabelDescriptionList"/>
    <dgm:cxn modelId="{E34F341A-EF9A-46E9-85EA-4DA5EC78A9B9}" srcId="{8CB4AF20-E116-4E8F-9E33-0C2C60492CE4}" destId="{375982D9-57E1-4166-A36C-43C63CE78BA6}" srcOrd="0" destOrd="0" parTransId="{96EF7359-7F45-4D78-B35F-8A2B2BB93FE5}" sibTransId="{EF3095F0-D905-4316-A139-FB0ECDDC6C1D}"/>
    <dgm:cxn modelId="{D734CE1A-D149-4834-97F4-8D331240AE93}" srcId="{184C16DA-CC1A-4ACF-AF1C-E845ACC7E463}" destId="{8CB4AF20-E116-4E8F-9E33-0C2C60492CE4}" srcOrd="1" destOrd="0" parTransId="{8C8B80BD-B622-4BBA-BB2A-075F45E8317A}" sibTransId="{692CC936-3C63-4AF6-864D-C10695A9AC5A}"/>
    <dgm:cxn modelId="{86EF7326-A566-4F36-BCA2-89C74FB0FAC6}" type="presOf" srcId="{8CB4AF20-E116-4E8F-9E33-0C2C60492CE4}" destId="{220E6035-57C3-4593-A1EC-EC2E1AA2CF88}" srcOrd="0" destOrd="0" presId="urn:microsoft.com/office/officeart/2018/5/layout/CenteredIconLabelDescriptionList"/>
    <dgm:cxn modelId="{F9D65261-CB1B-48D4-A9A6-1705AA7832DC}" srcId="{8CB4AF20-E116-4E8F-9E33-0C2C60492CE4}" destId="{F4565E63-ACB1-4ACE-8DB8-5BB23565B562}" srcOrd="1" destOrd="0" parTransId="{D33B430A-6665-4CDB-A7CB-6B011AE13AFB}" sibTransId="{D953E241-7234-4F2B-94D1-24A8F2343992}"/>
    <dgm:cxn modelId="{C4DA8A46-A3FE-4246-9440-76833E77E295}" type="presOf" srcId="{5A3534A2-FD7B-4582-81C1-F60B0BFE3787}" destId="{B0F15ED1-5229-4114-8EED-C95D0CEC3730}" srcOrd="0" destOrd="2" presId="urn:microsoft.com/office/officeart/2018/5/layout/CenteredIconLabelDescriptionList"/>
    <dgm:cxn modelId="{A7324867-283D-4305-832C-FC60DB9C4AA4}" type="presOf" srcId="{184C16DA-CC1A-4ACF-AF1C-E845ACC7E463}" destId="{41F1CAB5-B096-4705-AB86-805EC72C8FA7}" srcOrd="0" destOrd="0" presId="urn:microsoft.com/office/officeart/2018/5/layout/CenteredIconLabelDescriptionList"/>
    <dgm:cxn modelId="{B3357267-5FEB-4F1E-B573-883EAE289243}" srcId="{9DBDD3D0-518E-438A-8F16-4C9D99B57E8B}" destId="{A8F8B49B-4F67-45FA-92DC-5240D96B300E}" srcOrd="0" destOrd="0" parTransId="{465DC65E-E3CC-4858-AAFF-86EFB705DB69}" sibTransId="{D7FC1B6F-F0FC-465E-A46A-507A51BC7EB1}"/>
    <dgm:cxn modelId="{37B16C58-1ECC-46E3-9808-D06B89160786}" srcId="{9DBDD3D0-518E-438A-8F16-4C9D99B57E8B}" destId="{8064F705-7D6A-4DEF-94E3-548796EB9534}" srcOrd="2" destOrd="0" parTransId="{6DD158C2-8C64-4782-8251-3D0EC8F01EBB}" sibTransId="{75AC6F27-738E-461C-9370-D366C34DC74E}"/>
    <dgm:cxn modelId="{B1D06B9A-DEC9-4EA4-89AA-552EEA781CA8}" srcId="{184C16DA-CC1A-4ACF-AF1C-E845ACC7E463}" destId="{9DBDD3D0-518E-438A-8F16-4C9D99B57E8B}" srcOrd="0" destOrd="0" parTransId="{EE682EE5-CB42-4DE0-BC03-3CEC572DEF58}" sibTransId="{ADE7DE84-02C1-4097-AAC1-57060DCB62F4}"/>
    <dgm:cxn modelId="{CBEAF4AE-EEE0-49F6-8D71-A212A34DFC6E}" type="presOf" srcId="{B1B02A14-505B-485C-85D5-8D0AE2A18547}" destId="{7BF26B67-0D0D-47D9-A721-4158FCAF9552}" srcOrd="0" destOrd="1" presId="urn:microsoft.com/office/officeart/2018/5/layout/CenteredIconLabelDescriptionList"/>
    <dgm:cxn modelId="{B604DAB0-7E28-4875-ACCC-1BBB0AFFD24A}" type="presOf" srcId="{A8F8B49B-4F67-45FA-92DC-5240D96B300E}" destId="{7BF26B67-0D0D-47D9-A721-4158FCAF9552}" srcOrd="0" destOrd="0" presId="urn:microsoft.com/office/officeart/2018/5/layout/CenteredIconLabelDescriptionList"/>
    <dgm:cxn modelId="{9EDC40E9-4120-4456-A4F6-5C83AF743442}" type="presOf" srcId="{375982D9-57E1-4166-A36C-43C63CE78BA6}" destId="{B0F15ED1-5229-4114-8EED-C95D0CEC3730}" srcOrd="0" destOrd="0" presId="urn:microsoft.com/office/officeart/2018/5/layout/CenteredIconLabelDescriptionList"/>
    <dgm:cxn modelId="{50DD0BF3-C656-4993-8D31-D04B6C7ADBA1}" type="presOf" srcId="{9DBDD3D0-518E-438A-8F16-4C9D99B57E8B}" destId="{8DA58189-247A-45AF-8B7C-594ABE640C40}" srcOrd="0" destOrd="0" presId="urn:microsoft.com/office/officeart/2018/5/layout/CenteredIconLabelDescriptionList"/>
    <dgm:cxn modelId="{05D121F8-1036-4E09-8514-E4F66BE62825}" srcId="{8CB4AF20-E116-4E8F-9E33-0C2C60492CE4}" destId="{5A3534A2-FD7B-4582-81C1-F60B0BFE3787}" srcOrd="2" destOrd="0" parTransId="{10180C57-4DE5-43BC-96AF-F7CF5F0C58F9}" sibTransId="{3EC87D38-5509-4EA5-8463-2090A4B76C8D}"/>
    <dgm:cxn modelId="{352B16FB-BE82-40A3-9FDE-453C8515BA4E}" type="presOf" srcId="{F4565E63-ACB1-4ACE-8DB8-5BB23565B562}" destId="{B0F15ED1-5229-4114-8EED-C95D0CEC3730}" srcOrd="0" destOrd="1" presId="urn:microsoft.com/office/officeart/2018/5/layout/CenteredIconLabelDescriptionList"/>
    <dgm:cxn modelId="{4B0EC5FF-4A16-4C21-98AC-003B31A50507}" srcId="{9DBDD3D0-518E-438A-8F16-4C9D99B57E8B}" destId="{B1B02A14-505B-485C-85D5-8D0AE2A18547}" srcOrd="1" destOrd="0" parTransId="{EE5B7E4D-FF92-4C93-9DDA-532D6FCA5D99}" sibTransId="{2C310D76-B334-4850-9364-43FCF396094F}"/>
    <dgm:cxn modelId="{0E3626EE-3447-4480-AE5D-2BBB919F26B9}" type="presParOf" srcId="{41F1CAB5-B096-4705-AB86-805EC72C8FA7}" destId="{2A4E363F-709D-44C6-BAD4-C50041CCCD5A}" srcOrd="0" destOrd="0" presId="urn:microsoft.com/office/officeart/2018/5/layout/CenteredIconLabelDescriptionList"/>
    <dgm:cxn modelId="{50B3FB8F-6885-4FDB-973B-F3B803051FD3}" type="presParOf" srcId="{2A4E363F-709D-44C6-BAD4-C50041CCCD5A}" destId="{F3579B73-D5FA-475E-BCBD-DB928FF54B82}" srcOrd="0" destOrd="0" presId="urn:microsoft.com/office/officeart/2018/5/layout/CenteredIconLabelDescriptionList"/>
    <dgm:cxn modelId="{736B08C9-E998-4DBD-9905-58082362A5F6}" type="presParOf" srcId="{2A4E363F-709D-44C6-BAD4-C50041CCCD5A}" destId="{DA01F25F-70C6-4997-8B6C-CD5878C0E292}" srcOrd="1" destOrd="0" presId="urn:microsoft.com/office/officeart/2018/5/layout/CenteredIconLabelDescriptionList"/>
    <dgm:cxn modelId="{F280F0CB-7723-4AE4-AFB6-BEF24A0CC725}" type="presParOf" srcId="{2A4E363F-709D-44C6-BAD4-C50041CCCD5A}" destId="{8DA58189-247A-45AF-8B7C-594ABE640C40}" srcOrd="2" destOrd="0" presId="urn:microsoft.com/office/officeart/2018/5/layout/CenteredIconLabelDescriptionList"/>
    <dgm:cxn modelId="{D8FC89C1-2155-4BA9-9A53-FDBA08704205}" type="presParOf" srcId="{2A4E363F-709D-44C6-BAD4-C50041CCCD5A}" destId="{C462F499-1C5B-4E45-9DE6-F98664C228C2}" srcOrd="3" destOrd="0" presId="urn:microsoft.com/office/officeart/2018/5/layout/CenteredIconLabelDescriptionList"/>
    <dgm:cxn modelId="{18243B97-75A9-4D46-81EF-99959CD0D712}" type="presParOf" srcId="{2A4E363F-709D-44C6-BAD4-C50041CCCD5A}" destId="{7BF26B67-0D0D-47D9-A721-4158FCAF9552}" srcOrd="4" destOrd="0" presId="urn:microsoft.com/office/officeart/2018/5/layout/CenteredIconLabelDescriptionList"/>
    <dgm:cxn modelId="{E4372193-02CD-4396-9CBC-CF372988E9DE}" type="presParOf" srcId="{41F1CAB5-B096-4705-AB86-805EC72C8FA7}" destId="{8F2E11CE-1CBC-46EC-A9D2-E9426925B9D4}" srcOrd="1" destOrd="0" presId="urn:microsoft.com/office/officeart/2018/5/layout/CenteredIconLabelDescriptionList"/>
    <dgm:cxn modelId="{51490F26-0BFD-4703-813B-3E03EA666456}" type="presParOf" srcId="{41F1CAB5-B096-4705-AB86-805EC72C8FA7}" destId="{C6BA8F78-27D7-4739-98BE-D80133436F2D}" srcOrd="2" destOrd="0" presId="urn:microsoft.com/office/officeart/2018/5/layout/CenteredIconLabelDescriptionList"/>
    <dgm:cxn modelId="{F556DA9C-FBDA-42A1-8EAB-74A4A08576DA}" type="presParOf" srcId="{C6BA8F78-27D7-4739-98BE-D80133436F2D}" destId="{D42D5F13-5BF9-4F22-BAC8-7E231492ACD8}" srcOrd="0" destOrd="0" presId="urn:microsoft.com/office/officeart/2018/5/layout/CenteredIconLabelDescriptionList"/>
    <dgm:cxn modelId="{36FD505E-EEFB-42E8-B7AA-D9496C1A8FF1}" type="presParOf" srcId="{C6BA8F78-27D7-4739-98BE-D80133436F2D}" destId="{8AC7920D-F033-4CFA-A8EA-7B1646B96C15}" srcOrd="1" destOrd="0" presId="urn:microsoft.com/office/officeart/2018/5/layout/CenteredIconLabelDescriptionList"/>
    <dgm:cxn modelId="{D9134785-469D-4F36-8B71-7DA6B3F5824D}" type="presParOf" srcId="{C6BA8F78-27D7-4739-98BE-D80133436F2D}" destId="{220E6035-57C3-4593-A1EC-EC2E1AA2CF88}" srcOrd="2" destOrd="0" presId="urn:microsoft.com/office/officeart/2018/5/layout/CenteredIconLabelDescriptionList"/>
    <dgm:cxn modelId="{275E1EF0-4DCB-4DBF-BAEA-2B494E091FB0}" type="presParOf" srcId="{C6BA8F78-27D7-4739-98BE-D80133436F2D}" destId="{DFAA40E0-5E1D-4B3D-A808-3DDDDFE36BCF}" srcOrd="3" destOrd="0" presId="urn:microsoft.com/office/officeart/2018/5/layout/CenteredIconLabelDescriptionList"/>
    <dgm:cxn modelId="{16FF2399-F343-4FFB-92F3-732D7E946C6A}" type="presParOf" srcId="{C6BA8F78-27D7-4739-98BE-D80133436F2D}" destId="{B0F15ED1-5229-4114-8EED-C95D0CEC373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E8C9330-83A1-4412-AA82-C0667F9571CE}"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B39FB08A-D683-453D-B9A9-AA0C55E7FE3C}">
      <dgm:prSet/>
      <dgm:spPr/>
      <dgm:t>
        <a:bodyPr/>
        <a:lstStyle/>
        <a:p>
          <a:pPr>
            <a:lnSpc>
              <a:spcPct val="100000"/>
            </a:lnSpc>
            <a:defRPr b="1"/>
          </a:pPr>
          <a:r>
            <a:rPr lang="en-MY" b="1"/>
            <a:t>Major PaaS Offerings:</a:t>
          </a:r>
          <a:endParaRPr lang="en-US"/>
        </a:p>
      </dgm:t>
    </dgm:pt>
    <dgm:pt modelId="{BFDC6C83-676A-4187-B464-C83A41A845D8}" type="parTrans" cxnId="{BDE62AA3-3F81-4991-B8DC-3096590CB619}">
      <dgm:prSet/>
      <dgm:spPr/>
      <dgm:t>
        <a:bodyPr/>
        <a:lstStyle/>
        <a:p>
          <a:endParaRPr lang="en-US"/>
        </a:p>
      </dgm:t>
    </dgm:pt>
    <dgm:pt modelId="{DD8EE4AC-2366-49F6-9C1B-5A0B0DA84255}" type="sibTrans" cxnId="{BDE62AA3-3F81-4991-B8DC-3096590CB619}">
      <dgm:prSet/>
      <dgm:spPr/>
      <dgm:t>
        <a:bodyPr/>
        <a:lstStyle/>
        <a:p>
          <a:endParaRPr lang="en-US"/>
        </a:p>
      </dgm:t>
    </dgm:pt>
    <dgm:pt modelId="{47199967-8991-4DBE-AD8F-373F558A005C}">
      <dgm:prSet/>
      <dgm:spPr/>
      <dgm:t>
        <a:bodyPr/>
        <a:lstStyle/>
        <a:p>
          <a:pPr>
            <a:lnSpc>
              <a:spcPct val="100000"/>
            </a:lnSpc>
          </a:pPr>
          <a:r>
            <a:rPr lang="en-MY"/>
            <a:t>Heroku (Salesforce)</a:t>
          </a:r>
          <a:endParaRPr lang="en-US"/>
        </a:p>
      </dgm:t>
    </dgm:pt>
    <dgm:pt modelId="{0555F09A-1B53-485D-A7B5-DC1C3AAC6AA9}" type="parTrans" cxnId="{61E4A457-881C-4BF2-A47F-64C27E1498F0}">
      <dgm:prSet/>
      <dgm:spPr/>
      <dgm:t>
        <a:bodyPr/>
        <a:lstStyle/>
        <a:p>
          <a:endParaRPr lang="en-US"/>
        </a:p>
      </dgm:t>
    </dgm:pt>
    <dgm:pt modelId="{9791FC43-100F-4E5D-A979-FAD82CFAB15B}" type="sibTrans" cxnId="{61E4A457-881C-4BF2-A47F-64C27E1498F0}">
      <dgm:prSet/>
      <dgm:spPr/>
      <dgm:t>
        <a:bodyPr/>
        <a:lstStyle/>
        <a:p>
          <a:endParaRPr lang="en-US"/>
        </a:p>
      </dgm:t>
    </dgm:pt>
    <dgm:pt modelId="{CAB9CE2D-C1B1-4F02-9424-3CB70E969BFF}">
      <dgm:prSet/>
      <dgm:spPr/>
      <dgm:t>
        <a:bodyPr/>
        <a:lstStyle/>
        <a:p>
          <a:pPr>
            <a:lnSpc>
              <a:spcPct val="100000"/>
            </a:lnSpc>
          </a:pPr>
          <a:r>
            <a:rPr lang="en-MY"/>
            <a:t>Google App Engine (Google Cloud Platform)</a:t>
          </a:r>
          <a:endParaRPr lang="en-US"/>
        </a:p>
      </dgm:t>
    </dgm:pt>
    <dgm:pt modelId="{36C37AEB-73A2-4CAD-86D8-8B7F12207FCF}" type="parTrans" cxnId="{93125F7B-6BD3-4959-93F7-0BA99471C4C7}">
      <dgm:prSet/>
      <dgm:spPr/>
      <dgm:t>
        <a:bodyPr/>
        <a:lstStyle/>
        <a:p>
          <a:endParaRPr lang="en-US"/>
        </a:p>
      </dgm:t>
    </dgm:pt>
    <dgm:pt modelId="{A172A9AC-B0E9-4878-9249-E2D6B9A35B52}" type="sibTrans" cxnId="{93125F7B-6BD3-4959-93F7-0BA99471C4C7}">
      <dgm:prSet/>
      <dgm:spPr/>
      <dgm:t>
        <a:bodyPr/>
        <a:lstStyle/>
        <a:p>
          <a:endParaRPr lang="en-US"/>
        </a:p>
      </dgm:t>
    </dgm:pt>
    <dgm:pt modelId="{82AA7DF4-DF15-466E-9EB7-FCF062D74105}">
      <dgm:prSet/>
      <dgm:spPr/>
      <dgm:t>
        <a:bodyPr/>
        <a:lstStyle/>
        <a:p>
          <a:pPr>
            <a:lnSpc>
              <a:spcPct val="100000"/>
            </a:lnSpc>
          </a:pPr>
          <a:r>
            <a:rPr lang="en-MY"/>
            <a:t>Azure App Service (Microsoft Azure)</a:t>
          </a:r>
          <a:endParaRPr lang="en-US"/>
        </a:p>
      </dgm:t>
    </dgm:pt>
    <dgm:pt modelId="{7D582961-E01A-48B5-B8B7-8682E64FB502}" type="parTrans" cxnId="{5994F3C2-1F88-421F-AE81-19FEEC25FD15}">
      <dgm:prSet/>
      <dgm:spPr/>
      <dgm:t>
        <a:bodyPr/>
        <a:lstStyle/>
        <a:p>
          <a:endParaRPr lang="en-US"/>
        </a:p>
      </dgm:t>
    </dgm:pt>
    <dgm:pt modelId="{70589189-0F37-42B9-8481-0C7C7E2C4368}" type="sibTrans" cxnId="{5994F3C2-1F88-421F-AE81-19FEEC25FD15}">
      <dgm:prSet/>
      <dgm:spPr/>
      <dgm:t>
        <a:bodyPr/>
        <a:lstStyle/>
        <a:p>
          <a:endParaRPr lang="en-US"/>
        </a:p>
      </dgm:t>
    </dgm:pt>
    <dgm:pt modelId="{B9538FC3-0E69-41E4-89D8-3883E138EA49}">
      <dgm:prSet/>
      <dgm:spPr/>
      <dgm:t>
        <a:bodyPr/>
        <a:lstStyle/>
        <a:p>
          <a:pPr>
            <a:lnSpc>
              <a:spcPct val="100000"/>
            </a:lnSpc>
          </a:pPr>
          <a:r>
            <a:rPr lang="en-MY"/>
            <a:t>AWS Elastic Beanstalk (Amazon Web Services)</a:t>
          </a:r>
          <a:endParaRPr lang="en-US"/>
        </a:p>
      </dgm:t>
    </dgm:pt>
    <dgm:pt modelId="{E6896997-A68F-4CB6-BEFE-B90384E704B2}" type="parTrans" cxnId="{2025EE3C-B692-42F0-9000-7F938ED2F8CA}">
      <dgm:prSet/>
      <dgm:spPr/>
      <dgm:t>
        <a:bodyPr/>
        <a:lstStyle/>
        <a:p>
          <a:endParaRPr lang="en-US"/>
        </a:p>
      </dgm:t>
    </dgm:pt>
    <dgm:pt modelId="{2301C021-11E2-4774-A629-6C30B3B3E652}" type="sibTrans" cxnId="{2025EE3C-B692-42F0-9000-7F938ED2F8CA}">
      <dgm:prSet/>
      <dgm:spPr/>
      <dgm:t>
        <a:bodyPr/>
        <a:lstStyle/>
        <a:p>
          <a:endParaRPr lang="en-US"/>
        </a:p>
      </dgm:t>
    </dgm:pt>
    <dgm:pt modelId="{6906649D-76CF-4909-8B70-1131A68E7E11}">
      <dgm:prSet/>
      <dgm:spPr/>
      <dgm:t>
        <a:bodyPr/>
        <a:lstStyle/>
        <a:p>
          <a:pPr>
            <a:lnSpc>
              <a:spcPct val="100000"/>
            </a:lnSpc>
            <a:defRPr b="1"/>
          </a:pPr>
          <a:r>
            <a:rPr lang="en-MY" b="1"/>
            <a:t>Key Services Offered:</a:t>
          </a:r>
          <a:endParaRPr lang="en-US"/>
        </a:p>
      </dgm:t>
    </dgm:pt>
    <dgm:pt modelId="{67ED6891-10AD-4230-9740-2C881E13C523}" type="parTrans" cxnId="{4F09F626-E5ED-4910-B7FA-FB97BED7E6C0}">
      <dgm:prSet/>
      <dgm:spPr/>
      <dgm:t>
        <a:bodyPr/>
        <a:lstStyle/>
        <a:p>
          <a:endParaRPr lang="en-US"/>
        </a:p>
      </dgm:t>
    </dgm:pt>
    <dgm:pt modelId="{7FE3647D-6105-42FE-B3DA-8959B95418A5}" type="sibTrans" cxnId="{4F09F626-E5ED-4910-B7FA-FB97BED7E6C0}">
      <dgm:prSet/>
      <dgm:spPr/>
      <dgm:t>
        <a:bodyPr/>
        <a:lstStyle/>
        <a:p>
          <a:endParaRPr lang="en-US"/>
        </a:p>
      </dgm:t>
    </dgm:pt>
    <dgm:pt modelId="{3BC45C9A-F8A2-4720-9360-5B402FB295B7}">
      <dgm:prSet/>
      <dgm:spPr/>
      <dgm:t>
        <a:bodyPr/>
        <a:lstStyle/>
        <a:p>
          <a:pPr>
            <a:lnSpc>
              <a:spcPct val="100000"/>
            </a:lnSpc>
          </a:pPr>
          <a:r>
            <a:rPr lang="en-MY"/>
            <a:t>Hosting environments</a:t>
          </a:r>
          <a:endParaRPr lang="en-US"/>
        </a:p>
      </dgm:t>
    </dgm:pt>
    <dgm:pt modelId="{E0050A88-64DB-49A3-A3A2-E73A40042E55}" type="parTrans" cxnId="{98DCA1C6-193A-48D9-97BA-0E18A183DCC4}">
      <dgm:prSet/>
      <dgm:spPr/>
      <dgm:t>
        <a:bodyPr/>
        <a:lstStyle/>
        <a:p>
          <a:endParaRPr lang="en-US"/>
        </a:p>
      </dgm:t>
    </dgm:pt>
    <dgm:pt modelId="{8B73BA14-CA3A-4A58-8721-6653A2CA91FC}" type="sibTrans" cxnId="{98DCA1C6-193A-48D9-97BA-0E18A183DCC4}">
      <dgm:prSet/>
      <dgm:spPr/>
      <dgm:t>
        <a:bodyPr/>
        <a:lstStyle/>
        <a:p>
          <a:endParaRPr lang="en-US"/>
        </a:p>
      </dgm:t>
    </dgm:pt>
    <dgm:pt modelId="{53A220A1-1395-4502-898F-2141BFF2C790}">
      <dgm:prSet/>
      <dgm:spPr/>
      <dgm:t>
        <a:bodyPr/>
        <a:lstStyle/>
        <a:p>
          <a:pPr>
            <a:lnSpc>
              <a:spcPct val="100000"/>
            </a:lnSpc>
          </a:pPr>
          <a:r>
            <a:rPr lang="en-MY"/>
            <a:t>Integrated development environments (IDEs)</a:t>
          </a:r>
          <a:endParaRPr lang="en-US"/>
        </a:p>
      </dgm:t>
    </dgm:pt>
    <dgm:pt modelId="{54754A9B-A366-4CF9-80D3-28087BD0A3A5}" type="parTrans" cxnId="{357EA3C3-20AF-4E2E-AFD6-CA065FF91DDF}">
      <dgm:prSet/>
      <dgm:spPr/>
      <dgm:t>
        <a:bodyPr/>
        <a:lstStyle/>
        <a:p>
          <a:endParaRPr lang="en-US"/>
        </a:p>
      </dgm:t>
    </dgm:pt>
    <dgm:pt modelId="{FD3C84DE-8384-44F4-A74A-850BCC997431}" type="sibTrans" cxnId="{357EA3C3-20AF-4E2E-AFD6-CA065FF91DDF}">
      <dgm:prSet/>
      <dgm:spPr/>
      <dgm:t>
        <a:bodyPr/>
        <a:lstStyle/>
        <a:p>
          <a:endParaRPr lang="en-US"/>
        </a:p>
      </dgm:t>
    </dgm:pt>
    <dgm:pt modelId="{FEBC86A6-BAA8-4920-BE01-4B36572DFCFB}">
      <dgm:prSet/>
      <dgm:spPr/>
      <dgm:t>
        <a:bodyPr/>
        <a:lstStyle/>
        <a:p>
          <a:pPr>
            <a:lnSpc>
              <a:spcPct val="100000"/>
            </a:lnSpc>
          </a:pPr>
          <a:r>
            <a:rPr lang="en-MY"/>
            <a:t>Database and storage integrations</a:t>
          </a:r>
          <a:endParaRPr lang="en-US"/>
        </a:p>
      </dgm:t>
    </dgm:pt>
    <dgm:pt modelId="{C159E49B-AAF2-41DC-94C8-2BDE1D6990BB}" type="parTrans" cxnId="{73A012AD-F305-4D9B-914B-EC5719359E2C}">
      <dgm:prSet/>
      <dgm:spPr/>
      <dgm:t>
        <a:bodyPr/>
        <a:lstStyle/>
        <a:p>
          <a:endParaRPr lang="en-US"/>
        </a:p>
      </dgm:t>
    </dgm:pt>
    <dgm:pt modelId="{036414EE-A0CC-4EC8-9BFF-309DA7BD73EF}" type="sibTrans" cxnId="{73A012AD-F305-4D9B-914B-EC5719359E2C}">
      <dgm:prSet/>
      <dgm:spPr/>
      <dgm:t>
        <a:bodyPr/>
        <a:lstStyle/>
        <a:p>
          <a:endParaRPr lang="en-US"/>
        </a:p>
      </dgm:t>
    </dgm:pt>
    <dgm:pt modelId="{3F93CDB3-E7EB-4F6E-BD38-9ADC78DC98BB}" type="pres">
      <dgm:prSet presAssocID="{1E8C9330-83A1-4412-AA82-C0667F9571CE}" presName="root" presStyleCnt="0">
        <dgm:presLayoutVars>
          <dgm:dir/>
          <dgm:resizeHandles val="exact"/>
        </dgm:presLayoutVars>
      </dgm:prSet>
      <dgm:spPr/>
    </dgm:pt>
    <dgm:pt modelId="{A3F1430A-E0FF-4EF3-8214-0BC7A0061754}" type="pres">
      <dgm:prSet presAssocID="{B39FB08A-D683-453D-B9A9-AA0C55E7FE3C}" presName="compNode" presStyleCnt="0"/>
      <dgm:spPr/>
    </dgm:pt>
    <dgm:pt modelId="{8C849843-ADBE-4E7E-AE18-7A2F96034F9E}" type="pres">
      <dgm:prSet presAssocID="{B39FB08A-D683-453D-B9A9-AA0C55E7FE3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CB20BD92-C4EE-4336-A2E8-219F9CB06A63}" type="pres">
      <dgm:prSet presAssocID="{B39FB08A-D683-453D-B9A9-AA0C55E7FE3C}" presName="iconSpace" presStyleCnt="0"/>
      <dgm:spPr/>
    </dgm:pt>
    <dgm:pt modelId="{4831BFD3-4EEB-4F1F-9C0D-42FE85EC73A4}" type="pres">
      <dgm:prSet presAssocID="{B39FB08A-D683-453D-B9A9-AA0C55E7FE3C}" presName="parTx" presStyleLbl="revTx" presStyleIdx="0" presStyleCnt="4">
        <dgm:presLayoutVars>
          <dgm:chMax val="0"/>
          <dgm:chPref val="0"/>
        </dgm:presLayoutVars>
      </dgm:prSet>
      <dgm:spPr/>
    </dgm:pt>
    <dgm:pt modelId="{14CF14D5-A29F-404E-8A55-FC31B3E9FDE0}" type="pres">
      <dgm:prSet presAssocID="{B39FB08A-D683-453D-B9A9-AA0C55E7FE3C}" presName="txSpace" presStyleCnt="0"/>
      <dgm:spPr/>
    </dgm:pt>
    <dgm:pt modelId="{C6309A76-9D85-40CF-88FB-28AB06A8E0E8}" type="pres">
      <dgm:prSet presAssocID="{B39FB08A-D683-453D-B9A9-AA0C55E7FE3C}" presName="desTx" presStyleLbl="revTx" presStyleIdx="1" presStyleCnt="4">
        <dgm:presLayoutVars/>
      </dgm:prSet>
      <dgm:spPr/>
    </dgm:pt>
    <dgm:pt modelId="{1A5C3073-D733-4C8E-BF39-D6611733834E}" type="pres">
      <dgm:prSet presAssocID="{DD8EE4AC-2366-49F6-9C1B-5A0B0DA84255}" presName="sibTrans" presStyleCnt="0"/>
      <dgm:spPr/>
    </dgm:pt>
    <dgm:pt modelId="{539F3488-A87A-4512-8257-7E4A9D65A883}" type="pres">
      <dgm:prSet presAssocID="{6906649D-76CF-4909-8B70-1131A68E7E11}" presName="compNode" presStyleCnt="0"/>
      <dgm:spPr/>
    </dgm:pt>
    <dgm:pt modelId="{C8B254BD-9AC4-4842-924D-812CBA67E07D}" type="pres">
      <dgm:prSet presAssocID="{6906649D-76CF-4909-8B70-1131A68E7E1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EF0641AE-DACD-4FCC-9567-A7ECF9B5295A}" type="pres">
      <dgm:prSet presAssocID="{6906649D-76CF-4909-8B70-1131A68E7E11}" presName="iconSpace" presStyleCnt="0"/>
      <dgm:spPr/>
    </dgm:pt>
    <dgm:pt modelId="{151CA0FE-D905-4E40-B580-B93D07CE8144}" type="pres">
      <dgm:prSet presAssocID="{6906649D-76CF-4909-8B70-1131A68E7E11}" presName="parTx" presStyleLbl="revTx" presStyleIdx="2" presStyleCnt="4">
        <dgm:presLayoutVars>
          <dgm:chMax val="0"/>
          <dgm:chPref val="0"/>
        </dgm:presLayoutVars>
      </dgm:prSet>
      <dgm:spPr/>
    </dgm:pt>
    <dgm:pt modelId="{8EEC244A-3B22-46D7-8974-59468B10D5F4}" type="pres">
      <dgm:prSet presAssocID="{6906649D-76CF-4909-8B70-1131A68E7E11}" presName="txSpace" presStyleCnt="0"/>
      <dgm:spPr/>
    </dgm:pt>
    <dgm:pt modelId="{1A1F116C-53D4-454C-99B8-E78CAE416667}" type="pres">
      <dgm:prSet presAssocID="{6906649D-76CF-4909-8B70-1131A68E7E11}" presName="desTx" presStyleLbl="revTx" presStyleIdx="3" presStyleCnt="4">
        <dgm:presLayoutVars/>
      </dgm:prSet>
      <dgm:spPr/>
    </dgm:pt>
  </dgm:ptLst>
  <dgm:cxnLst>
    <dgm:cxn modelId="{4F09F626-E5ED-4910-B7FA-FB97BED7E6C0}" srcId="{1E8C9330-83A1-4412-AA82-C0667F9571CE}" destId="{6906649D-76CF-4909-8B70-1131A68E7E11}" srcOrd="1" destOrd="0" parTransId="{67ED6891-10AD-4230-9740-2C881E13C523}" sibTransId="{7FE3647D-6105-42FE-B3DA-8959B95418A5}"/>
    <dgm:cxn modelId="{2025EE3C-B692-42F0-9000-7F938ED2F8CA}" srcId="{B39FB08A-D683-453D-B9A9-AA0C55E7FE3C}" destId="{B9538FC3-0E69-41E4-89D8-3883E138EA49}" srcOrd="3" destOrd="0" parTransId="{E6896997-A68F-4CB6-BEFE-B90384E704B2}" sibTransId="{2301C021-11E2-4774-A629-6C30B3B3E652}"/>
    <dgm:cxn modelId="{D05DF94F-E447-40EC-A6BA-56F0114629B1}" type="presOf" srcId="{FEBC86A6-BAA8-4920-BE01-4B36572DFCFB}" destId="{1A1F116C-53D4-454C-99B8-E78CAE416667}" srcOrd="0" destOrd="2" presId="urn:microsoft.com/office/officeart/2018/2/layout/IconLabelDescriptionList"/>
    <dgm:cxn modelId="{27E68175-4CD6-42BB-9BAC-56921197D908}" type="presOf" srcId="{6906649D-76CF-4909-8B70-1131A68E7E11}" destId="{151CA0FE-D905-4E40-B580-B93D07CE8144}" srcOrd="0" destOrd="0" presId="urn:microsoft.com/office/officeart/2018/2/layout/IconLabelDescriptionList"/>
    <dgm:cxn modelId="{61E4A457-881C-4BF2-A47F-64C27E1498F0}" srcId="{B39FB08A-D683-453D-B9A9-AA0C55E7FE3C}" destId="{47199967-8991-4DBE-AD8F-373F558A005C}" srcOrd="0" destOrd="0" parTransId="{0555F09A-1B53-485D-A7B5-DC1C3AAC6AA9}" sibTransId="{9791FC43-100F-4E5D-A979-FAD82CFAB15B}"/>
    <dgm:cxn modelId="{93125F7B-6BD3-4959-93F7-0BA99471C4C7}" srcId="{B39FB08A-D683-453D-B9A9-AA0C55E7FE3C}" destId="{CAB9CE2D-C1B1-4F02-9424-3CB70E969BFF}" srcOrd="1" destOrd="0" parTransId="{36C37AEB-73A2-4CAD-86D8-8B7F12207FCF}" sibTransId="{A172A9AC-B0E9-4878-9249-E2D6B9A35B52}"/>
    <dgm:cxn modelId="{37262A7D-C694-4AE0-A3B4-1E6AAB6A6FDE}" type="presOf" srcId="{82AA7DF4-DF15-466E-9EB7-FCF062D74105}" destId="{C6309A76-9D85-40CF-88FB-28AB06A8E0E8}" srcOrd="0" destOrd="2" presId="urn:microsoft.com/office/officeart/2018/2/layout/IconLabelDescriptionList"/>
    <dgm:cxn modelId="{BDE62AA3-3F81-4991-B8DC-3096590CB619}" srcId="{1E8C9330-83A1-4412-AA82-C0667F9571CE}" destId="{B39FB08A-D683-453D-B9A9-AA0C55E7FE3C}" srcOrd="0" destOrd="0" parTransId="{BFDC6C83-676A-4187-B464-C83A41A845D8}" sibTransId="{DD8EE4AC-2366-49F6-9C1B-5A0B0DA84255}"/>
    <dgm:cxn modelId="{73A012AD-F305-4D9B-914B-EC5719359E2C}" srcId="{6906649D-76CF-4909-8B70-1131A68E7E11}" destId="{FEBC86A6-BAA8-4920-BE01-4B36572DFCFB}" srcOrd="2" destOrd="0" parTransId="{C159E49B-AAF2-41DC-94C8-2BDE1D6990BB}" sibTransId="{036414EE-A0CC-4EC8-9BFF-309DA7BD73EF}"/>
    <dgm:cxn modelId="{966D11BA-BCC6-4EA9-B9C2-B99E4B7C82E1}" type="presOf" srcId="{53A220A1-1395-4502-898F-2141BFF2C790}" destId="{1A1F116C-53D4-454C-99B8-E78CAE416667}" srcOrd="0" destOrd="1" presId="urn:microsoft.com/office/officeart/2018/2/layout/IconLabelDescriptionList"/>
    <dgm:cxn modelId="{B2C6AFBE-2AF9-4242-B6D9-D8D4A384A126}" type="presOf" srcId="{CAB9CE2D-C1B1-4F02-9424-3CB70E969BFF}" destId="{C6309A76-9D85-40CF-88FB-28AB06A8E0E8}" srcOrd="0" destOrd="1" presId="urn:microsoft.com/office/officeart/2018/2/layout/IconLabelDescriptionList"/>
    <dgm:cxn modelId="{5994F3C2-1F88-421F-AE81-19FEEC25FD15}" srcId="{B39FB08A-D683-453D-B9A9-AA0C55E7FE3C}" destId="{82AA7DF4-DF15-466E-9EB7-FCF062D74105}" srcOrd="2" destOrd="0" parTransId="{7D582961-E01A-48B5-B8B7-8682E64FB502}" sibTransId="{70589189-0F37-42B9-8481-0C7C7E2C4368}"/>
    <dgm:cxn modelId="{357EA3C3-20AF-4E2E-AFD6-CA065FF91DDF}" srcId="{6906649D-76CF-4909-8B70-1131A68E7E11}" destId="{53A220A1-1395-4502-898F-2141BFF2C790}" srcOrd="1" destOrd="0" parTransId="{54754A9B-A366-4CF9-80D3-28087BD0A3A5}" sibTransId="{FD3C84DE-8384-44F4-A74A-850BCC997431}"/>
    <dgm:cxn modelId="{98DCA1C6-193A-48D9-97BA-0E18A183DCC4}" srcId="{6906649D-76CF-4909-8B70-1131A68E7E11}" destId="{3BC45C9A-F8A2-4720-9360-5B402FB295B7}" srcOrd="0" destOrd="0" parTransId="{E0050A88-64DB-49A3-A3A2-E73A40042E55}" sibTransId="{8B73BA14-CA3A-4A58-8721-6653A2CA91FC}"/>
    <dgm:cxn modelId="{E39E17CC-3A74-4BE2-B80B-621DD8437A19}" type="presOf" srcId="{47199967-8991-4DBE-AD8F-373F558A005C}" destId="{C6309A76-9D85-40CF-88FB-28AB06A8E0E8}" srcOrd="0" destOrd="0" presId="urn:microsoft.com/office/officeart/2018/2/layout/IconLabelDescriptionList"/>
    <dgm:cxn modelId="{8CD269CC-985A-4BDC-9C6D-E872F760559A}" type="presOf" srcId="{3BC45C9A-F8A2-4720-9360-5B402FB295B7}" destId="{1A1F116C-53D4-454C-99B8-E78CAE416667}" srcOrd="0" destOrd="0" presId="urn:microsoft.com/office/officeart/2018/2/layout/IconLabelDescriptionList"/>
    <dgm:cxn modelId="{A0BE00D0-D825-4A77-91F9-3AE1F2D16C0D}" type="presOf" srcId="{B39FB08A-D683-453D-B9A9-AA0C55E7FE3C}" destId="{4831BFD3-4EEB-4F1F-9C0D-42FE85EC73A4}" srcOrd="0" destOrd="0" presId="urn:microsoft.com/office/officeart/2018/2/layout/IconLabelDescriptionList"/>
    <dgm:cxn modelId="{8D2F38ED-E27F-408F-9745-E8E587342CA7}" type="presOf" srcId="{B9538FC3-0E69-41E4-89D8-3883E138EA49}" destId="{C6309A76-9D85-40CF-88FB-28AB06A8E0E8}" srcOrd="0" destOrd="3" presId="urn:microsoft.com/office/officeart/2018/2/layout/IconLabelDescriptionList"/>
    <dgm:cxn modelId="{D76576FD-173C-48F1-9BC5-AF054E7C726C}" type="presOf" srcId="{1E8C9330-83A1-4412-AA82-C0667F9571CE}" destId="{3F93CDB3-E7EB-4F6E-BD38-9ADC78DC98BB}" srcOrd="0" destOrd="0" presId="urn:microsoft.com/office/officeart/2018/2/layout/IconLabelDescriptionList"/>
    <dgm:cxn modelId="{136635CA-D6A5-45D6-9657-7A6B10C8270B}" type="presParOf" srcId="{3F93CDB3-E7EB-4F6E-BD38-9ADC78DC98BB}" destId="{A3F1430A-E0FF-4EF3-8214-0BC7A0061754}" srcOrd="0" destOrd="0" presId="urn:microsoft.com/office/officeart/2018/2/layout/IconLabelDescriptionList"/>
    <dgm:cxn modelId="{83E04EDD-58F7-4922-87DE-33982F52DD4E}" type="presParOf" srcId="{A3F1430A-E0FF-4EF3-8214-0BC7A0061754}" destId="{8C849843-ADBE-4E7E-AE18-7A2F96034F9E}" srcOrd="0" destOrd="0" presId="urn:microsoft.com/office/officeart/2018/2/layout/IconLabelDescriptionList"/>
    <dgm:cxn modelId="{CA1962DB-E3CF-48BF-9EC8-C539137CB50F}" type="presParOf" srcId="{A3F1430A-E0FF-4EF3-8214-0BC7A0061754}" destId="{CB20BD92-C4EE-4336-A2E8-219F9CB06A63}" srcOrd="1" destOrd="0" presId="urn:microsoft.com/office/officeart/2018/2/layout/IconLabelDescriptionList"/>
    <dgm:cxn modelId="{17047325-CF2F-4096-B5AE-DEBF0DBCE58D}" type="presParOf" srcId="{A3F1430A-E0FF-4EF3-8214-0BC7A0061754}" destId="{4831BFD3-4EEB-4F1F-9C0D-42FE85EC73A4}" srcOrd="2" destOrd="0" presId="urn:microsoft.com/office/officeart/2018/2/layout/IconLabelDescriptionList"/>
    <dgm:cxn modelId="{413E6C30-AA73-4811-89A6-1C0228AE4E9D}" type="presParOf" srcId="{A3F1430A-E0FF-4EF3-8214-0BC7A0061754}" destId="{14CF14D5-A29F-404E-8A55-FC31B3E9FDE0}" srcOrd="3" destOrd="0" presId="urn:microsoft.com/office/officeart/2018/2/layout/IconLabelDescriptionList"/>
    <dgm:cxn modelId="{2A2FC6CD-FE58-49C8-9808-38CAC659B1BC}" type="presParOf" srcId="{A3F1430A-E0FF-4EF3-8214-0BC7A0061754}" destId="{C6309A76-9D85-40CF-88FB-28AB06A8E0E8}" srcOrd="4" destOrd="0" presId="urn:microsoft.com/office/officeart/2018/2/layout/IconLabelDescriptionList"/>
    <dgm:cxn modelId="{209F7189-672E-4213-8D23-359B0D1177F7}" type="presParOf" srcId="{3F93CDB3-E7EB-4F6E-BD38-9ADC78DC98BB}" destId="{1A5C3073-D733-4C8E-BF39-D6611733834E}" srcOrd="1" destOrd="0" presId="urn:microsoft.com/office/officeart/2018/2/layout/IconLabelDescriptionList"/>
    <dgm:cxn modelId="{A0A40C95-1B58-4BCA-8ED8-CA204DFD18EC}" type="presParOf" srcId="{3F93CDB3-E7EB-4F6E-BD38-9ADC78DC98BB}" destId="{539F3488-A87A-4512-8257-7E4A9D65A883}" srcOrd="2" destOrd="0" presId="urn:microsoft.com/office/officeart/2018/2/layout/IconLabelDescriptionList"/>
    <dgm:cxn modelId="{5AE897D5-9A7F-44BD-A6C5-7333BCE66490}" type="presParOf" srcId="{539F3488-A87A-4512-8257-7E4A9D65A883}" destId="{C8B254BD-9AC4-4842-924D-812CBA67E07D}" srcOrd="0" destOrd="0" presId="urn:microsoft.com/office/officeart/2018/2/layout/IconLabelDescriptionList"/>
    <dgm:cxn modelId="{57E81A9D-6966-4DE1-A90E-8BFB22315B2F}" type="presParOf" srcId="{539F3488-A87A-4512-8257-7E4A9D65A883}" destId="{EF0641AE-DACD-4FCC-9567-A7ECF9B5295A}" srcOrd="1" destOrd="0" presId="urn:microsoft.com/office/officeart/2018/2/layout/IconLabelDescriptionList"/>
    <dgm:cxn modelId="{183C58BD-CA8F-4B14-96E4-939E6437BB5D}" type="presParOf" srcId="{539F3488-A87A-4512-8257-7E4A9D65A883}" destId="{151CA0FE-D905-4E40-B580-B93D07CE8144}" srcOrd="2" destOrd="0" presId="urn:microsoft.com/office/officeart/2018/2/layout/IconLabelDescriptionList"/>
    <dgm:cxn modelId="{ACA37ED1-4C2B-4280-8FFB-7B769654D550}" type="presParOf" srcId="{539F3488-A87A-4512-8257-7E4A9D65A883}" destId="{8EEC244A-3B22-46D7-8974-59468B10D5F4}" srcOrd="3" destOrd="0" presId="urn:microsoft.com/office/officeart/2018/2/layout/IconLabelDescriptionList"/>
    <dgm:cxn modelId="{58D52F48-ADF6-4F9E-A888-ABBB5BF168B3}" type="presParOf" srcId="{539F3488-A87A-4512-8257-7E4A9D65A883}" destId="{1A1F116C-53D4-454C-99B8-E78CAE416667}"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7BE1FEB-2606-4B77-8172-633ADE2BB571}"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DEC060E-A5BC-4F02-B749-A8637925FF3F}">
      <dgm:prSet/>
      <dgm:spPr/>
      <dgm:t>
        <a:bodyPr/>
        <a:lstStyle/>
        <a:p>
          <a:pPr>
            <a:defRPr b="1"/>
          </a:pPr>
          <a:r>
            <a:rPr lang="en-MY" b="1"/>
            <a:t>Benefits:</a:t>
          </a:r>
          <a:endParaRPr lang="en-US"/>
        </a:p>
      </dgm:t>
    </dgm:pt>
    <dgm:pt modelId="{9C838E57-68A5-4A7A-BACC-1901810FE4E9}" type="parTrans" cxnId="{B7BF8286-62E7-43E3-A17C-4CC08D96D0CC}">
      <dgm:prSet/>
      <dgm:spPr/>
      <dgm:t>
        <a:bodyPr/>
        <a:lstStyle/>
        <a:p>
          <a:endParaRPr lang="en-US"/>
        </a:p>
      </dgm:t>
    </dgm:pt>
    <dgm:pt modelId="{20F0CAEB-264E-4035-A133-BBFEB1922A13}" type="sibTrans" cxnId="{B7BF8286-62E7-43E3-A17C-4CC08D96D0CC}">
      <dgm:prSet/>
      <dgm:spPr/>
      <dgm:t>
        <a:bodyPr/>
        <a:lstStyle/>
        <a:p>
          <a:endParaRPr lang="en-US"/>
        </a:p>
      </dgm:t>
    </dgm:pt>
    <dgm:pt modelId="{27AB6B1D-9A08-4534-AD35-E694FB3525DA}">
      <dgm:prSet/>
      <dgm:spPr/>
      <dgm:t>
        <a:bodyPr/>
        <a:lstStyle/>
        <a:p>
          <a:r>
            <a:rPr lang="en-MY"/>
            <a:t>High flexibility and control over resources</a:t>
          </a:r>
          <a:endParaRPr lang="en-US"/>
        </a:p>
      </dgm:t>
    </dgm:pt>
    <dgm:pt modelId="{036EA01D-F174-41F9-A5AB-F0AC17FAD857}" type="parTrans" cxnId="{E22F9B9C-5036-4B35-B31A-B3AE6A41FF41}">
      <dgm:prSet/>
      <dgm:spPr/>
      <dgm:t>
        <a:bodyPr/>
        <a:lstStyle/>
        <a:p>
          <a:endParaRPr lang="en-US"/>
        </a:p>
      </dgm:t>
    </dgm:pt>
    <dgm:pt modelId="{54A9DB45-56D7-43DE-939F-9F3556EC0FD2}" type="sibTrans" cxnId="{E22F9B9C-5036-4B35-B31A-B3AE6A41FF41}">
      <dgm:prSet/>
      <dgm:spPr/>
      <dgm:t>
        <a:bodyPr/>
        <a:lstStyle/>
        <a:p>
          <a:endParaRPr lang="en-US"/>
        </a:p>
      </dgm:t>
    </dgm:pt>
    <dgm:pt modelId="{4C61EB67-C7AD-4DAB-AF5C-DF41FA5FF59B}">
      <dgm:prSet/>
      <dgm:spPr/>
      <dgm:t>
        <a:bodyPr/>
        <a:lstStyle/>
        <a:p>
          <a:r>
            <a:rPr lang="en-MY"/>
            <a:t>Pay-as-you-go model for infrastructure</a:t>
          </a:r>
          <a:endParaRPr lang="en-US"/>
        </a:p>
      </dgm:t>
    </dgm:pt>
    <dgm:pt modelId="{9AF8A2A2-4A37-4927-87B3-5EEFFFCE5BC0}" type="parTrans" cxnId="{65EA2A4C-20C5-449D-B386-5A5B1DAF9656}">
      <dgm:prSet/>
      <dgm:spPr/>
      <dgm:t>
        <a:bodyPr/>
        <a:lstStyle/>
        <a:p>
          <a:endParaRPr lang="en-US"/>
        </a:p>
      </dgm:t>
    </dgm:pt>
    <dgm:pt modelId="{D47910A3-D15A-48F3-8CD0-8509CDE2282D}" type="sibTrans" cxnId="{65EA2A4C-20C5-449D-B386-5A5B1DAF9656}">
      <dgm:prSet/>
      <dgm:spPr/>
      <dgm:t>
        <a:bodyPr/>
        <a:lstStyle/>
        <a:p>
          <a:endParaRPr lang="en-US"/>
        </a:p>
      </dgm:t>
    </dgm:pt>
    <dgm:pt modelId="{A45A94A7-724E-41F6-B20F-1FB6636F9807}">
      <dgm:prSet/>
      <dgm:spPr/>
      <dgm:t>
        <a:bodyPr/>
        <a:lstStyle/>
        <a:p>
          <a:r>
            <a:rPr lang="en-MY"/>
            <a:t>Easy scalability and rapid provisioning</a:t>
          </a:r>
          <a:endParaRPr lang="en-US"/>
        </a:p>
      </dgm:t>
    </dgm:pt>
    <dgm:pt modelId="{BF1F771C-A419-4A2B-86EC-DB6EF26F6368}" type="parTrans" cxnId="{C3F41442-C145-4E78-8374-4465CA6DC942}">
      <dgm:prSet/>
      <dgm:spPr/>
      <dgm:t>
        <a:bodyPr/>
        <a:lstStyle/>
        <a:p>
          <a:endParaRPr lang="en-US"/>
        </a:p>
      </dgm:t>
    </dgm:pt>
    <dgm:pt modelId="{72F02DAA-5975-4561-83C6-AB7ED7CFB9A6}" type="sibTrans" cxnId="{C3F41442-C145-4E78-8374-4465CA6DC942}">
      <dgm:prSet/>
      <dgm:spPr/>
      <dgm:t>
        <a:bodyPr/>
        <a:lstStyle/>
        <a:p>
          <a:endParaRPr lang="en-US"/>
        </a:p>
      </dgm:t>
    </dgm:pt>
    <dgm:pt modelId="{14208E20-FE4E-493F-A5B2-9FF8FF48F217}">
      <dgm:prSet/>
      <dgm:spPr/>
      <dgm:t>
        <a:bodyPr/>
        <a:lstStyle/>
        <a:p>
          <a:pPr>
            <a:defRPr b="1"/>
          </a:pPr>
          <a:r>
            <a:rPr lang="en-MY" b="1"/>
            <a:t>Challenges:</a:t>
          </a:r>
          <a:endParaRPr lang="en-US"/>
        </a:p>
      </dgm:t>
    </dgm:pt>
    <dgm:pt modelId="{3373EBAF-69BF-41BB-BB14-1A96AA9F92F9}" type="parTrans" cxnId="{B6BB389F-2A9E-4CE3-9F33-535E5FD6DE37}">
      <dgm:prSet/>
      <dgm:spPr/>
      <dgm:t>
        <a:bodyPr/>
        <a:lstStyle/>
        <a:p>
          <a:endParaRPr lang="en-US"/>
        </a:p>
      </dgm:t>
    </dgm:pt>
    <dgm:pt modelId="{5B44E2EF-ED63-4DCF-A3FE-FFC77AB7D140}" type="sibTrans" cxnId="{B6BB389F-2A9E-4CE3-9F33-535E5FD6DE37}">
      <dgm:prSet/>
      <dgm:spPr/>
      <dgm:t>
        <a:bodyPr/>
        <a:lstStyle/>
        <a:p>
          <a:endParaRPr lang="en-US"/>
        </a:p>
      </dgm:t>
    </dgm:pt>
    <dgm:pt modelId="{FF4C4AA8-CBCD-4BEC-A499-8184E0536661}">
      <dgm:prSet/>
      <dgm:spPr/>
      <dgm:t>
        <a:bodyPr/>
        <a:lstStyle/>
        <a:p>
          <a:r>
            <a:rPr lang="en-MY"/>
            <a:t>Requires in-house expertise to configure and manage</a:t>
          </a:r>
          <a:endParaRPr lang="en-US"/>
        </a:p>
      </dgm:t>
    </dgm:pt>
    <dgm:pt modelId="{DA204E18-3587-482A-B21F-40EDA6EDB1C7}" type="parTrans" cxnId="{6C049215-AA8C-4C92-A186-4577DAFF1D29}">
      <dgm:prSet/>
      <dgm:spPr/>
      <dgm:t>
        <a:bodyPr/>
        <a:lstStyle/>
        <a:p>
          <a:endParaRPr lang="en-US"/>
        </a:p>
      </dgm:t>
    </dgm:pt>
    <dgm:pt modelId="{F65D9670-0403-43EE-BF82-FEC57BC2DBB4}" type="sibTrans" cxnId="{6C049215-AA8C-4C92-A186-4577DAFF1D29}">
      <dgm:prSet/>
      <dgm:spPr/>
      <dgm:t>
        <a:bodyPr/>
        <a:lstStyle/>
        <a:p>
          <a:endParaRPr lang="en-US"/>
        </a:p>
      </dgm:t>
    </dgm:pt>
    <dgm:pt modelId="{AB4E5E57-25E1-4890-A259-DC731C1C64EA}">
      <dgm:prSet/>
      <dgm:spPr/>
      <dgm:t>
        <a:bodyPr/>
        <a:lstStyle/>
        <a:p>
          <a:r>
            <a:rPr lang="en-MY"/>
            <a:t>Security and compliance are partly the customer’s responsibility</a:t>
          </a:r>
          <a:endParaRPr lang="en-US"/>
        </a:p>
      </dgm:t>
    </dgm:pt>
    <dgm:pt modelId="{3B727D36-CF84-49CB-A325-4E73E6873232}" type="parTrans" cxnId="{B348F7F3-DB6D-4C21-B8F6-F9ADE37E071E}">
      <dgm:prSet/>
      <dgm:spPr/>
      <dgm:t>
        <a:bodyPr/>
        <a:lstStyle/>
        <a:p>
          <a:endParaRPr lang="en-US"/>
        </a:p>
      </dgm:t>
    </dgm:pt>
    <dgm:pt modelId="{731ABD77-7C4C-4E93-BB69-7741D571A182}" type="sibTrans" cxnId="{B348F7F3-DB6D-4C21-B8F6-F9ADE37E071E}">
      <dgm:prSet/>
      <dgm:spPr/>
      <dgm:t>
        <a:bodyPr/>
        <a:lstStyle/>
        <a:p>
          <a:endParaRPr lang="en-US"/>
        </a:p>
      </dgm:t>
    </dgm:pt>
    <dgm:pt modelId="{9622FF7B-0086-4635-B2AC-315AE11A6480}">
      <dgm:prSet/>
      <dgm:spPr/>
      <dgm:t>
        <a:bodyPr/>
        <a:lstStyle/>
        <a:p>
          <a:r>
            <a:rPr lang="en-MY"/>
            <a:t>Potential complexity in managing virtual machines and networks</a:t>
          </a:r>
          <a:endParaRPr lang="en-US"/>
        </a:p>
      </dgm:t>
    </dgm:pt>
    <dgm:pt modelId="{922A5B52-4E49-486A-B435-1734CA62F882}" type="parTrans" cxnId="{1D3EC7D0-A30C-41AC-B973-2BA85D0F13D2}">
      <dgm:prSet/>
      <dgm:spPr/>
      <dgm:t>
        <a:bodyPr/>
        <a:lstStyle/>
        <a:p>
          <a:endParaRPr lang="en-US"/>
        </a:p>
      </dgm:t>
    </dgm:pt>
    <dgm:pt modelId="{BDBC5F40-18F5-43EE-B670-F72CD8FD8D6F}" type="sibTrans" cxnId="{1D3EC7D0-A30C-41AC-B973-2BA85D0F13D2}">
      <dgm:prSet/>
      <dgm:spPr/>
      <dgm:t>
        <a:bodyPr/>
        <a:lstStyle/>
        <a:p>
          <a:endParaRPr lang="en-US"/>
        </a:p>
      </dgm:t>
    </dgm:pt>
    <dgm:pt modelId="{7730071D-67D2-487B-A1C6-B4819C1B9641}" type="pres">
      <dgm:prSet presAssocID="{17BE1FEB-2606-4B77-8172-633ADE2BB571}" presName="root" presStyleCnt="0">
        <dgm:presLayoutVars>
          <dgm:dir/>
          <dgm:resizeHandles val="exact"/>
        </dgm:presLayoutVars>
      </dgm:prSet>
      <dgm:spPr/>
    </dgm:pt>
    <dgm:pt modelId="{4BC55145-2A0D-410E-8528-F43F6B0AB0C7}" type="pres">
      <dgm:prSet presAssocID="{1DEC060E-A5BC-4F02-B749-A8637925FF3F}" presName="compNode" presStyleCnt="0"/>
      <dgm:spPr/>
    </dgm:pt>
    <dgm:pt modelId="{BA27C626-2B52-4725-995C-6C9FCBC6FCC7}" type="pres">
      <dgm:prSet presAssocID="{1DEC060E-A5BC-4F02-B749-A8637925FF3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031A93DD-32C6-483F-AF0A-F95CEDCF412C}" type="pres">
      <dgm:prSet presAssocID="{1DEC060E-A5BC-4F02-B749-A8637925FF3F}" presName="iconSpace" presStyleCnt="0"/>
      <dgm:spPr/>
    </dgm:pt>
    <dgm:pt modelId="{9253138B-7446-4E99-AAD5-A5A6874D7B97}" type="pres">
      <dgm:prSet presAssocID="{1DEC060E-A5BC-4F02-B749-A8637925FF3F}" presName="parTx" presStyleLbl="revTx" presStyleIdx="0" presStyleCnt="4">
        <dgm:presLayoutVars>
          <dgm:chMax val="0"/>
          <dgm:chPref val="0"/>
        </dgm:presLayoutVars>
      </dgm:prSet>
      <dgm:spPr/>
    </dgm:pt>
    <dgm:pt modelId="{85453843-BE89-4D41-87D8-DC257B60A8AC}" type="pres">
      <dgm:prSet presAssocID="{1DEC060E-A5BC-4F02-B749-A8637925FF3F}" presName="txSpace" presStyleCnt="0"/>
      <dgm:spPr/>
    </dgm:pt>
    <dgm:pt modelId="{D0719997-1E08-4F38-974E-2B39DEC78DD8}" type="pres">
      <dgm:prSet presAssocID="{1DEC060E-A5BC-4F02-B749-A8637925FF3F}" presName="desTx" presStyleLbl="revTx" presStyleIdx="1" presStyleCnt="4">
        <dgm:presLayoutVars/>
      </dgm:prSet>
      <dgm:spPr/>
    </dgm:pt>
    <dgm:pt modelId="{C02BAACD-D31B-4A40-80E3-8D606927EDBC}" type="pres">
      <dgm:prSet presAssocID="{20F0CAEB-264E-4035-A133-BBFEB1922A13}" presName="sibTrans" presStyleCnt="0"/>
      <dgm:spPr/>
    </dgm:pt>
    <dgm:pt modelId="{174E8EA6-3A4A-4FBC-8D86-A8C9442610B9}" type="pres">
      <dgm:prSet presAssocID="{14208E20-FE4E-493F-A5B2-9FF8FF48F217}" presName="compNode" presStyleCnt="0"/>
      <dgm:spPr/>
    </dgm:pt>
    <dgm:pt modelId="{F7C2CE88-F198-470E-ACE4-8BF22D9C15A5}" type="pres">
      <dgm:prSet presAssocID="{14208E20-FE4E-493F-A5B2-9FF8FF48F21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C824A7C7-B32A-4AB0-8B8A-AE85FE34D948}" type="pres">
      <dgm:prSet presAssocID="{14208E20-FE4E-493F-A5B2-9FF8FF48F217}" presName="iconSpace" presStyleCnt="0"/>
      <dgm:spPr/>
    </dgm:pt>
    <dgm:pt modelId="{562B11DA-139F-41EC-B31F-4F21DF0010A7}" type="pres">
      <dgm:prSet presAssocID="{14208E20-FE4E-493F-A5B2-9FF8FF48F217}" presName="parTx" presStyleLbl="revTx" presStyleIdx="2" presStyleCnt="4">
        <dgm:presLayoutVars>
          <dgm:chMax val="0"/>
          <dgm:chPref val="0"/>
        </dgm:presLayoutVars>
      </dgm:prSet>
      <dgm:spPr/>
    </dgm:pt>
    <dgm:pt modelId="{D3AC00A4-CED9-458C-AFAE-1726CAD4BE67}" type="pres">
      <dgm:prSet presAssocID="{14208E20-FE4E-493F-A5B2-9FF8FF48F217}" presName="txSpace" presStyleCnt="0"/>
      <dgm:spPr/>
    </dgm:pt>
    <dgm:pt modelId="{D93B8392-BA42-437C-A2E0-BF319E5C6741}" type="pres">
      <dgm:prSet presAssocID="{14208E20-FE4E-493F-A5B2-9FF8FF48F217}" presName="desTx" presStyleLbl="revTx" presStyleIdx="3" presStyleCnt="4">
        <dgm:presLayoutVars/>
      </dgm:prSet>
      <dgm:spPr/>
    </dgm:pt>
  </dgm:ptLst>
  <dgm:cxnLst>
    <dgm:cxn modelId="{6C049215-AA8C-4C92-A186-4577DAFF1D29}" srcId="{14208E20-FE4E-493F-A5B2-9FF8FF48F217}" destId="{FF4C4AA8-CBCD-4BEC-A499-8184E0536661}" srcOrd="0" destOrd="0" parTransId="{DA204E18-3587-482A-B21F-40EDA6EDB1C7}" sibTransId="{F65D9670-0403-43EE-BF82-FEC57BC2DBB4}"/>
    <dgm:cxn modelId="{05BF2D3D-75A5-478E-B5E6-F6459081D8C9}" type="presOf" srcId="{1DEC060E-A5BC-4F02-B749-A8637925FF3F}" destId="{9253138B-7446-4E99-AAD5-A5A6874D7B97}" srcOrd="0" destOrd="0" presId="urn:microsoft.com/office/officeart/2018/5/layout/CenteredIconLabelDescriptionList"/>
    <dgm:cxn modelId="{C3F41442-C145-4E78-8374-4465CA6DC942}" srcId="{1DEC060E-A5BC-4F02-B749-A8637925FF3F}" destId="{A45A94A7-724E-41F6-B20F-1FB6636F9807}" srcOrd="2" destOrd="0" parTransId="{BF1F771C-A419-4A2B-86EC-DB6EF26F6368}" sibTransId="{72F02DAA-5975-4561-83C6-AB7ED7CFB9A6}"/>
    <dgm:cxn modelId="{65EA2A4C-20C5-449D-B386-5A5B1DAF9656}" srcId="{1DEC060E-A5BC-4F02-B749-A8637925FF3F}" destId="{4C61EB67-C7AD-4DAB-AF5C-DF41FA5FF59B}" srcOrd="1" destOrd="0" parTransId="{9AF8A2A2-4A37-4927-87B3-5EEFFFCE5BC0}" sibTransId="{D47910A3-D15A-48F3-8CD0-8509CDE2282D}"/>
    <dgm:cxn modelId="{1C2D5F52-0EC1-434C-8D01-402FD04B0B44}" type="presOf" srcId="{14208E20-FE4E-493F-A5B2-9FF8FF48F217}" destId="{562B11DA-139F-41EC-B31F-4F21DF0010A7}" srcOrd="0" destOrd="0" presId="urn:microsoft.com/office/officeart/2018/5/layout/CenteredIconLabelDescriptionList"/>
    <dgm:cxn modelId="{32CB4C84-B55A-443B-A035-378B4E7289E5}" type="presOf" srcId="{A45A94A7-724E-41F6-B20F-1FB6636F9807}" destId="{D0719997-1E08-4F38-974E-2B39DEC78DD8}" srcOrd="0" destOrd="2" presId="urn:microsoft.com/office/officeart/2018/5/layout/CenteredIconLabelDescriptionList"/>
    <dgm:cxn modelId="{B7BF8286-62E7-43E3-A17C-4CC08D96D0CC}" srcId="{17BE1FEB-2606-4B77-8172-633ADE2BB571}" destId="{1DEC060E-A5BC-4F02-B749-A8637925FF3F}" srcOrd="0" destOrd="0" parTransId="{9C838E57-68A5-4A7A-BACC-1901810FE4E9}" sibTransId="{20F0CAEB-264E-4035-A133-BBFEB1922A13}"/>
    <dgm:cxn modelId="{09270A89-53DD-43DE-9477-50FC414C66E0}" type="presOf" srcId="{4C61EB67-C7AD-4DAB-AF5C-DF41FA5FF59B}" destId="{D0719997-1E08-4F38-974E-2B39DEC78DD8}" srcOrd="0" destOrd="1" presId="urn:microsoft.com/office/officeart/2018/5/layout/CenteredIconLabelDescriptionList"/>
    <dgm:cxn modelId="{24C0FE8E-6437-480B-80EF-F63E3CD1CE06}" type="presOf" srcId="{17BE1FEB-2606-4B77-8172-633ADE2BB571}" destId="{7730071D-67D2-487B-A1C6-B4819C1B9641}" srcOrd="0" destOrd="0" presId="urn:microsoft.com/office/officeart/2018/5/layout/CenteredIconLabelDescriptionList"/>
    <dgm:cxn modelId="{8606E395-F4CA-40EC-852D-368151F62C8E}" type="presOf" srcId="{AB4E5E57-25E1-4890-A259-DC731C1C64EA}" destId="{D93B8392-BA42-437C-A2E0-BF319E5C6741}" srcOrd="0" destOrd="1" presId="urn:microsoft.com/office/officeart/2018/5/layout/CenteredIconLabelDescriptionList"/>
    <dgm:cxn modelId="{E22F9B9C-5036-4B35-B31A-B3AE6A41FF41}" srcId="{1DEC060E-A5BC-4F02-B749-A8637925FF3F}" destId="{27AB6B1D-9A08-4534-AD35-E694FB3525DA}" srcOrd="0" destOrd="0" parTransId="{036EA01D-F174-41F9-A5AB-F0AC17FAD857}" sibTransId="{54A9DB45-56D7-43DE-939F-9F3556EC0FD2}"/>
    <dgm:cxn modelId="{B6BB389F-2A9E-4CE3-9F33-535E5FD6DE37}" srcId="{17BE1FEB-2606-4B77-8172-633ADE2BB571}" destId="{14208E20-FE4E-493F-A5B2-9FF8FF48F217}" srcOrd="1" destOrd="0" parTransId="{3373EBAF-69BF-41BB-BB14-1A96AA9F92F9}" sibTransId="{5B44E2EF-ED63-4DCF-A3FE-FFC77AB7D140}"/>
    <dgm:cxn modelId="{41762CAD-ECF2-4B2D-B2F4-F46AE6AB40CE}" type="presOf" srcId="{27AB6B1D-9A08-4534-AD35-E694FB3525DA}" destId="{D0719997-1E08-4F38-974E-2B39DEC78DD8}" srcOrd="0" destOrd="0" presId="urn:microsoft.com/office/officeart/2018/5/layout/CenteredIconLabelDescriptionList"/>
    <dgm:cxn modelId="{1D3EC7D0-A30C-41AC-B973-2BA85D0F13D2}" srcId="{14208E20-FE4E-493F-A5B2-9FF8FF48F217}" destId="{9622FF7B-0086-4635-B2AC-315AE11A6480}" srcOrd="2" destOrd="0" parTransId="{922A5B52-4E49-486A-B435-1734CA62F882}" sibTransId="{BDBC5F40-18F5-43EE-B670-F72CD8FD8D6F}"/>
    <dgm:cxn modelId="{2E2AAAEF-E59E-412F-9A50-049897E5BD25}" type="presOf" srcId="{FF4C4AA8-CBCD-4BEC-A499-8184E0536661}" destId="{D93B8392-BA42-437C-A2E0-BF319E5C6741}" srcOrd="0" destOrd="0" presId="urn:microsoft.com/office/officeart/2018/5/layout/CenteredIconLabelDescriptionList"/>
    <dgm:cxn modelId="{867DB2F1-3199-4F08-B3C4-E30AA296F3A7}" type="presOf" srcId="{9622FF7B-0086-4635-B2AC-315AE11A6480}" destId="{D93B8392-BA42-437C-A2E0-BF319E5C6741}" srcOrd="0" destOrd="2" presId="urn:microsoft.com/office/officeart/2018/5/layout/CenteredIconLabelDescriptionList"/>
    <dgm:cxn modelId="{B348F7F3-DB6D-4C21-B8F6-F9ADE37E071E}" srcId="{14208E20-FE4E-493F-A5B2-9FF8FF48F217}" destId="{AB4E5E57-25E1-4890-A259-DC731C1C64EA}" srcOrd="1" destOrd="0" parTransId="{3B727D36-CF84-49CB-A325-4E73E6873232}" sibTransId="{731ABD77-7C4C-4E93-BB69-7741D571A182}"/>
    <dgm:cxn modelId="{9F2172EB-AD8E-46F9-A1CF-54E70B75D89C}" type="presParOf" srcId="{7730071D-67D2-487B-A1C6-B4819C1B9641}" destId="{4BC55145-2A0D-410E-8528-F43F6B0AB0C7}" srcOrd="0" destOrd="0" presId="urn:microsoft.com/office/officeart/2018/5/layout/CenteredIconLabelDescriptionList"/>
    <dgm:cxn modelId="{61298BAC-6E7B-4EB4-8D2A-8BD10ECF0C49}" type="presParOf" srcId="{4BC55145-2A0D-410E-8528-F43F6B0AB0C7}" destId="{BA27C626-2B52-4725-995C-6C9FCBC6FCC7}" srcOrd="0" destOrd="0" presId="urn:microsoft.com/office/officeart/2018/5/layout/CenteredIconLabelDescriptionList"/>
    <dgm:cxn modelId="{34C5D8BC-1B7B-49CE-9343-E920AE194BE4}" type="presParOf" srcId="{4BC55145-2A0D-410E-8528-F43F6B0AB0C7}" destId="{031A93DD-32C6-483F-AF0A-F95CEDCF412C}" srcOrd="1" destOrd="0" presId="urn:microsoft.com/office/officeart/2018/5/layout/CenteredIconLabelDescriptionList"/>
    <dgm:cxn modelId="{AFAE7090-FDE1-4212-AD37-04BAFD6EAAE7}" type="presParOf" srcId="{4BC55145-2A0D-410E-8528-F43F6B0AB0C7}" destId="{9253138B-7446-4E99-AAD5-A5A6874D7B97}" srcOrd="2" destOrd="0" presId="urn:microsoft.com/office/officeart/2018/5/layout/CenteredIconLabelDescriptionList"/>
    <dgm:cxn modelId="{692A6DB0-2C28-47B0-B463-0166C227CEE6}" type="presParOf" srcId="{4BC55145-2A0D-410E-8528-F43F6B0AB0C7}" destId="{85453843-BE89-4D41-87D8-DC257B60A8AC}" srcOrd="3" destOrd="0" presId="urn:microsoft.com/office/officeart/2018/5/layout/CenteredIconLabelDescriptionList"/>
    <dgm:cxn modelId="{DBE16D86-C52C-4F82-8DD5-BEE3156215DF}" type="presParOf" srcId="{4BC55145-2A0D-410E-8528-F43F6B0AB0C7}" destId="{D0719997-1E08-4F38-974E-2B39DEC78DD8}" srcOrd="4" destOrd="0" presId="urn:microsoft.com/office/officeart/2018/5/layout/CenteredIconLabelDescriptionList"/>
    <dgm:cxn modelId="{7EA214DD-3B03-42FA-8506-8C20DDF999B7}" type="presParOf" srcId="{7730071D-67D2-487B-A1C6-B4819C1B9641}" destId="{C02BAACD-D31B-4A40-80E3-8D606927EDBC}" srcOrd="1" destOrd="0" presId="urn:microsoft.com/office/officeart/2018/5/layout/CenteredIconLabelDescriptionList"/>
    <dgm:cxn modelId="{C844788B-E11C-4E28-AA00-8F5C5012609C}" type="presParOf" srcId="{7730071D-67D2-487B-A1C6-B4819C1B9641}" destId="{174E8EA6-3A4A-4FBC-8D86-A8C9442610B9}" srcOrd="2" destOrd="0" presId="urn:microsoft.com/office/officeart/2018/5/layout/CenteredIconLabelDescriptionList"/>
    <dgm:cxn modelId="{37718156-6CEA-423B-B8F9-E3178FEAC6E4}" type="presParOf" srcId="{174E8EA6-3A4A-4FBC-8D86-A8C9442610B9}" destId="{F7C2CE88-F198-470E-ACE4-8BF22D9C15A5}" srcOrd="0" destOrd="0" presId="urn:microsoft.com/office/officeart/2018/5/layout/CenteredIconLabelDescriptionList"/>
    <dgm:cxn modelId="{6A80668E-B445-4484-B6F0-F4790CA756B3}" type="presParOf" srcId="{174E8EA6-3A4A-4FBC-8D86-A8C9442610B9}" destId="{C824A7C7-B32A-4AB0-8B8A-AE85FE34D948}" srcOrd="1" destOrd="0" presId="urn:microsoft.com/office/officeart/2018/5/layout/CenteredIconLabelDescriptionList"/>
    <dgm:cxn modelId="{3DF78EB8-26A5-428B-BBCD-2C690757BA1B}" type="presParOf" srcId="{174E8EA6-3A4A-4FBC-8D86-A8C9442610B9}" destId="{562B11DA-139F-41EC-B31F-4F21DF0010A7}" srcOrd="2" destOrd="0" presId="urn:microsoft.com/office/officeart/2018/5/layout/CenteredIconLabelDescriptionList"/>
    <dgm:cxn modelId="{15739361-56E7-445B-A4D2-CAAD07983318}" type="presParOf" srcId="{174E8EA6-3A4A-4FBC-8D86-A8C9442610B9}" destId="{D3AC00A4-CED9-458C-AFAE-1726CAD4BE67}" srcOrd="3" destOrd="0" presId="urn:microsoft.com/office/officeart/2018/5/layout/CenteredIconLabelDescriptionList"/>
    <dgm:cxn modelId="{2D3D55E1-ECBF-40DC-8252-579C20464482}" type="presParOf" srcId="{174E8EA6-3A4A-4FBC-8D86-A8C9442610B9}" destId="{D93B8392-BA42-437C-A2E0-BF319E5C674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9ADD859-9B2D-4327-BEE8-3E2CAE742FE7}"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502932C-EAB6-41EC-A2FB-C271DD2B1C10}">
      <dgm:prSet/>
      <dgm:spPr/>
      <dgm:t>
        <a:bodyPr/>
        <a:lstStyle/>
        <a:p>
          <a:pPr>
            <a:defRPr b="1"/>
          </a:pPr>
          <a:r>
            <a:rPr lang="en-MY" b="1"/>
            <a:t>Major IaaS Providers:</a:t>
          </a:r>
          <a:endParaRPr lang="en-US"/>
        </a:p>
      </dgm:t>
    </dgm:pt>
    <dgm:pt modelId="{82FC3B44-E472-45F0-85B4-0236CAFEFADA}" type="parTrans" cxnId="{DC1926FD-3BD4-4CB5-A211-ACFA244208EB}">
      <dgm:prSet/>
      <dgm:spPr/>
      <dgm:t>
        <a:bodyPr/>
        <a:lstStyle/>
        <a:p>
          <a:endParaRPr lang="en-US"/>
        </a:p>
      </dgm:t>
    </dgm:pt>
    <dgm:pt modelId="{0ADD3617-F55A-4ED7-B63E-DB3401A0F569}" type="sibTrans" cxnId="{DC1926FD-3BD4-4CB5-A211-ACFA244208EB}">
      <dgm:prSet/>
      <dgm:spPr/>
      <dgm:t>
        <a:bodyPr/>
        <a:lstStyle/>
        <a:p>
          <a:endParaRPr lang="en-US"/>
        </a:p>
      </dgm:t>
    </dgm:pt>
    <dgm:pt modelId="{535A907C-48EC-47F7-829F-30BE2BBCB784}">
      <dgm:prSet/>
      <dgm:spPr/>
      <dgm:t>
        <a:bodyPr/>
        <a:lstStyle/>
        <a:p>
          <a:r>
            <a:rPr lang="en-MY"/>
            <a:t>Amazon Web Services (EC2, S3, etc.)</a:t>
          </a:r>
          <a:endParaRPr lang="en-US"/>
        </a:p>
      </dgm:t>
    </dgm:pt>
    <dgm:pt modelId="{9F2FBCC5-FF39-476B-A8E5-0A29FC1F3555}" type="parTrans" cxnId="{6C9CFD0C-1777-49DD-8C4A-169730B4AC85}">
      <dgm:prSet/>
      <dgm:spPr/>
      <dgm:t>
        <a:bodyPr/>
        <a:lstStyle/>
        <a:p>
          <a:endParaRPr lang="en-US"/>
        </a:p>
      </dgm:t>
    </dgm:pt>
    <dgm:pt modelId="{0EE58CBE-2E9A-445A-A316-AF4398A416A1}" type="sibTrans" cxnId="{6C9CFD0C-1777-49DD-8C4A-169730B4AC85}">
      <dgm:prSet/>
      <dgm:spPr/>
      <dgm:t>
        <a:bodyPr/>
        <a:lstStyle/>
        <a:p>
          <a:endParaRPr lang="en-US"/>
        </a:p>
      </dgm:t>
    </dgm:pt>
    <dgm:pt modelId="{EDA6F87E-9EC6-4B7D-9345-61307EA737F5}">
      <dgm:prSet/>
      <dgm:spPr/>
      <dgm:t>
        <a:bodyPr/>
        <a:lstStyle/>
        <a:p>
          <a:r>
            <a:rPr lang="en-MY"/>
            <a:t>Microsoft Azure (Virtual Machines, Azure Storage)</a:t>
          </a:r>
          <a:endParaRPr lang="en-US"/>
        </a:p>
      </dgm:t>
    </dgm:pt>
    <dgm:pt modelId="{C03417F4-B60F-4C72-B13C-906ED047A91B}" type="parTrans" cxnId="{53E61E05-E81B-4DA3-B343-EAD1C605B3CA}">
      <dgm:prSet/>
      <dgm:spPr/>
      <dgm:t>
        <a:bodyPr/>
        <a:lstStyle/>
        <a:p>
          <a:endParaRPr lang="en-US"/>
        </a:p>
      </dgm:t>
    </dgm:pt>
    <dgm:pt modelId="{25EF2B68-D3E1-45D5-B2D5-5A574277321F}" type="sibTrans" cxnId="{53E61E05-E81B-4DA3-B343-EAD1C605B3CA}">
      <dgm:prSet/>
      <dgm:spPr/>
      <dgm:t>
        <a:bodyPr/>
        <a:lstStyle/>
        <a:p>
          <a:endParaRPr lang="en-US"/>
        </a:p>
      </dgm:t>
    </dgm:pt>
    <dgm:pt modelId="{F61ACFCA-4303-4E09-80E5-B8C7A74B8AEB}">
      <dgm:prSet/>
      <dgm:spPr/>
      <dgm:t>
        <a:bodyPr/>
        <a:lstStyle/>
        <a:p>
          <a:r>
            <a:rPr lang="en-MY"/>
            <a:t>Google Cloud Platform (Compute Engine, Cloud Storage)</a:t>
          </a:r>
          <a:endParaRPr lang="en-US"/>
        </a:p>
      </dgm:t>
    </dgm:pt>
    <dgm:pt modelId="{A83FBA24-AF58-4C8F-B216-0EAA14C17833}" type="parTrans" cxnId="{40B44B32-8425-4A02-BC0B-C903A8058C20}">
      <dgm:prSet/>
      <dgm:spPr/>
      <dgm:t>
        <a:bodyPr/>
        <a:lstStyle/>
        <a:p>
          <a:endParaRPr lang="en-US"/>
        </a:p>
      </dgm:t>
    </dgm:pt>
    <dgm:pt modelId="{D870A74B-BC8C-4E80-9DD7-97CAB64D81D1}" type="sibTrans" cxnId="{40B44B32-8425-4A02-BC0B-C903A8058C20}">
      <dgm:prSet/>
      <dgm:spPr/>
      <dgm:t>
        <a:bodyPr/>
        <a:lstStyle/>
        <a:p>
          <a:endParaRPr lang="en-US"/>
        </a:p>
      </dgm:t>
    </dgm:pt>
    <dgm:pt modelId="{B4A32D39-0BB8-4F23-AB88-618BD1A0BADC}">
      <dgm:prSet/>
      <dgm:spPr/>
      <dgm:t>
        <a:bodyPr/>
        <a:lstStyle/>
        <a:p>
          <a:pPr>
            <a:defRPr b="1"/>
          </a:pPr>
          <a:r>
            <a:rPr lang="en-MY" b="1"/>
            <a:t>Typical Use Cases:</a:t>
          </a:r>
          <a:endParaRPr lang="en-US"/>
        </a:p>
      </dgm:t>
    </dgm:pt>
    <dgm:pt modelId="{3293168E-FD11-4CEA-86F7-1B2D67A61208}" type="parTrans" cxnId="{EB131B89-4E69-45AA-8580-D2075566020D}">
      <dgm:prSet/>
      <dgm:spPr/>
      <dgm:t>
        <a:bodyPr/>
        <a:lstStyle/>
        <a:p>
          <a:endParaRPr lang="en-US"/>
        </a:p>
      </dgm:t>
    </dgm:pt>
    <dgm:pt modelId="{AB3D7B23-8256-4CA9-AB6F-F99751B9DA7E}" type="sibTrans" cxnId="{EB131B89-4E69-45AA-8580-D2075566020D}">
      <dgm:prSet/>
      <dgm:spPr/>
      <dgm:t>
        <a:bodyPr/>
        <a:lstStyle/>
        <a:p>
          <a:endParaRPr lang="en-US"/>
        </a:p>
      </dgm:t>
    </dgm:pt>
    <dgm:pt modelId="{B6D45222-25F6-485C-BDAF-DBECE65FB768}">
      <dgm:prSet/>
      <dgm:spPr/>
      <dgm:t>
        <a:bodyPr/>
        <a:lstStyle/>
        <a:p>
          <a:r>
            <a:rPr lang="en-MY"/>
            <a:t>Hosting web applications</a:t>
          </a:r>
          <a:endParaRPr lang="en-US"/>
        </a:p>
      </dgm:t>
    </dgm:pt>
    <dgm:pt modelId="{A4534517-AEF8-455F-974C-D82B51338982}" type="parTrans" cxnId="{C2261BC1-0699-40C3-B2B9-87474E0DB868}">
      <dgm:prSet/>
      <dgm:spPr/>
      <dgm:t>
        <a:bodyPr/>
        <a:lstStyle/>
        <a:p>
          <a:endParaRPr lang="en-US"/>
        </a:p>
      </dgm:t>
    </dgm:pt>
    <dgm:pt modelId="{D0A0DC9F-FFFD-4262-B44A-3EFD0D75C293}" type="sibTrans" cxnId="{C2261BC1-0699-40C3-B2B9-87474E0DB868}">
      <dgm:prSet/>
      <dgm:spPr/>
      <dgm:t>
        <a:bodyPr/>
        <a:lstStyle/>
        <a:p>
          <a:endParaRPr lang="en-US"/>
        </a:p>
      </dgm:t>
    </dgm:pt>
    <dgm:pt modelId="{FA9406C7-B0E5-4C95-AD3F-99D82E036D3B}">
      <dgm:prSet/>
      <dgm:spPr/>
      <dgm:t>
        <a:bodyPr/>
        <a:lstStyle/>
        <a:p>
          <a:r>
            <a:rPr lang="en-MY"/>
            <a:t>Big data processing</a:t>
          </a:r>
          <a:endParaRPr lang="en-US"/>
        </a:p>
      </dgm:t>
    </dgm:pt>
    <dgm:pt modelId="{95D5C724-9FA4-47F5-9A71-36D564A051F5}" type="parTrans" cxnId="{6EE5E8C9-FEDD-47A9-800C-28AF177E6AF5}">
      <dgm:prSet/>
      <dgm:spPr/>
      <dgm:t>
        <a:bodyPr/>
        <a:lstStyle/>
        <a:p>
          <a:endParaRPr lang="en-US"/>
        </a:p>
      </dgm:t>
    </dgm:pt>
    <dgm:pt modelId="{CBBF11BD-120B-469B-849B-36ABE9097CEA}" type="sibTrans" cxnId="{6EE5E8C9-FEDD-47A9-800C-28AF177E6AF5}">
      <dgm:prSet/>
      <dgm:spPr/>
      <dgm:t>
        <a:bodyPr/>
        <a:lstStyle/>
        <a:p>
          <a:endParaRPr lang="en-US"/>
        </a:p>
      </dgm:t>
    </dgm:pt>
    <dgm:pt modelId="{D2A8BEE6-E997-45C6-A34C-EC346E5A591B}">
      <dgm:prSet/>
      <dgm:spPr/>
      <dgm:t>
        <a:bodyPr/>
        <a:lstStyle/>
        <a:p>
          <a:r>
            <a:rPr lang="en-MY"/>
            <a:t>Backup and disaster recovery</a:t>
          </a:r>
          <a:endParaRPr lang="en-US"/>
        </a:p>
      </dgm:t>
    </dgm:pt>
    <dgm:pt modelId="{10901642-C177-4CC7-8D6C-23119AE10872}" type="parTrans" cxnId="{C5163E63-6405-4AF8-A9A2-5A05FC90E584}">
      <dgm:prSet/>
      <dgm:spPr/>
      <dgm:t>
        <a:bodyPr/>
        <a:lstStyle/>
        <a:p>
          <a:endParaRPr lang="en-US"/>
        </a:p>
      </dgm:t>
    </dgm:pt>
    <dgm:pt modelId="{2305817A-8127-43CD-A763-91E119843A73}" type="sibTrans" cxnId="{C5163E63-6405-4AF8-A9A2-5A05FC90E584}">
      <dgm:prSet/>
      <dgm:spPr/>
      <dgm:t>
        <a:bodyPr/>
        <a:lstStyle/>
        <a:p>
          <a:endParaRPr lang="en-US"/>
        </a:p>
      </dgm:t>
    </dgm:pt>
    <dgm:pt modelId="{2D31460C-5920-4D8E-8B1E-85D7F3A514BB}">
      <dgm:prSet/>
      <dgm:spPr/>
      <dgm:t>
        <a:bodyPr/>
        <a:lstStyle/>
        <a:p>
          <a:r>
            <a:rPr lang="en-MY"/>
            <a:t>Development and testing environments</a:t>
          </a:r>
          <a:endParaRPr lang="en-US"/>
        </a:p>
      </dgm:t>
    </dgm:pt>
    <dgm:pt modelId="{79331B53-8D78-455F-AA21-D432FB628F92}" type="parTrans" cxnId="{1012B2EF-9465-4A20-9F8E-E7D70E6E5DB1}">
      <dgm:prSet/>
      <dgm:spPr/>
      <dgm:t>
        <a:bodyPr/>
        <a:lstStyle/>
        <a:p>
          <a:endParaRPr lang="en-US"/>
        </a:p>
      </dgm:t>
    </dgm:pt>
    <dgm:pt modelId="{69B53E40-79CB-4161-B531-798FBE911A9B}" type="sibTrans" cxnId="{1012B2EF-9465-4A20-9F8E-E7D70E6E5DB1}">
      <dgm:prSet/>
      <dgm:spPr/>
      <dgm:t>
        <a:bodyPr/>
        <a:lstStyle/>
        <a:p>
          <a:endParaRPr lang="en-US"/>
        </a:p>
      </dgm:t>
    </dgm:pt>
    <dgm:pt modelId="{A07C23C8-0FA6-4D1E-AA55-DC5A4B9733A0}" type="pres">
      <dgm:prSet presAssocID="{69ADD859-9B2D-4327-BEE8-3E2CAE742FE7}" presName="root" presStyleCnt="0">
        <dgm:presLayoutVars>
          <dgm:dir/>
          <dgm:resizeHandles val="exact"/>
        </dgm:presLayoutVars>
      </dgm:prSet>
      <dgm:spPr/>
    </dgm:pt>
    <dgm:pt modelId="{39CA33A9-C9F9-433F-8841-C7FBEAD081AC}" type="pres">
      <dgm:prSet presAssocID="{8502932C-EAB6-41EC-A2FB-C271DD2B1C10}" presName="compNode" presStyleCnt="0"/>
      <dgm:spPr/>
    </dgm:pt>
    <dgm:pt modelId="{9C80CD2D-358E-46E2-95F9-FDCA8AFBC5D2}" type="pres">
      <dgm:prSet presAssocID="{8502932C-EAB6-41EC-A2FB-C271DD2B1C1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76D77B50-DCF4-42CA-81C5-DFD42ED3BEE0}" type="pres">
      <dgm:prSet presAssocID="{8502932C-EAB6-41EC-A2FB-C271DD2B1C10}" presName="iconSpace" presStyleCnt="0"/>
      <dgm:spPr/>
    </dgm:pt>
    <dgm:pt modelId="{D35543C1-6403-4870-A17F-47E8DEA96D5F}" type="pres">
      <dgm:prSet presAssocID="{8502932C-EAB6-41EC-A2FB-C271DD2B1C10}" presName="parTx" presStyleLbl="revTx" presStyleIdx="0" presStyleCnt="4">
        <dgm:presLayoutVars>
          <dgm:chMax val="0"/>
          <dgm:chPref val="0"/>
        </dgm:presLayoutVars>
      </dgm:prSet>
      <dgm:spPr/>
    </dgm:pt>
    <dgm:pt modelId="{5766F7B2-8341-48F8-84C2-8A57B7C82757}" type="pres">
      <dgm:prSet presAssocID="{8502932C-EAB6-41EC-A2FB-C271DD2B1C10}" presName="txSpace" presStyleCnt="0"/>
      <dgm:spPr/>
    </dgm:pt>
    <dgm:pt modelId="{652C1C54-CE2D-4BE9-95E8-0CBDD393537B}" type="pres">
      <dgm:prSet presAssocID="{8502932C-EAB6-41EC-A2FB-C271DD2B1C10}" presName="desTx" presStyleLbl="revTx" presStyleIdx="1" presStyleCnt="4">
        <dgm:presLayoutVars/>
      </dgm:prSet>
      <dgm:spPr/>
    </dgm:pt>
    <dgm:pt modelId="{B30FE740-7C98-485D-92BE-6E55DF76AE93}" type="pres">
      <dgm:prSet presAssocID="{0ADD3617-F55A-4ED7-B63E-DB3401A0F569}" presName="sibTrans" presStyleCnt="0"/>
      <dgm:spPr/>
    </dgm:pt>
    <dgm:pt modelId="{1DD235C6-3FEF-4519-AC24-0C08EA053372}" type="pres">
      <dgm:prSet presAssocID="{B4A32D39-0BB8-4F23-AB88-618BD1A0BADC}" presName="compNode" presStyleCnt="0"/>
      <dgm:spPr/>
    </dgm:pt>
    <dgm:pt modelId="{DF16DAAF-0422-401E-9252-68CD731DD64D}" type="pres">
      <dgm:prSet presAssocID="{B4A32D39-0BB8-4F23-AB88-618BD1A0BAD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D95DFC2A-6996-4BA5-95D3-6F807DD77D4E}" type="pres">
      <dgm:prSet presAssocID="{B4A32D39-0BB8-4F23-AB88-618BD1A0BADC}" presName="iconSpace" presStyleCnt="0"/>
      <dgm:spPr/>
    </dgm:pt>
    <dgm:pt modelId="{CCB1152D-1113-4481-89FE-8D2E31F741E0}" type="pres">
      <dgm:prSet presAssocID="{B4A32D39-0BB8-4F23-AB88-618BD1A0BADC}" presName="parTx" presStyleLbl="revTx" presStyleIdx="2" presStyleCnt="4">
        <dgm:presLayoutVars>
          <dgm:chMax val="0"/>
          <dgm:chPref val="0"/>
        </dgm:presLayoutVars>
      </dgm:prSet>
      <dgm:spPr/>
    </dgm:pt>
    <dgm:pt modelId="{3A8E847F-F43A-4A04-A325-F41E95D208CA}" type="pres">
      <dgm:prSet presAssocID="{B4A32D39-0BB8-4F23-AB88-618BD1A0BADC}" presName="txSpace" presStyleCnt="0"/>
      <dgm:spPr/>
    </dgm:pt>
    <dgm:pt modelId="{7C84C170-D655-4FD3-81FD-50C96B2FA17E}" type="pres">
      <dgm:prSet presAssocID="{B4A32D39-0BB8-4F23-AB88-618BD1A0BADC}" presName="desTx" presStyleLbl="revTx" presStyleIdx="3" presStyleCnt="4">
        <dgm:presLayoutVars/>
      </dgm:prSet>
      <dgm:spPr/>
    </dgm:pt>
  </dgm:ptLst>
  <dgm:cxnLst>
    <dgm:cxn modelId="{53E61E05-E81B-4DA3-B343-EAD1C605B3CA}" srcId="{8502932C-EAB6-41EC-A2FB-C271DD2B1C10}" destId="{EDA6F87E-9EC6-4B7D-9345-61307EA737F5}" srcOrd="1" destOrd="0" parTransId="{C03417F4-B60F-4C72-B13C-906ED047A91B}" sibTransId="{25EF2B68-D3E1-45D5-B2D5-5A574277321F}"/>
    <dgm:cxn modelId="{2A281509-B29E-4EBF-B60A-C8705E0F67AD}" type="presOf" srcId="{2D31460C-5920-4D8E-8B1E-85D7F3A514BB}" destId="{7C84C170-D655-4FD3-81FD-50C96B2FA17E}" srcOrd="0" destOrd="3" presId="urn:microsoft.com/office/officeart/2018/5/layout/CenteredIconLabelDescriptionList"/>
    <dgm:cxn modelId="{6C9CFD0C-1777-49DD-8C4A-169730B4AC85}" srcId="{8502932C-EAB6-41EC-A2FB-C271DD2B1C10}" destId="{535A907C-48EC-47F7-829F-30BE2BBCB784}" srcOrd="0" destOrd="0" parTransId="{9F2FBCC5-FF39-476B-A8E5-0A29FC1F3555}" sibTransId="{0EE58CBE-2E9A-445A-A316-AF4398A416A1}"/>
    <dgm:cxn modelId="{40B44B32-8425-4A02-BC0B-C903A8058C20}" srcId="{8502932C-EAB6-41EC-A2FB-C271DD2B1C10}" destId="{F61ACFCA-4303-4E09-80E5-B8C7A74B8AEB}" srcOrd="2" destOrd="0" parTransId="{A83FBA24-AF58-4C8F-B216-0EAA14C17833}" sibTransId="{D870A74B-BC8C-4E80-9DD7-97CAB64D81D1}"/>
    <dgm:cxn modelId="{F1DCC739-E6E3-445D-8C80-8D2ABD5482ED}" type="presOf" srcId="{8502932C-EAB6-41EC-A2FB-C271DD2B1C10}" destId="{D35543C1-6403-4870-A17F-47E8DEA96D5F}" srcOrd="0" destOrd="0" presId="urn:microsoft.com/office/officeart/2018/5/layout/CenteredIconLabelDescriptionList"/>
    <dgm:cxn modelId="{1F49AA5B-7C20-4EC5-8702-6039323115B5}" type="presOf" srcId="{FA9406C7-B0E5-4C95-AD3F-99D82E036D3B}" destId="{7C84C170-D655-4FD3-81FD-50C96B2FA17E}" srcOrd="0" destOrd="1" presId="urn:microsoft.com/office/officeart/2018/5/layout/CenteredIconLabelDescriptionList"/>
    <dgm:cxn modelId="{C5163E63-6405-4AF8-A9A2-5A05FC90E584}" srcId="{B4A32D39-0BB8-4F23-AB88-618BD1A0BADC}" destId="{D2A8BEE6-E997-45C6-A34C-EC346E5A591B}" srcOrd="2" destOrd="0" parTransId="{10901642-C177-4CC7-8D6C-23119AE10872}" sibTransId="{2305817A-8127-43CD-A763-91E119843A73}"/>
    <dgm:cxn modelId="{70E8A56C-1F6D-4E5B-8818-BDDFF7A6932F}" type="presOf" srcId="{F61ACFCA-4303-4E09-80E5-B8C7A74B8AEB}" destId="{652C1C54-CE2D-4BE9-95E8-0CBDD393537B}" srcOrd="0" destOrd="2" presId="urn:microsoft.com/office/officeart/2018/5/layout/CenteredIconLabelDescriptionList"/>
    <dgm:cxn modelId="{B23AE46D-056A-4A45-A8E1-403502FF93B7}" type="presOf" srcId="{B4A32D39-0BB8-4F23-AB88-618BD1A0BADC}" destId="{CCB1152D-1113-4481-89FE-8D2E31F741E0}" srcOrd="0" destOrd="0" presId="urn:microsoft.com/office/officeart/2018/5/layout/CenteredIconLabelDescriptionList"/>
    <dgm:cxn modelId="{EB131B89-4E69-45AA-8580-D2075566020D}" srcId="{69ADD859-9B2D-4327-BEE8-3E2CAE742FE7}" destId="{B4A32D39-0BB8-4F23-AB88-618BD1A0BADC}" srcOrd="1" destOrd="0" parTransId="{3293168E-FD11-4CEA-86F7-1B2D67A61208}" sibTransId="{AB3D7B23-8256-4CA9-AB6F-F99751B9DA7E}"/>
    <dgm:cxn modelId="{C2C9D2B4-2E20-4A18-910F-8421D647C29E}" type="presOf" srcId="{B6D45222-25F6-485C-BDAF-DBECE65FB768}" destId="{7C84C170-D655-4FD3-81FD-50C96B2FA17E}" srcOrd="0" destOrd="0" presId="urn:microsoft.com/office/officeart/2018/5/layout/CenteredIconLabelDescriptionList"/>
    <dgm:cxn modelId="{5DEFB9B8-C56A-4488-9F47-E16DEB9B37C2}" type="presOf" srcId="{535A907C-48EC-47F7-829F-30BE2BBCB784}" destId="{652C1C54-CE2D-4BE9-95E8-0CBDD393537B}" srcOrd="0" destOrd="0" presId="urn:microsoft.com/office/officeart/2018/5/layout/CenteredIconLabelDescriptionList"/>
    <dgm:cxn modelId="{C2261BC1-0699-40C3-B2B9-87474E0DB868}" srcId="{B4A32D39-0BB8-4F23-AB88-618BD1A0BADC}" destId="{B6D45222-25F6-485C-BDAF-DBECE65FB768}" srcOrd="0" destOrd="0" parTransId="{A4534517-AEF8-455F-974C-D82B51338982}" sibTransId="{D0A0DC9F-FFFD-4262-B44A-3EFD0D75C293}"/>
    <dgm:cxn modelId="{6EE5E8C9-FEDD-47A9-800C-28AF177E6AF5}" srcId="{B4A32D39-0BB8-4F23-AB88-618BD1A0BADC}" destId="{FA9406C7-B0E5-4C95-AD3F-99D82E036D3B}" srcOrd="1" destOrd="0" parTransId="{95D5C724-9FA4-47F5-9A71-36D564A051F5}" sibTransId="{CBBF11BD-120B-469B-849B-36ABE9097CEA}"/>
    <dgm:cxn modelId="{08FCDBD5-2A1F-46F3-8122-2E402B5B2561}" type="presOf" srcId="{69ADD859-9B2D-4327-BEE8-3E2CAE742FE7}" destId="{A07C23C8-0FA6-4D1E-AA55-DC5A4B9733A0}" srcOrd="0" destOrd="0" presId="urn:microsoft.com/office/officeart/2018/5/layout/CenteredIconLabelDescriptionList"/>
    <dgm:cxn modelId="{1012B2EF-9465-4A20-9F8E-E7D70E6E5DB1}" srcId="{B4A32D39-0BB8-4F23-AB88-618BD1A0BADC}" destId="{2D31460C-5920-4D8E-8B1E-85D7F3A514BB}" srcOrd="3" destOrd="0" parTransId="{79331B53-8D78-455F-AA21-D432FB628F92}" sibTransId="{69B53E40-79CB-4161-B531-798FBE911A9B}"/>
    <dgm:cxn modelId="{CF3DE6EF-FFCF-4324-9F03-D5B79D230DBC}" type="presOf" srcId="{D2A8BEE6-E997-45C6-A34C-EC346E5A591B}" destId="{7C84C170-D655-4FD3-81FD-50C96B2FA17E}" srcOrd="0" destOrd="2" presId="urn:microsoft.com/office/officeart/2018/5/layout/CenteredIconLabelDescriptionList"/>
    <dgm:cxn modelId="{58153FF6-85F8-4719-A93F-7F499AABDB41}" type="presOf" srcId="{EDA6F87E-9EC6-4B7D-9345-61307EA737F5}" destId="{652C1C54-CE2D-4BE9-95E8-0CBDD393537B}" srcOrd="0" destOrd="1" presId="urn:microsoft.com/office/officeart/2018/5/layout/CenteredIconLabelDescriptionList"/>
    <dgm:cxn modelId="{DC1926FD-3BD4-4CB5-A211-ACFA244208EB}" srcId="{69ADD859-9B2D-4327-BEE8-3E2CAE742FE7}" destId="{8502932C-EAB6-41EC-A2FB-C271DD2B1C10}" srcOrd="0" destOrd="0" parTransId="{82FC3B44-E472-45F0-85B4-0236CAFEFADA}" sibTransId="{0ADD3617-F55A-4ED7-B63E-DB3401A0F569}"/>
    <dgm:cxn modelId="{6CA2FBCB-785E-4C0F-9E77-6A90DF9B1245}" type="presParOf" srcId="{A07C23C8-0FA6-4D1E-AA55-DC5A4B9733A0}" destId="{39CA33A9-C9F9-433F-8841-C7FBEAD081AC}" srcOrd="0" destOrd="0" presId="urn:microsoft.com/office/officeart/2018/5/layout/CenteredIconLabelDescriptionList"/>
    <dgm:cxn modelId="{F796A496-3E90-4F5E-8594-E0008C195CCC}" type="presParOf" srcId="{39CA33A9-C9F9-433F-8841-C7FBEAD081AC}" destId="{9C80CD2D-358E-46E2-95F9-FDCA8AFBC5D2}" srcOrd="0" destOrd="0" presId="urn:microsoft.com/office/officeart/2018/5/layout/CenteredIconLabelDescriptionList"/>
    <dgm:cxn modelId="{DDCDC2D1-9204-47DA-B44C-605B5F31358D}" type="presParOf" srcId="{39CA33A9-C9F9-433F-8841-C7FBEAD081AC}" destId="{76D77B50-DCF4-42CA-81C5-DFD42ED3BEE0}" srcOrd="1" destOrd="0" presId="urn:microsoft.com/office/officeart/2018/5/layout/CenteredIconLabelDescriptionList"/>
    <dgm:cxn modelId="{DDA5B5C4-C32B-4A6F-996E-056439DD3176}" type="presParOf" srcId="{39CA33A9-C9F9-433F-8841-C7FBEAD081AC}" destId="{D35543C1-6403-4870-A17F-47E8DEA96D5F}" srcOrd="2" destOrd="0" presId="urn:microsoft.com/office/officeart/2018/5/layout/CenteredIconLabelDescriptionList"/>
    <dgm:cxn modelId="{FD3924B9-2F41-4CF8-9052-B29B32D43A30}" type="presParOf" srcId="{39CA33A9-C9F9-433F-8841-C7FBEAD081AC}" destId="{5766F7B2-8341-48F8-84C2-8A57B7C82757}" srcOrd="3" destOrd="0" presId="urn:microsoft.com/office/officeart/2018/5/layout/CenteredIconLabelDescriptionList"/>
    <dgm:cxn modelId="{04D024CA-EBCE-4A4F-9329-06D8FDE3B626}" type="presParOf" srcId="{39CA33A9-C9F9-433F-8841-C7FBEAD081AC}" destId="{652C1C54-CE2D-4BE9-95E8-0CBDD393537B}" srcOrd="4" destOrd="0" presId="urn:microsoft.com/office/officeart/2018/5/layout/CenteredIconLabelDescriptionList"/>
    <dgm:cxn modelId="{82E1F853-48EE-4D35-A9D3-1CEBB95A3BF3}" type="presParOf" srcId="{A07C23C8-0FA6-4D1E-AA55-DC5A4B9733A0}" destId="{B30FE740-7C98-485D-92BE-6E55DF76AE93}" srcOrd="1" destOrd="0" presId="urn:microsoft.com/office/officeart/2018/5/layout/CenteredIconLabelDescriptionList"/>
    <dgm:cxn modelId="{34B1734C-7E19-4ABD-B5E2-01E125447645}" type="presParOf" srcId="{A07C23C8-0FA6-4D1E-AA55-DC5A4B9733A0}" destId="{1DD235C6-3FEF-4519-AC24-0C08EA053372}" srcOrd="2" destOrd="0" presId="urn:microsoft.com/office/officeart/2018/5/layout/CenteredIconLabelDescriptionList"/>
    <dgm:cxn modelId="{F8750231-3B24-4815-900D-070A68E94AEC}" type="presParOf" srcId="{1DD235C6-3FEF-4519-AC24-0C08EA053372}" destId="{DF16DAAF-0422-401E-9252-68CD731DD64D}" srcOrd="0" destOrd="0" presId="urn:microsoft.com/office/officeart/2018/5/layout/CenteredIconLabelDescriptionList"/>
    <dgm:cxn modelId="{AB282AE8-C493-47CF-A316-C045EDCEBC12}" type="presParOf" srcId="{1DD235C6-3FEF-4519-AC24-0C08EA053372}" destId="{D95DFC2A-6996-4BA5-95D3-6F807DD77D4E}" srcOrd="1" destOrd="0" presId="urn:microsoft.com/office/officeart/2018/5/layout/CenteredIconLabelDescriptionList"/>
    <dgm:cxn modelId="{194A659E-F181-474B-8923-E600FC78C743}" type="presParOf" srcId="{1DD235C6-3FEF-4519-AC24-0C08EA053372}" destId="{CCB1152D-1113-4481-89FE-8D2E31F741E0}" srcOrd="2" destOrd="0" presId="urn:microsoft.com/office/officeart/2018/5/layout/CenteredIconLabelDescriptionList"/>
    <dgm:cxn modelId="{8B2BBFBC-C4A1-457B-9EB0-7A7424226671}" type="presParOf" srcId="{1DD235C6-3FEF-4519-AC24-0C08EA053372}" destId="{3A8E847F-F43A-4A04-A325-F41E95D208CA}" srcOrd="3" destOrd="0" presId="urn:microsoft.com/office/officeart/2018/5/layout/CenteredIconLabelDescriptionList"/>
    <dgm:cxn modelId="{75AEA676-0B5D-442D-85BB-652792CCD4B6}" type="presParOf" srcId="{1DD235C6-3FEF-4519-AC24-0C08EA053372}" destId="{7C84C170-D655-4FD3-81FD-50C96B2FA17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6196CA5-86E3-4765-AFF8-50F04DB545E0}"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45A8386-E40D-47F2-A504-89041C18F72E}">
      <dgm:prSet/>
      <dgm:spPr/>
      <dgm:t>
        <a:bodyPr/>
        <a:lstStyle/>
        <a:p>
          <a:r>
            <a:rPr lang="en-MY"/>
            <a:t>The ability to quickly adapt and reconfigure IT infrastructure resources as demands change.</a:t>
          </a:r>
          <a:endParaRPr lang="en-US"/>
        </a:p>
      </dgm:t>
    </dgm:pt>
    <dgm:pt modelId="{50E57E3F-0760-4FFF-B496-1441C818E968}" type="parTrans" cxnId="{9265A545-28C7-44AB-9CEC-A09D514C5A94}">
      <dgm:prSet/>
      <dgm:spPr/>
      <dgm:t>
        <a:bodyPr/>
        <a:lstStyle/>
        <a:p>
          <a:endParaRPr lang="en-US"/>
        </a:p>
      </dgm:t>
    </dgm:pt>
    <dgm:pt modelId="{6A690B37-CA3E-4D05-93FF-1735106B6EEA}" type="sibTrans" cxnId="{9265A545-28C7-44AB-9CEC-A09D514C5A94}">
      <dgm:prSet/>
      <dgm:spPr/>
      <dgm:t>
        <a:bodyPr/>
        <a:lstStyle/>
        <a:p>
          <a:endParaRPr lang="en-US"/>
        </a:p>
      </dgm:t>
    </dgm:pt>
    <dgm:pt modelId="{A80151F1-B07B-49DF-82F6-69FCF68B92FF}">
      <dgm:prSet/>
      <dgm:spPr/>
      <dgm:t>
        <a:bodyPr/>
        <a:lstStyle/>
        <a:p>
          <a:r>
            <a:rPr lang="en-MY"/>
            <a:t>Often enabled by virtualization, automation, and orchestration technologies.</a:t>
          </a:r>
          <a:endParaRPr lang="en-US"/>
        </a:p>
      </dgm:t>
    </dgm:pt>
    <dgm:pt modelId="{E95E9F36-4B03-4029-B5B8-474ABC4ADAE3}" type="parTrans" cxnId="{D875C71E-925A-4CC3-BD1E-F193E17D2F23}">
      <dgm:prSet/>
      <dgm:spPr/>
      <dgm:t>
        <a:bodyPr/>
        <a:lstStyle/>
        <a:p>
          <a:endParaRPr lang="en-US"/>
        </a:p>
      </dgm:t>
    </dgm:pt>
    <dgm:pt modelId="{C0B11225-E87E-4BD9-AC4F-9898BDC8BC80}" type="sibTrans" cxnId="{D875C71E-925A-4CC3-BD1E-F193E17D2F23}">
      <dgm:prSet/>
      <dgm:spPr/>
      <dgm:t>
        <a:bodyPr/>
        <a:lstStyle/>
        <a:p>
          <a:endParaRPr lang="en-US"/>
        </a:p>
      </dgm:t>
    </dgm:pt>
    <dgm:pt modelId="{089D65A9-768E-4F4A-B420-28259C254BB5}">
      <dgm:prSet/>
      <dgm:spPr/>
      <dgm:t>
        <a:bodyPr/>
        <a:lstStyle/>
        <a:p>
          <a:r>
            <a:rPr lang="en-MY"/>
            <a:t>Ensures optimal performance, cost efficiency, and high availability</a:t>
          </a:r>
          <a:endParaRPr lang="en-US"/>
        </a:p>
      </dgm:t>
    </dgm:pt>
    <dgm:pt modelId="{CB263DE8-80A0-47AE-BDE4-FBD26B9E6A2A}" type="parTrans" cxnId="{D07D0966-52CC-46F6-982D-0DFA9D346483}">
      <dgm:prSet/>
      <dgm:spPr/>
      <dgm:t>
        <a:bodyPr/>
        <a:lstStyle/>
        <a:p>
          <a:endParaRPr lang="en-US"/>
        </a:p>
      </dgm:t>
    </dgm:pt>
    <dgm:pt modelId="{3ED74233-B909-486E-8207-63ECEE31CDE2}" type="sibTrans" cxnId="{D07D0966-52CC-46F6-982D-0DFA9D346483}">
      <dgm:prSet/>
      <dgm:spPr/>
      <dgm:t>
        <a:bodyPr/>
        <a:lstStyle/>
        <a:p>
          <a:endParaRPr lang="en-US"/>
        </a:p>
      </dgm:t>
    </dgm:pt>
    <dgm:pt modelId="{3FC02354-20BF-49E7-BE0A-944416AF54E9}">
      <dgm:prSet/>
      <dgm:spPr/>
      <dgm:t>
        <a:bodyPr/>
        <a:lstStyle/>
        <a:p>
          <a:r>
            <a:rPr lang="en-MY"/>
            <a:t>Facilitates continuous integration and continuous deployment (CI/CD)</a:t>
          </a:r>
          <a:endParaRPr lang="en-US"/>
        </a:p>
      </dgm:t>
    </dgm:pt>
    <dgm:pt modelId="{7CB28594-DC38-4B92-907B-FF329A8B0847}" type="parTrans" cxnId="{1EB6E04D-72F6-4A99-BBB6-A941DB2B9C4A}">
      <dgm:prSet/>
      <dgm:spPr/>
      <dgm:t>
        <a:bodyPr/>
        <a:lstStyle/>
        <a:p>
          <a:endParaRPr lang="en-US"/>
        </a:p>
      </dgm:t>
    </dgm:pt>
    <dgm:pt modelId="{6B63BF4F-964A-4187-9BAD-AB43DB4F252F}" type="sibTrans" cxnId="{1EB6E04D-72F6-4A99-BBB6-A941DB2B9C4A}">
      <dgm:prSet/>
      <dgm:spPr/>
      <dgm:t>
        <a:bodyPr/>
        <a:lstStyle/>
        <a:p>
          <a:endParaRPr lang="en-US"/>
        </a:p>
      </dgm:t>
    </dgm:pt>
    <dgm:pt modelId="{10D2F33C-EA48-4872-A656-2005EFAE3A76}" type="pres">
      <dgm:prSet presAssocID="{46196CA5-86E3-4765-AFF8-50F04DB545E0}" presName="root" presStyleCnt="0">
        <dgm:presLayoutVars>
          <dgm:dir/>
          <dgm:resizeHandles val="exact"/>
        </dgm:presLayoutVars>
      </dgm:prSet>
      <dgm:spPr/>
    </dgm:pt>
    <dgm:pt modelId="{6701D281-F8E0-4CD2-AA1E-6C082D9FD8E4}" type="pres">
      <dgm:prSet presAssocID="{46196CA5-86E3-4765-AFF8-50F04DB545E0}" presName="container" presStyleCnt="0">
        <dgm:presLayoutVars>
          <dgm:dir/>
          <dgm:resizeHandles val="exact"/>
        </dgm:presLayoutVars>
      </dgm:prSet>
      <dgm:spPr/>
    </dgm:pt>
    <dgm:pt modelId="{8EAD39B1-C530-4881-BAF2-51EF6E0A43A6}" type="pres">
      <dgm:prSet presAssocID="{445A8386-E40D-47F2-A504-89041C18F72E}" presName="compNode" presStyleCnt="0"/>
      <dgm:spPr/>
    </dgm:pt>
    <dgm:pt modelId="{6020CDCC-E34D-453A-8846-8495A20B1D6A}" type="pres">
      <dgm:prSet presAssocID="{445A8386-E40D-47F2-A504-89041C18F72E}" presName="iconBgRect" presStyleLbl="bgShp" presStyleIdx="0" presStyleCnt="4"/>
      <dgm:spPr/>
    </dgm:pt>
    <dgm:pt modelId="{4DFF6CCC-4AEF-4A01-8EEE-A0B8748E5543}" type="pres">
      <dgm:prSet presAssocID="{445A8386-E40D-47F2-A504-89041C18F72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312FCC1-174F-4486-A326-04506951E15A}" type="pres">
      <dgm:prSet presAssocID="{445A8386-E40D-47F2-A504-89041C18F72E}" presName="spaceRect" presStyleCnt="0"/>
      <dgm:spPr/>
    </dgm:pt>
    <dgm:pt modelId="{90D9A2F9-24CB-4CD2-991A-230069C26EAC}" type="pres">
      <dgm:prSet presAssocID="{445A8386-E40D-47F2-A504-89041C18F72E}" presName="textRect" presStyleLbl="revTx" presStyleIdx="0" presStyleCnt="4">
        <dgm:presLayoutVars>
          <dgm:chMax val="1"/>
          <dgm:chPref val="1"/>
        </dgm:presLayoutVars>
      </dgm:prSet>
      <dgm:spPr/>
    </dgm:pt>
    <dgm:pt modelId="{C203BAB8-00FE-4365-8BED-1F6D06D87B94}" type="pres">
      <dgm:prSet presAssocID="{6A690B37-CA3E-4D05-93FF-1735106B6EEA}" presName="sibTrans" presStyleLbl="sibTrans2D1" presStyleIdx="0" presStyleCnt="0"/>
      <dgm:spPr/>
    </dgm:pt>
    <dgm:pt modelId="{1CEBC8B2-E20F-4522-B3C1-750369DEF5CD}" type="pres">
      <dgm:prSet presAssocID="{A80151F1-B07B-49DF-82F6-69FCF68B92FF}" presName="compNode" presStyleCnt="0"/>
      <dgm:spPr/>
    </dgm:pt>
    <dgm:pt modelId="{8A35EAB5-C1A1-4DB9-9399-DEEA2F06323D}" type="pres">
      <dgm:prSet presAssocID="{A80151F1-B07B-49DF-82F6-69FCF68B92FF}" presName="iconBgRect" presStyleLbl="bgShp" presStyleIdx="1" presStyleCnt="4"/>
      <dgm:spPr/>
    </dgm:pt>
    <dgm:pt modelId="{68D54DCA-4707-4098-B7BC-D8984ECC4C79}" type="pres">
      <dgm:prSet presAssocID="{A80151F1-B07B-49DF-82F6-69FCF68B92F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BAA50091-7E55-403A-8C09-BDF74A990A5C}" type="pres">
      <dgm:prSet presAssocID="{A80151F1-B07B-49DF-82F6-69FCF68B92FF}" presName="spaceRect" presStyleCnt="0"/>
      <dgm:spPr/>
    </dgm:pt>
    <dgm:pt modelId="{53B4D5AC-8B04-41A4-A03B-883AEAA59236}" type="pres">
      <dgm:prSet presAssocID="{A80151F1-B07B-49DF-82F6-69FCF68B92FF}" presName="textRect" presStyleLbl="revTx" presStyleIdx="1" presStyleCnt="4">
        <dgm:presLayoutVars>
          <dgm:chMax val="1"/>
          <dgm:chPref val="1"/>
        </dgm:presLayoutVars>
      </dgm:prSet>
      <dgm:spPr/>
    </dgm:pt>
    <dgm:pt modelId="{0804C351-DD85-485B-B5BE-7C174099824A}" type="pres">
      <dgm:prSet presAssocID="{C0B11225-E87E-4BD9-AC4F-9898BDC8BC80}" presName="sibTrans" presStyleLbl="sibTrans2D1" presStyleIdx="0" presStyleCnt="0"/>
      <dgm:spPr/>
    </dgm:pt>
    <dgm:pt modelId="{EEDFC4C8-F5DD-4FA6-8BC8-CA0E3CD53B61}" type="pres">
      <dgm:prSet presAssocID="{089D65A9-768E-4F4A-B420-28259C254BB5}" presName="compNode" presStyleCnt="0"/>
      <dgm:spPr/>
    </dgm:pt>
    <dgm:pt modelId="{A7013562-E324-403E-861B-B49D1D85D651}" type="pres">
      <dgm:prSet presAssocID="{089D65A9-768E-4F4A-B420-28259C254BB5}" presName="iconBgRect" presStyleLbl="bgShp" presStyleIdx="2" presStyleCnt="4"/>
      <dgm:spPr/>
    </dgm:pt>
    <dgm:pt modelId="{A8B6D56C-22F5-44CA-A546-019784B4EEC5}" type="pres">
      <dgm:prSet presAssocID="{089D65A9-768E-4F4A-B420-28259C254BB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uscle Arm"/>
        </a:ext>
      </dgm:extLst>
    </dgm:pt>
    <dgm:pt modelId="{BF611B85-6B6B-4CDF-B130-A1938ACE2A83}" type="pres">
      <dgm:prSet presAssocID="{089D65A9-768E-4F4A-B420-28259C254BB5}" presName="spaceRect" presStyleCnt="0"/>
      <dgm:spPr/>
    </dgm:pt>
    <dgm:pt modelId="{6311E663-6ADC-42F7-918D-71B321BACBEE}" type="pres">
      <dgm:prSet presAssocID="{089D65A9-768E-4F4A-B420-28259C254BB5}" presName="textRect" presStyleLbl="revTx" presStyleIdx="2" presStyleCnt="4">
        <dgm:presLayoutVars>
          <dgm:chMax val="1"/>
          <dgm:chPref val="1"/>
        </dgm:presLayoutVars>
      </dgm:prSet>
      <dgm:spPr/>
    </dgm:pt>
    <dgm:pt modelId="{AF2CB10C-7DAA-43D8-A700-7352A8EDA8A3}" type="pres">
      <dgm:prSet presAssocID="{3ED74233-B909-486E-8207-63ECEE31CDE2}" presName="sibTrans" presStyleLbl="sibTrans2D1" presStyleIdx="0" presStyleCnt="0"/>
      <dgm:spPr/>
    </dgm:pt>
    <dgm:pt modelId="{878A5E5F-76DC-4583-850E-53C99ED0C218}" type="pres">
      <dgm:prSet presAssocID="{3FC02354-20BF-49E7-BE0A-944416AF54E9}" presName="compNode" presStyleCnt="0"/>
      <dgm:spPr/>
    </dgm:pt>
    <dgm:pt modelId="{1DDF7DEA-12E6-498B-8580-842B4B3F4D02}" type="pres">
      <dgm:prSet presAssocID="{3FC02354-20BF-49E7-BE0A-944416AF54E9}" presName="iconBgRect" presStyleLbl="bgShp" presStyleIdx="3" presStyleCnt="4"/>
      <dgm:spPr/>
    </dgm:pt>
    <dgm:pt modelId="{9571F301-58C1-4BFC-AEDC-5410BF1522C5}" type="pres">
      <dgm:prSet presAssocID="{3FC02354-20BF-49E7-BE0A-944416AF54E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63745065-6191-4285-BE52-ECCF122663AA}" type="pres">
      <dgm:prSet presAssocID="{3FC02354-20BF-49E7-BE0A-944416AF54E9}" presName="spaceRect" presStyleCnt="0"/>
      <dgm:spPr/>
    </dgm:pt>
    <dgm:pt modelId="{06E062B5-2374-43B6-A1A2-DED21B4D11D2}" type="pres">
      <dgm:prSet presAssocID="{3FC02354-20BF-49E7-BE0A-944416AF54E9}" presName="textRect" presStyleLbl="revTx" presStyleIdx="3" presStyleCnt="4">
        <dgm:presLayoutVars>
          <dgm:chMax val="1"/>
          <dgm:chPref val="1"/>
        </dgm:presLayoutVars>
      </dgm:prSet>
      <dgm:spPr/>
    </dgm:pt>
  </dgm:ptLst>
  <dgm:cxnLst>
    <dgm:cxn modelId="{D875C71E-925A-4CC3-BD1E-F193E17D2F23}" srcId="{46196CA5-86E3-4765-AFF8-50F04DB545E0}" destId="{A80151F1-B07B-49DF-82F6-69FCF68B92FF}" srcOrd="1" destOrd="0" parTransId="{E95E9F36-4B03-4029-B5B8-474ABC4ADAE3}" sibTransId="{C0B11225-E87E-4BD9-AC4F-9898BDC8BC80}"/>
    <dgm:cxn modelId="{CDBEE229-8642-4665-A609-73BC2EC2BCA3}" type="presOf" srcId="{3FC02354-20BF-49E7-BE0A-944416AF54E9}" destId="{06E062B5-2374-43B6-A1A2-DED21B4D11D2}" srcOrd="0" destOrd="0" presId="urn:microsoft.com/office/officeart/2018/2/layout/IconCircleList"/>
    <dgm:cxn modelId="{9265A545-28C7-44AB-9CEC-A09D514C5A94}" srcId="{46196CA5-86E3-4765-AFF8-50F04DB545E0}" destId="{445A8386-E40D-47F2-A504-89041C18F72E}" srcOrd="0" destOrd="0" parTransId="{50E57E3F-0760-4FFF-B496-1441C818E968}" sibTransId="{6A690B37-CA3E-4D05-93FF-1735106B6EEA}"/>
    <dgm:cxn modelId="{D07D0966-52CC-46F6-982D-0DFA9D346483}" srcId="{46196CA5-86E3-4765-AFF8-50F04DB545E0}" destId="{089D65A9-768E-4F4A-B420-28259C254BB5}" srcOrd="2" destOrd="0" parTransId="{CB263DE8-80A0-47AE-BDE4-FBD26B9E6A2A}" sibTransId="{3ED74233-B909-486E-8207-63ECEE31CDE2}"/>
    <dgm:cxn modelId="{1EB6E04D-72F6-4A99-BBB6-A941DB2B9C4A}" srcId="{46196CA5-86E3-4765-AFF8-50F04DB545E0}" destId="{3FC02354-20BF-49E7-BE0A-944416AF54E9}" srcOrd="3" destOrd="0" parTransId="{7CB28594-DC38-4B92-907B-FF329A8B0847}" sibTransId="{6B63BF4F-964A-4187-9BAD-AB43DB4F252F}"/>
    <dgm:cxn modelId="{7B111372-F9C0-4D11-8EF2-A88C5FDB13D1}" type="presOf" srcId="{46196CA5-86E3-4765-AFF8-50F04DB545E0}" destId="{10D2F33C-EA48-4872-A656-2005EFAE3A76}" srcOrd="0" destOrd="0" presId="urn:microsoft.com/office/officeart/2018/2/layout/IconCircleList"/>
    <dgm:cxn modelId="{060F0A74-AADB-4CC4-833F-B7887186BF5D}" type="presOf" srcId="{445A8386-E40D-47F2-A504-89041C18F72E}" destId="{90D9A2F9-24CB-4CD2-991A-230069C26EAC}" srcOrd="0" destOrd="0" presId="urn:microsoft.com/office/officeart/2018/2/layout/IconCircleList"/>
    <dgm:cxn modelId="{2F140B92-63D3-4FCB-BD39-094C504E0B06}" type="presOf" srcId="{3ED74233-B909-486E-8207-63ECEE31CDE2}" destId="{AF2CB10C-7DAA-43D8-A700-7352A8EDA8A3}" srcOrd="0" destOrd="0" presId="urn:microsoft.com/office/officeart/2018/2/layout/IconCircleList"/>
    <dgm:cxn modelId="{539DB09D-8F13-4C39-9870-846196FD11A4}" type="presOf" srcId="{089D65A9-768E-4F4A-B420-28259C254BB5}" destId="{6311E663-6ADC-42F7-918D-71B321BACBEE}" srcOrd="0" destOrd="0" presId="urn:microsoft.com/office/officeart/2018/2/layout/IconCircleList"/>
    <dgm:cxn modelId="{A18308CD-8166-422A-999A-FF1386901FAF}" type="presOf" srcId="{6A690B37-CA3E-4D05-93FF-1735106B6EEA}" destId="{C203BAB8-00FE-4365-8BED-1F6D06D87B94}" srcOrd="0" destOrd="0" presId="urn:microsoft.com/office/officeart/2018/2/layout/IconCircleList"/>
    <dgm:cxn modelId="{002192F3-6802-4488-A02D-6A930C13BB1F}" type="presOf" srcId="{A80151F1-B07B-49DF-82F6-69FCF68B92FF}" destId="{53B4D5AC-8B04-41A4-A03B-883AEAA59236}" srcOrd="0" destOrd="0" presId="urn:microsoft.com/office/officeart/2018/2/layout/IconCircleList"/>
    <dgm:cxn modelId="{041635F6-40DF-4CFA-A8A5-8076F3F95314}" type="presOf" srcId="{C0B11225-E87E-4BD9-AC4F-9898BDC8BC80}" destId="{0804C351-DD85-485B-B5BE-7C174099824A}" srcOrd="0" destOrd="0" presId="urn:microsoft.com/office/officeart/2018/2/layout/IconCircleList"/>
    <dgm:cxn modelId="{1EEEEED9-8E06-4B6A-B7D2-61B8DE84D9B7}" type="presParOf" srcId="{10D2F33C-EA48-4872-A656-2005EFAE3A76}" destId="{6701D281-F8E0-4CD2-AA1E-6C082D9FD8E4}" srcOrd="0" destOrd="0" presId="urn:microsoft.com/office/officeart/2018/2/layout/IconCircleList"/>
    <dgm:cxn modelId="{436DBBF0-3EE9-4BBF-B30A-1BE3BBFA31DB}" type="presParOf" srcId="{6701D281-F8E0-4CD2-AA1E-6C082D9FD8E4}" destId="{8EAD39B1-C530-4881-BAF2-51EF6E0A43A6}" srcOrd="0" destOrd="0" presId="urn:microsoft.com/office/officeart/2018/2/layout/IconCircleList"/>
    <dgm:cxn modelId="{35236AEF-891E-445A-8564-29E79C69F97B}" type="presParOf" srcId="{8EAD39B1-C530-4881-BAF2-51EF6E0A43A6}" destId="{6020CDCC-E34D-453A-8846-8495A20B1D6A}" srcOrd="0" destOrd="0" presId="urn:microsoft.com/office/officeart/2018/2/layout/IconCircleList"/>
    <dgm:cxn modelId="{709AC171-E4CD-4F30-8E15-2B77562C1460}" type="presParOf" srcId="{8EAD39B1-C530-4881-BAF2-51EF6E0A43A6}" destId="{4DFF6CCC-4AEF-4A01-8EEE-A0B8748E5543}" srcOrd="1" destOrd="0" presId="urn:microsoft.com/office/officeart/2018/2/layout/IconCircleList"/>
    <dgm:cxn modelId="{EA2265DD-7243-43E9-8EC6-24918DAE17FA}" type="presParOf" srcId="{8EAD39B1-C530-4881-BAF2-51EF6E0A43A6}" destId="{6312FCC1-174F-4486-A326-04506951E15A}" srcOrd="2" destOrd="0" presId="urn:microsoft.com/office/officeart/2018/2/layout/IconCircleList"/>
    <dgm:cxn modelId="{EF8D39EF-9198-4EB4-84BD-47170F09E694}" type="presParOf" srcId="{8EAD39B1-C530-4881-BAF2-51EF6E0A43A6}" destId="{90D9A2F9-24CB-4CD2-991A-230069C26EAC}" srcOrd="3" destOrd="0" presId="urn:microsoft.com/office/officeart/2018/2/layout/IconCircleList"/>
    <dgm:cxn modelId="{382D41E5-D9DF-4E37-BC39-78A3BBAB2AF2}" type="presParOf" srcId="{6701D281-F8E0-4CD2-AA1E-6C082D9FD8E4}" destId="{C203BAB8-00FE-4365-8BED-1F6D06D87B94}" srcOrd="1" destOrd="0" presId="urn:microsoft.com/office/officeart/2018/2/layout/IconCircleList"/>
    <dgm:cxn modelId="{8B1060E1-8CBB-4CAF-B538-AA7D9BC124A0}" type="presParOf" srcId="{6701D281-F8E0-4CD2-AA1E-6C082D9FD8E4}" destId="{1CEBC8B2-E20F-4522-B3C1-750369DEF5CD}" srcOrd="2" destOrd="0" presId="urn:microsoft.com/office/officeart/2018/2/layout/IconCircleList"/>
    <dgm:cxn modelId="{D5CA49AC-1406-4907-A0FA-8A4689640A49}" type="presParOf" srcId="{1CEBC8B2-E20F-4522-B3C1-750369DEF5CD}" destId="{8A35EAB5-C1A1-4DB9-9399-DEEA2F06323D}" srcOrd="0" destOrd="0" presId="urn:microsoft.com/office/officeart/2018/2/layout/IconCircleList"/>
    <dgm:cxn modelId="{DFD91A43-0BDC-4D85-B095-80C21AABD08D}" type="presParOf" srcId="{1CEBC8B2-E20F-4522-B3C1-750369DEF5CD}" destId="{68D54DCA-4707-4098-B7BC-D8984ECC4C79}" srcOrd="1" destOrd="0" presId="urn:microsoft.com/office/officeart/2018/2/layout/IconCircleList"/>
    <dgm:cxn modelId="{99A3916A-FF65-4805-9A8B-7BA1C2E987E2}" type="presParOf" srcId="{1CEBC8B2-E20F-4522-B3C1-750369DEF5CD}" destId="{BAA50091-7E55-403A-8C09-BDF74A990A5C}" srcOrd="2" destOrd="0" presId="urn:microsoft.com/office/officeart/2018/2/layout/IconCircleList"/>
    <dgm:cxn modelId="{15BD2BC0-97B4-4F30-9A13-BFAF84706306}" type="presParOf" srcId="{1CEBC8B2-E20F-4522-B3C1-750369DEF5CD}" destId="{53B4D5AC-8B04-41A4-A03B-883AEAA59236}" srcOrd="3" destOrd="0" presId="urn:microsoft.com/office/officeart/2018/2/layout/IconCircleList"/>
    <dgm:cxn modelId="{295BEC13-B36B-48D4-87E8-54D5235EFB08}" type="presParOf" srcId="{6701D281-F8E0-4CD2-AA1E-6C082D9FD8E4}" destId="{0804C351-DD85-485B-B5BE-7C174099824A}" srcOrd="3" destOrd="0" presId="urn:microsoft.com/office/officeart/2018/2/layout/IconCircleList"/>
    <dgm:cxn modelId="{36DDB5FF-8EEC-4530-B962-107D2DBA947E}" type="presParOf" srcId="{6701D281-F8E0-4CD2-AA1E-6C082D9FD8E4}" destId="{EEDFC4C8-F5DD-4FA6-8BC8-CA0E3CD53B61}" srcOrd="4" destOrd="0" presId="urn:microsoft.com/office/officeart/2018/2/layout/IconCircleList"/>
    <dgm:cxn modelId="{81537698-BC8C-42B0-97E4-4AFAC4FAF4E5}" type="presParOf" srcId="{EEDFC4C8-F5DD-4FA6-8BC8-CA0E3CD53B61}" destId="{A7013562-E324-403E-861B-B49D1D85D651}" srcOrd="0" destOrd="0" presId="urn:microsoft.com/office/officeart/2018/2/layout/IconCircleList"/>
    <dgm:cxn modelId="{F772FE43-5A98-4AC2-8A4B-9FFB72D295FE}" type="presParOf" srcId="{EEDFC4C8-F5DD-4FA6-8BC8-CA0E3CD53B61}" destId="{A8B6D56C-22F5-44CA-A546-019784B4EEC5}" srcOrd="1" destOrd="0" presId="urn:microsoft.com/office/officeart/2018/2/layout/IconCircleList"/>
    <dgm:cxn modelId="{CFB6F2CE-7488-4C6A-BBD0-B85D7ABAEA9D}" type="presParOf" srcId="{EEDFC4C8-F5DD-4FA6-8BC8-CA0E3CD53B61}" destId="{BF611B85-6B6B-4CDF-B130-A1938ACE2A83}" srcOrd="2" destOrd="0" presId="urn:microsoft.com/office/officeart/2018/2/layout/IconCircleList"/>
    <dgm:cxn modelId="{FC72AB5D-42EF-42FF-82E1-6F8BC57E6562}" type="presParOf" srcId="{EEDFC4C8-F5DD-4FA6-8BC8-CA0E3CD53B61}" destId="{6311E663-6ADC-42F7-918D-71B321BACBEE}" srcOrd="3" destOrd="0" presId="urn:microsoft.com/office/officeart/2018/2/layout/IconCircleList"/>
    <dgm:cxn modelId="{62F7A96B-49F0-475D-97C9-D36FBF654283}" type="presParOf" srcId="{6701D281-F8E0-4CD2-AA1E-6C082D9FD8E4}" destId="{AF2CB10C-7DAA-43D8-A700-7352A8EDA8A3}" srcOrd="5" destOrd="0" presId="urn:microsoft.com/office/officeart/2018/2/layout/IconCircleList"/>
    <dgm:cxn modelId="{A4C4DA12-16C5-4125-8879-A4C154CD898D}" type="presParOf" srcId="{6701D281-F8E0-4CD2-AA1E-6C082D9FD8E4}" destId="{878A5E5F-76DC-4583-850E-53C99ED0C218}" srcOrd="6" destOrd="0" presId="urn:microsoft.com/office/officeart/2018/2/layout/IconCircleList"/>
    <dgm:cxn modelId="{5B18F21C-3459-4699-A20D-33F7AE612B21}" type="presParOf" srcId="{878A5E5F-76DC-4583-850E-53C99ED0C218}" destId="{1DDF7DEA-12E6-498B-8580-842B4B3F4D02}" srcOrd="0" destOrd="0" presId="urn:microsoft.com/office/officeart/2018/2/layout/IconCircleList"/>
    <dgm:cxn modelId="{0A65C069-6911-4A80-9387-9A2F882CB503}" type="presParOf" srcId="{878A5E5F-76DC-4583-850E-53C99ED0C218}" destId="{9571F301-58C1-4BFC-AEDC-5410BF1522C5}" srcOrd="1" destOrd="0" presId="urn:microsoft.com/office/officeart/2018/2/layout/IconCircleList"/>
    <dgm:cxn modelId="{B88E1110-0635-4E18-A47C-6BDC0A047D04}" type="presParOf" srcId="{878A5E5F-76DC-4583-850E-53C99ED0C218}" destId="{63745065-6191-4285-BE52-ECCF122663AA}" srcOrd="2" destOrd="0" presId="urn:microsoft.com/office/officeart/2018/2/layout/IconCircleList"/>
    <dgm:cxn modelId="{2D0965F0-CAB9-41DB-B35D-A6EC1CCAC3F5}" type="presParOf" srcId="{878A5E5F-76DC-4583-850E-53C99ED0C218}" destId="{06E062B5-2374-43B6-A1A2-DED21B4D11D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5BA5A12-3A92-4D38-A1DC-248F77A49AC9}"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F5C626C-F39F-4A87-9A0A-A1F57360511B}">
      <dgm:prSet/>
      <dgm:spPr/>
      <dgm:t>
        <a:bodyPr/>
        <a:lstStyle/>
        <a:p>
          <a:r>
            <a:rPr lang="en-MY" b="1"/>
            <a:t>Virtualization - </a:t>
          </a:r>
          <a:r>
            <a:rPr lang="en-MY"/>
            <a:t>Abstracts hardware into virtual resources (VMs or containers)</a:t>
          </a:r>
          <a:endParaRPr lang="en-US"/>
        </a:p>
      </dgm:t>
    </dgm:pt>
    <dgm:pt modelId="{46FDCB41-77EE-4270-B070-4CF1236029F4}" type="parTrans" cxnId="{ECBDB9F5-058E-4228-B3B0-9296971D7E90}">
      <dgm:prSet/>
      <dgm:spPr/>
      <dgm:t>
        <a:bodyPr/>
        <a:lstStyle/>
        <a:p>
          <a:endParaRPr lang="en-US"/>
        </a:p>
      </dgm:t>
    </dgm:pt>
    <dgm:pt modelId="{9E80108C-6ACC-4242-9D12-0B6C9C059938}" type="sibTrans" cxnId="{ECBDB9F5-058E-4228-B3B0-9296971D7E90}">
      <dgm:prSet/>
      <dgm:spPr/>
      <dgm:t>
        <a:bodyPr/>
        <a:lstStyle/>
        <a:p>
          <a:endParaRPr lang="en-US"/>
        </a:p>
      </dgm:t>
    </dgm:pt>
    <dgm:pt modelId="{40A60C76-6BFF-4CB6-9FF9-4ABB3C11775D}">
      <dgm:prSet/>
      <dgm:spPr/>
      <dgm:t>
        <a:bodyPr/>
        <a:lstStyle/>
        <a:p>
          <a:r>
            <a:rPr lang="en-MY" b="1"/>
            <a:t>Automation - </a:t>
          </a:r>
          <a:r>
            <a:rPr lang="en-MY"/>
            <a:t>Scripts or tools to streamline provisioning, configuration, and scaling</a:t>
          </a:r>
          <a:endParaRPr lang="en-US"/>
        </a:p>
      </dgm:t>
    </dgm:pt>
    <dgm:pt modelId="{88D92568-5C2D-45F9-973C-26FBF6EB3970}" type="parTrans" cxnId="{D62DBBC2-44BF-4C3F-89E8-EEFCB635FD85}">
      <dgm:prSet/>
      <dgm:spPr/>
      <dgm:t>
        <a:bodyPr/>
        <a:lstStyle/>
        <a:p>
          <a:endParaRPr lang="en-US"/>
        </a:p>
      </dgm:t>
    </dgm:pt>
    <dgm:pt modelId="{CC6B4754-EC42-4667-8ED0-50A2E73E3849}" type="sibTrans" cxnId="{D62DBBC2-44BF-4C3F-89E8-EEFCB635FD85}">
      <dgm:prSet/>
      <dgm:spPr/>
      <dgm:t>
        <a:bodyPr/>
        <a:lstStyle/>
        <a:p>
          <a:endParaRPr lang="en-US"/>
        </a:p>
      </dgm:t>
    </dgm:pt>
    <dgm:pt modelId="{087AF5E6-845A-4B97-ADA6-429C5C88A898}">
      <dgm:prSet/>
      <dgm:spPr/>
      <dgm:t>
        <a:bodyPr/>
        <a:lstStyle/>
        <a:p>
          <a:r>
            <a:rPr lang="en-MY" b="1"/>
            <a:t>Orchestration - </a:t>
          </a:r>
          <a:r>
            <a:rPr lang="en-MY"/>
            <a:t>Systems (like Kubernetes, Docker Swarm) that manage the lifecycle of multiple resources</a:t>
          </a:r>
          <a:endParaRPr lang="en-US"/>
        </a:p>
      </dgm:t>
    </dgm:pt>
    <dgm:pt modelId="{55CF3365-9251-40CA-88E3-8A77BA9CAD76}" type="parTrans" cxnId="{86CB94DF-7F72-4418-9A41-0548409543D0}">
      <dgm:prSet/>
      <dgm:spPr/>
      <dgm:t>
        <a:bodyPr/>
        <a:lstStyle/>
        <a:p>
          <a:endParaRPr lang="en-US"/>
        </a:p>
      </dgm:t>
    </dgm:pt>
    <dgm:pt modelId="{4680E5F1-72A6-4137-94E9-667C736C1DBB}" type="sibTrans" cxnId="{86CB94DF-7F72-4418-9A41-0548409543D0}">
      <dgm:prSet/>
      <dgm:spPr/>
      <dgm:t>
        <a:bodyPr/>
        <a:lstStyle/>
        <a:p>
          <a:endParaRPr lang="en-US"/>
        </a:p>
      </dgm:t>
    </dgm:pt>
    <dgm:pt modelId="{91C42541-7039-4277-B383-9496B86C9D78}">
      <dgm:prSet/>
      <dgm:spPr/>
      <dgm:t>
        <a:bodyPr/>
        <a:lstStyle/>
        <a:p>
          <a:r>
            <a:rPr lang="en-MY" b="1"/>
            <a:t>Monitoring &amp; Management - </a:t>
          </a:r>
          <a:r>
            <a:rPr lang="en-MY"/>
            <a:t>Tools to observe and adjust resource usage in real time (e.g., AWS CloudWatch, Azure Monitor)</a:t>
          </a:r>
          <a:endParaRPr lang="en-US"/>
        </a:p>
      </dgm:t>
    </dgm:pt>
    <dgm:pt modelId="{13B65ED5-E45E-467D-A5C7-4A33F01632B6}" type="parTrans" cxnId="{FEDC89B1-AE65-4A12-804B-9F2AC1CA16AB}">
      <dgm:prSet/>
      <dgm:spPr/>
      <dgm:t>
        <a:bodyPr/>
        <a:lstStyle/>
        <a:p>
          <a:endParaRPr lang="en-US"/>
        </a:p>
      </dgm:t>
    </dgm:pt>
    <dgm:pt modelId="{A88AA923-286E-4D92-BB3A-306CD6A30AE9}" type="sibTrans" cxnId="{FEDC89B1-AE65-4A12-804B-9F2AC1CA16AB}">
      <dgm:prSet/>
      <dgm:spPr/>
      <dgm:t>
        <a:bodyPr/>
        <a:lstStyle/>
        <a:p>
          <a:endParaRPr lang="en-US"/>
        </a:p>
      </dgm:t>
    </dgm:pt>
    <dgm:pt modelId="{15DBE21E-3143-478F-8E4F-C6F18018F68E}" type="pres">
      <dgm:prSet presAssocID="{25BA5A12-3A92-4D38-A1DC-248F77A49AC9}" presName="root" presStyleCnt="0">
        <dgm:presLayoutVars>
          <dgm:dir/>
          <dgm:resizeHandles val="exact"/>
        </dgm:presLayoutVars>
      </dgm:prSet>
      <dgm:spPr/>
    </dgm:pt>
    <dgm:pt modelId="{65EA9240-7AE8-4A80-934B-60FD88C66EC5}" type="pres">
      <dgm:prSet presAssocID="{DF5C626C-F39F-4A87-9A0A-A1F57360511B}" presName="compNode" presStyleCnt="0"/>
      <dgm:spPr/>
    </dgm:pt>
    <dgm:pt modelId="{DF6686FA-74B0-4BB7-82B4-EE0182F3AEC9}" type="pres">
      <dgm:prSet presAssocID="{DF5C626C-F39F-4A87-9A0A-A1F57360511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7429898-51E3-4FFB-B5D0-16D43266013B}" type="pres">
      <dgm:prSet presAssocID="{DF5C626C-F39F-4A87-9A0A-A1F57360511B}" presName="spaceRect" presStyleCnt="0"/>
      <dgm:spPr/>
    </dgm:pt>
    <dgm:pt modelId="{A9406F5B-3F2F-41F0-964A-BBCEBC51CBD0}" type="pres">
      <dgm:prSet presAssocID="{DF5C626C-F39F-4A87-9A0A-A1F57360511B}" presName="textRect" presStyleLbl="revTx" presStyleIdx="0" presStyleCnt="4">
        <dgm:presLayoutVars>
          <dgm:chMax val="1"/>
          <dgm:chPref val="1"/>
        </dgm:presLayoutVars>
      </dgm:prSet>
      <dgm:spPr/>
    </dgm:pt>
    <dgm:pt modelId="{CFCDA9A2-D7C1-4D3A-B47C-DEC1510E439E}" type="pres">
      <dgm:prSet presAssocID="{9E80108C-6ACC-4242-9D12-0B6C9C059938}" presName="sibTrans" presStyleCnt="0"/>
      <dgm:spPr/>
    </dgm:pt>
    <dgm:pt modelId="{B408A455-FD06-4F03-9BC8-60F8246723A3}" type="pres">
      <dgm:prSet presAssocID="{40A60C76-6BFF-4CB6-9FF9-4ABB3C11775D}" presName="compNode" presStyleCnt="0"/>
      <dgm:spPr/>
    </dgm:pt>
    <dgm:pt modelId="{EEF250C2-B2EF-432F-AC3B-7927262C897E}" type="pres">
      <dgm:prSet presAssocID="{40A60C76-6BFF-4CB6-9FF9-4ABB3C1177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E558BE2-8C66-46E3-824E-223F51F0D408}" type="pres">
      <dgm:prSet presAssocID="{40A60C76-6BFF-4CB6-9FF9-4ABB3C11775D}" presName="spaceRect" presStyleCnt="0"/>
      <dgm:spPr/>
    </dgm:pt>
    <dgm:pt modelId="{BF401A68-CC6F-43F2-8682-10BCA2DE814F}" type="pres">
      <dgm:prSet presAssocID="{40A60C76-6BFF-4CB6-9FF9-4ABB3C11775D}" presName="textRect" presStyleLbl="revTx" presStyleIdx="1" presStyleCnt="4">
        <dgm:presLayoutVars>
          <dgm:chMax val="1"/>
          <dgm:chPref val="1"/>
        </dgm:presLayoutVars>
      </dgm:prSet>
      <dgm:spPr/>
    </dgm:pt>
    <dgm:pt modelId="{9EBD8309-D12F-4750-8F3E-46E28912B695}" type="pres">
      <dgm:prSet presAssocID="{CC6B4754-EC42-4667-8ED0-50A2E73E3849}" presName="sibTrans" presStyleCnt="0"/>
      <dgm:spPr/>
    </dgm:pt>
    <dgm:pt modelId="{BA6DAAB3-547E-4F11-BF02-6682C5AAA1A1}" type="pres">
      <dgm:prSet presAssocID="{087AF5E6-845A-4B97-ADA6-429C5C88A898}" presName="compNode" presStyleCnt="0"/>
      <dgm:spPr/>
    </dgm:pt>
    <dgm:pt modelId="{F6A1D8B7-1019-4697-B30E-0C74634C73DA}" type="pres">
      <dgm:prSet presAssocID="{087AF5E6-845A-4B97-ADA6-429C5C88A89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453D90FA-9264-4BE3-9FC3-65EEF14C939A}" type="pres">
      <dgm:prSet presAssocID="{087AF5E6-845A-4B97-ADA6-429C5C88A898}" presName="spaceRect" presStyleCnt="0"/>
      <dgm:spPr/>
    </dgm:pt>
    <dgm:pt modelId="{1895006A-4565-4B13-BDF0-5702CE7520BA}" type="pres">
      <dgm:prSet presAssocID="{087AF5E6-845A-4B97-ADA6-429C5C88A898}" presName="textRect" presStyleLbl="revTx" presStyleIdx="2" presStyleCnt="4">
        <dgm:presLayoutVars>
          <dgm:chMax val="1"/>
          <dgm:chPref val="1"/>
        </dgm:presLayoutVars>
      </dgm:prSet>
      <dgm:spPr/>
    </dgm:pt>
    <dgm:pt modelId="{A3DE8B79-9B05-4FA2-B71D-E07776F4C94D}" type="pres">
      <dgm:prSet presAssocID="{4680E5F1-72A6-4137-94E9-667C736C1DBB}" presName="sibTrans" presStyleCnt="0"/>
      <dgm:spPr/>
    </dgm:pt>
    <dgm:pt modelId="{EB85C769-45DA-4F7F-9657-E9716AFFA8BB}" type="pres">
      <dgm:prSet presAssocID="{91C42541-7039-4277-B383-9496B86C9D78}" presName="compNode" presStyleCnt="0"/>
      <dgm:spPr/>
    </dgm:pt>
    <dgm:pt modelId="{5C4E3A32-9AD2-4641-AE48-FDBB05B9C44D}" type="pres">
      <dgm:prSet presAssocID="{91C42541-7039-4277-B383-9496B86C9D7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yncing Cloud"/>
        </a:ext>
      </dgm:extLst>
    </dgm:pt>
    <dgm:pt modelId="{17705A1B-701E-467E-BDD9-D61211A84C87}" type="pres">
      <dgm:prSet presAssocID="{91C42541-7039-4277-B383-9496B86C9D78}" presName="spaceRect" presStyleCnt="0"/>
      <dgm:spPr/>
    </dgm:pt>
    <dgm:pt modelId="{DA78BB7A-5790-4F84-B816-D80972FCDDBB}" type="pres">
      <dgm:prSet presAssocID="{91C42541-7039-4277-B383-9496B86C9D78}" presName="textRect" presStyleLbl="revTx" presStyleIdx="3" presStyleCnt="4">
        <dgm:presLayoutVars>
          <dgm:chMax val="1"/>
          <dgm:chPref val="1"/>
        </dgm:presLayoutVars>
      </dgm:prSet>
      <dgm:spPr/>
    </dgm:pt>
  </dgm:ptLst>
  <dgm:cxnLst>
    <dgm:cxn modelId="{CFB5AA1F-A5F1-4450-80F0-677305B5CD61}" type="presOf" srcId="{087AF5E6-845A-4B97-ADA6-429C5C88A898}" destId="{1895006A-4565-4B13-BDF0-5702CE7520BA}" srcOrd="0" destOrd="0" presId="urn:microsoft.com/office/officeart/2018/2/layout/IconLabelList"/>
    <dgm:cxn modelId="{A751342C-7656-4F92-8D8E-ACB27D10D888}" type="presOf" srcId="{91C42541-7039-4277-B383-9496B86C9D78}" destId="{DA78BB7A-5790-4F84-B816-D80972FCDDBB}" srcOrd="0" destOrd="0" presId="urn:microsoft.com/office/officeart/2018/2/layout/IconLabelList"/>
    <dgm:cxn modelId="{D0D7AD78-EB76-4212-A0BA-0ACEA4BA7F39}" type="presOf" srcId="{DF5C626C-F39F-4A87-9A0A-A1F57360511B}" destId="{A9406F5B-3F2F-41F0-964A-BBCEBC51CBD0}" srcOrd="0" destOrd="0" presId="urn:microsoft.com/office/officeart/2018/2/layout/IconLabelList"/>
    <dgm:cxn modelId="{FEDC89B1-AE65-4A12-804B-9F2AC1CA16AB}" srcId="{25BA5A12-3A92-4D38-A1DC-248F77A49AC9}" destId="{91C42541-7039-4277-B383-9496B86C9D78}" srcOrd="3" destOrd="0" parTransId="{13B65ED5-E45E-467D-A5C7-4A33F01632B6}" sibTransId="{A88AA923-286E-4D92-BB3A-306CD6A30AE9}"/>
    <dgm:cxn modelId="{5493EDBA-DBD8-4C31-BB49-ED91223B43E2}" type="presOf" srcId="{25BA5A12-3A92-4D38-A1DC-248F77A49AC9}" destId="{15DBE21E-3143-478F-8E4F-C6F18018F68E}" srcOrd="0" destOrd="0" presId="urn:microsoft.com/office/officeart/2018/2/layout/IconLabelList"/>
    <dgm:cxn modelId="{D62DBBC2-44BF-4C3F-89E8-EEFCB635FD85}" srcId="{25BA5A12-3A92-4D38-A1DC-248F77A49AC9}" destId="{40A60C76-6BFF-4CB6-9FF9-4ABB3C11775D}" srcOrd="1" destOrd="0" parTransId="{88D92568-5C2D-45F9-973C-26FBF6EB3970}" sibTransId="{CC6B4754-EC42-4667-8ED0-50A2E73E3849}"/>
    <dgm:cxn modelId="{86CB94DF-7F72-4418-9A41-0548409543D0}" srcId="{25BA5A12-3A92-4D38-A1DC-248F77A49AC9}" destId="{087AF5E6-845A-4B97-ADA6-429C5C88A898}" srcOrd="2" destOrd="0" parTransId="{55CF3365-9251-40CA-88E3-8A77BA9CAD76}" sibTransId="{4680E5F1-72A6-4137-94E9-667C736C1DBB}"/>
    <dgm:cxn modelId="{2C9C72EE-C439-4186-A3B1-93756FAF2DC6}" type="presOf" srcId="{40A60C76-6BFF-4CB6-9FF9-4ABB3C11775D}" destId="{BF401A68-CC6F-43F2-8682-10BCA2DE814F}" srcOrd="0" destOrd="0" presId="urn:microsoft.com/office/officeart/2018/2/layout/IconLabelList"/>
    <dgm:cxn modelId="{ECBDB9F5-058E-4228-B3B0-9296971D7E90}" srcId="{25BA5A12-3A92-4D38-A1DC-248F77A49AC9}" destId="{DF5C626C-F39F-4A87-9A0A-A1F57360511B}" srcOrd="0" destOrd="0" parTransId="{46FDCB41-77EE-4270-B070-4CF1236029F4}" sibTransId="{9E80108C-6ACC-4242-9D12-0B6C9C059938}"/>
    <dgm:cxn modelId="{D6811EC8-40D6-40C1-A1F9-46501468B5F5}" type="presParOf" srcId="{15DBE21E-3143-478F-8E4F-C6F18018F68E}" destId="{65EA9240-7AE8-4A80-934B-60FD88C66EC5}" srcOrd="0" destOrd="0" presId="urn:microsoft.com/office/officeart/2018/2/layout/IconLabelList"/>
    <dgm:cxn modelId="{D94F9B40-5641-45E5-A2FE-F33048B86121}" type="presParOf" srcId="{65EA9240-7AE8-4A80-934B-60FD88C66EC5}" destId="{DF6686FA-74B0-4BB7-82B4-EE0182F3AEC9}" srcOrd="0" destOrd="0" presId="urn:microsoft.com/office/officeart/2018/2/layout/IconLabelList"/>
    <dgm:cxn modelId="{1E07B0DA-DAF3-447D-BA46-067E9749FB05}" type="presParOf" srcId="{65EA9240-7AE8-4A80-934B-60FD88C66EC5}" destId="{E7429898-51E3-4FFB-B5D0-16D43266013B}" srcOrd="1" destOrd="0" presId="urn:microsoft.com/office/officeart/2018/2/layout/IconLabelList"/>
    <dgm:cxn modelId="{0391C003-31C5-4DCF-BCE3-269E5EDA5982}" type="presParOf" srcId="{65EA9240-7AE8-4A80-934B-60FD88C66EC5}" destId="{A9406F5B-3F2F-41F0-964A-BBCEBC51CBD0}" srcOrd="2" destOrd="0" presId="urn:microsoft.com/office/officeart/2018/2/layout/IconLabelList"/>
    <dgm:cxn modelId="{71500EBC-8516-42B6-BF2D-CA29A8AEB656}" type="presParOf" srcId="{15DBE21E-3143-478F-8E4F-C6F18018F68E}" destId="{CFCDA9A2-D7C1-4D3A-B47C-DEC1510E439E}" srcOrd="1" destOrd="0" presId="urn:microsoft.com/office/officeart/2018/2/layout/IconLabelList"/>
    <dgm:cxn modelId="{B4E2E48B-D595-45A3-B141-AEDAF9BC5B3B}" type="presParOf" srcId="{15DBE21E-3143-478F-8E4F-C6F18018F68E}" destId="{B408A455-FD06-4F03-9BC8-60F8246723A3}" srcOrd="2" destOrd="0" presId="urn:microsoft.com/office/officeart/2018/2/layout/IconLabelList"/>
    <dgm:cxn modelId="{2385E65F-AF36-42AB-8B7A-57F8EF8135EF}" type="presParOf" srcId="{B408A455-FD06-4F03-9BC8-60F8246723A3}" destId="{EEF250C2-B2EF-432F-AC3B-7927262C897E}" srcOrd="0" destOrd="0" presId="urn:microsoft.com/office/officeart/2018/2/layout/IconLabelList"/>
    <dgm:cxn modelId="{D61D4B10-07E5-494F-A426-192109078F98}" type="presParOf" srcId="{B408A455-FD06-4F03-9BC8-60F8246723A3}" destId="{BE558BE2-8C66-46E3-824E-223F51F0D408}" srcOrd="1" destOrd="0" presId="urn:microsoft.com/office/officeart/2018/2/layout/IconLabelList"/>
    <dgm:cxn modelId="{7C593525-5073-425F-819C-BCC7600ECBC0}" type="presParOf" srcId="{B408A455-FD06-4F03-9BC8-60F8246723A3}" destId="{BF401A68-CC6F-43F2-8682-10BCA2DE814F}" srcOrd="2" destOrd="0" presId="urn:microsoft.com/office/officeart/2018/2/layout/IconLabelList"/>
    <dgm:cxn modelId="{8283FE92-2B39-4DF0-9944-9624D054E01D}" type="presParOf" srcId="{15DBE21E-3143-478F-8E4F-C6F18018F68E}" destId="{9EBD8309-D12F-4750-8F3E-46E28912B695}" srcOrd="3" destOrd="0" presId="urn:microsoft.com/office/officeart/2018/2/layout/IconLabelList"/>
    <dgm:cxn modelId="{DE212D15-46BC-4073-B29B-D88A7A75F9ED}" type="presParOf" srcId="{15DBE21E-3143-478F-8E4F-C6F18018F68E}" destId="{BA6DAAB3-547E-4F11-BF02-6682C5AAA1A1}" srcOrd="4" destOrd="0" presId="urn:microsoft.com/office/officeart/2018/2/layout/IconLabelList"/>
    <dgm:cxn modelId="{F9E33C0A-0492-4948-BA25-C7D930D964FE}" type="presParOf" srcId="{BA6DAAB3-547E-4F11-BF02-6682C5AAA1A1}" destId="{F6A1D8B7-1019-4697-B30E-0C74634C73DA}" srcOrd="0" destOrd="0" presId="urn:microsoft.com/office/officeart/2018/2/layout/IconLabelList"/>
    <dgm:cxn modelId="{401866DB-84ED-4ED3-A692-D6FAA2EFAC41}" type="presParOf" srcId="{BA6DAAB3-547E-4F11-BF02-6682C5AAA1A1}" destId="{453D90FA-9264-4BE3-9FC3-65EEF14C939A}" srcOrd="1" destOrd="0" presId="urn:microsoft.com/office/officeart/2018/2/layout/IconLabelList"/>
    <dgm:cxn modelId="{25759386-C131-48EF-AFE9-764E559DA2A9}" type="presParOf" srcId="{BA6DAAB3-547E-4F11-BF02-6682C5AAA1A1}" destId="{1895006A-4565-4B13-BDF0-5702CE7520BA}" srcOrd="2" destOrd="0" presId="urn:microsoft.com/office/officeart/2018/2/layout/IconLabelList"/>
    <dgm:cxn modelId="{BD12D732-9D29-4DEC-A706-9A4197273A51}" type="presParOf" srcId="{15DBE21E-3143-478F-8E4F-C6F18018F68E}" destId="{A3DE8B79-9B05-4FA2-B71D-E07776F4C94D}" srcOrd="5" destOrd="0" presId="urn:microsoft.com/office/officeart/2018/2/layout/IconLabelList"/>
    <dgm:cxn modelId="{11679907-D795-4289-A954-FC45E31B4D2C}" type="presParOf" srcId="{15DBE21E-3143-478F-8E4F-C6F18018F68E}" destId="{EB85C769-45DA-4F7F-9657-E9716AFFA8BB}" srcOrd="6" destOrd="0" presId="urn:microsoft.com/office/officeart/2018/2/layout/IconLabelList"/>
    <dgm:cxn modelId="{7C7B3FD8-B161-4A9D-AEA8-4C13BFE65CC0}" type="presParOf" srcId="{EB85C769-45DA-4F7F-9657-E9716AFFA8BB}" destId="{5C4E3A32-9AD2-4641-AE48-FDBB05B9C44D}" srcOrd="0" destOrd="0" presId="urn:microsoft.com/office/officeart/2018/2/layout/IconLabelList"/>
    <dgm:cxn modelId="{AEE3954A-8D78-4427-8FCD-6E1F4A275794}" type="presParOf" srcId="{EB85C769-45DA-4F7F-9657-E9716AFFA8BB}" destId="{17705A1B-701E-467E-BDD9-D61211A84C87}" srcOrd="1" destOrd="0" presId="urn:microsoft.com/office/officeart/2018/2/layout/IconLabelList"/>
    <dgm:cxn modelId="{12E2CBFC-DC84-4198-B6C1-0AA6453663EF}" type="presParOf" srcId="{EB85C769-45DA-4F7F-9657-E9716AFFA8BB}" destId="{DA78BB7A-5790-4F84-B816-D80972FCDDB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DEB8128-8E01-48D3-918A-E688BC40A507}"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F6E279E3-5333-4C17-BE45-039C9E9418DC}">
      <dgm:prSet/>
      <dgm:spPr/>
      <dgm:t>
        <a:bodyPr/>
        <a:lstStyle/>
        <a:p>
          <a:r>
            <a:rPr lang="en-MY" b="1"/>
            <a:t>Scalability</a:t>
          </a:r>
          <a:endParaRPr lang="en-US"/>
        </a:p>
      </dgm:t>
    </dgm:pt>
    <dgm:pt modelId="{6A345BCB-6EA9-4DAC-933E-9D4B85A6A4BA}" type="parTrans" cxnId="{73E1CA13-6778-4C61-BB06-9469F90459F9}">
      <dgm:prSet/>
      <dgm:spPr/>
      <dgm:t>
        <a:bodyPr/>
        <a:lstStyle/>
        <a:p>
          <a:endParaRPr lang="en-US"/>
        </a:p>
      </dgm:t>
    </dgm:pt>
    <dgm:pt modelId="{A84E1602-0545-4811-A9CE-68701DDCB6D0}" type="sibTrans" cxnId="{73E1CA13-6778-4C61-BB06-9469F90459F9}">
      <dgm:prSet/>
      <dgm:spPr/>
      <dgm:t>
        <a:bodyPr/>
        <a:lstStyle/>
        <a:p>
          <a:endParaRPr lang="en-US"/>
        </a:p>
      </dgm:t>
    </dgm:pt>
    <dgm:pt modelId="{2B72CCD1-2380-421A-A3C6-1820234D7C63}">
      <dgm:prSet/>
      <dgm:spPr/>
      <dgm:t>
        <a:bodyPr/>
        <a:lstStyle/>
        <a:p>
          <a:r>
            <a:rPr lang="en-MY"/>
            <a:t>Easily add or remove resources in response to traffic or workload changes</a:t>
          </a:r>
          <a:endParaRPr lang="en-US"/>
        </a:p>
      </dgm:t>
    </dgm:pt>
    <dgm:pt modelId="{5EA41743-1A0F-43FB-8E7F-CD0670B3B2BF}" type="parTrans" cxnId="{A11390A2-5BFA-441D-9B0C-3B059A63A038}">
      <dgm:prSet/>
      <dgm:spPr/>
      <dgm:t>
        <a:bodyPr/>
        <a:lstStyle/>
        <a:p>
          <a:endParaRPr lang="en-US"/>
        </a:p>
      </dgm:t>
    </dgm:pt>
    <dgm:pt modelId="{E309067A-05B2-4832-8EC7-83CFED3F57E6}" type="sibTrans" cxnId="{A11390A2-5BFA-441D-9B0C-3B059A63A038}">
      <dgm:prSet/>
      <dgm:spPr/>
      <dgm:t>
        <a:bodyPr/>
        <a:lstStyle/>
        <a:p>
          <a:endParaRPr lang="en-US"/>
        </a:p>
      </dgm:t>
    </dgm:pt>
    <dgm:pt modelId="{9FDE3EFB-32BB-4E78-88D9-1A7F2D94C6FE}">
      <dgm:prSet/>
      <dgm:spPr/>
      <dgm:t>
        <a:bodyPr/>
        <a:lstStyle/>
        <a:p>
          <a:r>
            <a:rPr lang="en-MY" b="1"/>
            <a:t>Agility</a:t>
          </a:r>
          <a:endParaRPr lang="en-US"/>
        </a:p>
      </dgm:t>
    </dgm:pt>
    <dgm:pt modelId="{CDC46285-6CCB-46EF-AA6A-434B2C05FA4A}" type="parTrans" cxnId="{ED3B174F-55D8-4A03-ADC1-E9FD4D6F7047}">
      <dgm:prSet/>
      <dgm:spPr/>
      <dgm:t>
        <a:bodyPr/>
        <a:lstStyle/>
        <a:p>
          <a:endParaRPr lang="en-US"/>
        </a:p>
      </dgm:t>
    </dgm:pt>
    <dgm:pt modelId="{0BD73631-45B3-4D10-8A34-41D3F359AEA6}" type="sibTrans" cxnId="{ED3B174F-55D8-4A03-ADC1-E9FD4D6F7047}">
      <dgm:prSet/>
      <dgm:spPr/>
      <dgm:t>
        <a:bodyPr/>
        <a:lstStyle/>
        <a:p>
          <a:endParaRPr lang="en-US"/>
        </a:p>
      </dgm:t>
    </dgm:pt>
    <dgm:pt modelId="{D109B9D5-B283-4578-8377-C55CAB25FDCC}">
      <dgm:prSet/>
      <dgm:spPr/>
      <dgm:t>
        <a:bodyPr/>
        <a:lstStyle/>
        <a:p>
          <a:r>
            <a:rPr lang="en-MY"/>
            <a:t>Faster deployment of new applications and updates</a:t>
          </a:r>
          <a:endParaRPr lang="en-US"/>
        </a:p>
      </dgm:t>
    </dgm:pt>
    <dgm:pt modelId="{E42007D4-7B13-497B-8165-6AF2B6B616C2}" type="parTrans" cxnId="{978E8BEC-A02C-4174-BE88-2FAE8B955C2A}">
      <dgm:prSet/>
      <dgm:spPr/>
      <dgm:t>
        <a:bodyPr/>
        <a:lstStyle/>
        <a:p>
          <a:endParaRPr lang="en-US"/>
        </a:p>
      </dgm:t>
    </dgm:pt>
    <dgm:pt modelId="{629D89C2-64FB-44B0-BA9C-55ABA0ECFA44}" type="sibTrans" cxnId="{978E8BEC-A02C-4174-BE88-2FAE8B955C2A}">
      <dgm:prSet/>
      <dgm:spPr/>
      <dgm:t>
        <a:bodyPr/>
        <a:lstStyle/>
        <a:p>
          <a:endParaRPr lang="en-US"/>
        </a:p>
      </dgm:t>
    </dgm:pt>
    <dgm:pt modelId="{B613849E-5ABF-4443-9BA7-42698867DC12}">
      <dgm:prSet/>
      <dgm:spPr/>
      <dgm:t>
        <a:bodyPr/>
        <a:lstStyle/>
        <a:p>
          <a:r>
            <a:rPr lang="en-MY" b="1"/>
            <a:t>Cost Optimization</a:t>
          </a:r>
          <a:endParaRPr lang="en-US"/>
        </a:p>
      </dgm:t>
    </dgm:pt>
    <dgm:pt modelId="{FC93B5A8-BFF1-45CA-85CC-4587CD631055}" type="parTrans" cxnId="{576209E7-FE26-4702-8BEA-D96CA22023FA}">
      <dgm:prSet/>
      <dgm:spPr/>
      <dgm:t>
        <a:bodyPr/>
        <a:lstStyle/>
        <a:p>
          <a:endParaRPr lang="en-US"/>
        </a:p>
      </dgm:t>
    </dgm:pt>
    <dgm:pt modelId="{DDBBAD74-4D53-4D78-BA46-315ACD20856B}" type="sibTrans" cxnId="{576209E7-FE26-4702-8BEA-D96CA22023FA}">
      <dgm:prSet/>
      <dgm:spPr/>
      <dgm:t>
        <a:bodyPr/>
        <a:lstStyle/>
        <a:p>
          <a:endParaRPr lang="en-US"/>
        </a:p>
      </dgm:t>
    </dgm:pt>
    <dgm:pt modelId="{859227AB-D3CF-401F-B5CD-2F6B1A35FE2B}">
      <dgm:prSet/>
      <dgm:spPr/>
      <dgm:t>
        <a:bodyPr/>
        <a:lstStyle/>
        <a:p>
          <a:r>
            <a:rPr lang="en-MY"/>
            <a:t>Pay only for the resources actually in use</a:t>
          </a:r>
          <a:endParaRPr lang="en-US"/>
        </a:p>
      </dgm:t>
    </dgm:pt>
    <dgm:pt modelId="{5CD98918-94DD-4BA0-BD42-C170E003C8AF}" type="parTrans" cxnId="{A9FFF300-F085-4296-AA1C-48EECFC95B79}">
      <dgm:prSet/>
      <dgm:spPr/>
      <dgm:t>
        <a:bodyPr/>
        <a:lstStyle/>
        <a:p>
          <a:endParaRPr lang="en-US"/>
        </a:p>
      </dgm:t>
    </dgm:pt>
    <dgm:pt modelId="{19154D91-ABEB-4F8C-9959-7DF94C6814E3}" type="sibTrans" cxnId="{A9FFF300-F085-4296-AA1C-48EECFC95B79}">
      <dgm:prSet/>
      <dgm:spPr/>
      <dgm:t>
        <a:bodyPr/>
        <a:lstStyle/>
        <a:p>
          <a:endParaRPr lang="en-US"/>
        </a:p>
      </dgm:t>
    </dgm:pt>
    <dgm:pt modelId="{F3F87138-D945-48F5-8EB6-4CBD201BEFAA}">
      <dgm:prSet/>
      <dgm:spPr/>
      <dgm:t>
        <a:bodyPr/>
        <a:lstStyle/>
        <a:p>
          <a:r>
            <a:rPr lang="en-MY" b="1"/>
            <a:t>Fault Tolerance</a:t>
          </a:r>
          <a:endParaRPr lang="en-US"/>
        </a:p>
      </dgm:t>
    </dgm:pt>
    <dgm:pt modelId="{9524D091-F1D6-4553-93FF-05362CC881A5}" type="parTrans" cxnId="{67678A11-A9AA-457B-BF03-041E0CBE51EE}">
      <dgm:prSet/>
      <dgm:spPr/>
      <dgm:t>
        <a:bodyPr/>
        <a:lstStyle/>
        <a:p>
          <a:endParaRPr lang="en-US"/>
        </a:p>
      </dgm:t>
    </dgm:pt>
    <dgm:pt modelId="{48A4812B-63D6-415E-B3C4-8CD1DB7E1230}" type="sibTrans" cxnId="{67678A11-A9AA-457B-BF03-041E0CBE51EE}">
      <dgm:prSet/>
      <dgm:spPr/>
      <dgm:t>
        <a:bodyPr/>
        <a:lstStyle/>
        <a:p>
          <a:endParaRPr lang="en-US"/>
        </a:p>
      </dgm:t>
    </dgm:pt>
    <dgm:pt modelId="{D7AEC7FF-44EF-4CE4-B5A4-50D865F99AAA}">
      <dgm:prSet/>
      <dgm:spPr/>
      <dgm:t>
        <a:bodyPr/>
        <a:lstStyle/>
        <a:p>
          <a:r>
            <a:rPr lang="en-MY"/>
            <a:t>Automatically shift workloads if a server or region fails</a:t>
          </a:r>
          <a:endParaRPr lang="en-US"/>
        </a:p>
      </dgm:t>
    </dgm:pt>
    <dgm:pt modelId="{AD15BD0F-CCB8-4DD2-ADA9-A38C9B365CD4}" type="parTrans" cxnId="{D1179FF5-9E14-449A-80B5-1E15814D7005}">
      <dgm:prSet/>
      <dgm:spPr/>
      <dgm:t>
        <a:bodyPr/>
        <a:lstStyle/>
        <a:p>
          <a:endParaRPr lang="en-US"/>
        </a:p>
      </dgm:t>
    </dgm:pt>
    <dgm:pt modelId="{2E1CE040-8A9E-4D5D-90B4-15A7348A62B3}" type="sibTrans" cxnId="{D1179FF5-9E14-449A-80B5-1E15814D7005}">
      <dgm:prSet/>
      <dgm:spPr/>
      <dgm:t>
        <a:bodyPr/>
        <a:lstStyle/>
        <a:p>
          <a:endParaRPr lang="en-US"/>
        </a:p>
      </dgm:t>
    </dgm:pt>
    <dgm:pt modelId="{F11F9D36-6F04-3D41-9CCE-CEE13AE7DE33}" type="pres">
      <dgm:prSet presAssocID="{9DEB8128-8E01-48D3-918A-E688BC40A507}" presName="Name0" presStyleCnt="0">
        <dgm:presLayoutVars>
          <dgm:dir/>
          <dgm:animLvl val="lvl"/>
          <dgm:resizeHandles val="exact"/>
        </dgm:presLayoutVars>
      </dgm:prSet>
      <dgm:spPr/>
    </dgm:pt>
    <dgm:pt modelId="{FD02C87D-B758-224B-A7A8-9EFF3761A567}" type="pres">
      <dgm:prSet presAssocID="{F6E279E3-5333-4C17-BE45-039C9E9418DC}" presName="composite" presStyleCnt="0"/>
      <dgm:spPr/>
    </dgm:pt>
    <dgm:pt modelId="{DD040402-F045-B74E-8E10-6D86D7E6E95E}" type="pres">
      <dgm:prSet presAssocID="{F6E279E3-5333-4C17-BE45-039C9E9418DC}" presName="parTx" presStyleLbl="alignNode1" presStyleIdx="0" presStyleCnt="4">
        <dgm:presLayoutVars>
          <dgm:chMax val="0"/>
          <dgm:chPref val="0"/>
          <dgm:bulletEnabled val="1"/>
        </dgm:presLayoutVars>
      </dgm:prSet>
      <dgm:spPr/>
    </dgm:pt>
    <dgm:pt modelId="{AD53B1D7-2349-AE40-B7E8-01E650AD9142}" type="pres">
      <dgm:prSet presAssocID="{F6E279E3-5333-4C17-BE45-039C9E9418DC}" presName="desTx" presStyleLbl="alignAccFollowNode1" presStyleIdx="0" presStyleCnt="4">
        <dgm:presLayoutVars>
          <dgm:bulletEnabled val="1"/>
        </dgm:presLayoutVars>
      </dgm:prSet>
      <dgm:spPr/>
    </dgm:pt>
    <dgm:pt modelId="{28EC5385-774E-0947-BD4A-7F0749A49DB1}" type="pres">
      <dgm:prSet presAssocID="{A84E1602-0545-4811-A9CE-68701DDCB6D0}" presName="space" presStyleCnt="0"/>
      <dgm:spPr/>
    </dgm:pt>
    <dgm:pt modelId="{D87356CD-69B6-4441-8F0D-AE14E0D34641}" type="pres">
      <dgm:prSet presAssocID="{9FDE3EFB-32BB-4E78-88D9-1A7F2D94C6FE}" presName="composite" presStyleCnt="0"/>
      <dgm:spPr/>
    </dgm:pt>
    <dgm:pt modelId="{042D87ED-34CF-6442-B587-5666EC108C68}" type="pres">
      <dgm:prSet presAssocID="{9FDE3EFB-32BB-4E78-88D9-1A7F2D94C6FE}" presName="parTx" presStyleLbl="alignNode1" presStyleIdx="1" presStyleCnt="4">
        <dgm:presLayoutVars>
          <dgm:chMax val="0"/>
          <dgm:chPref val="0"/>
          <dgm:bulletEnabled val="1"/>
        </dgm:presLayoutVars>
      </dgm:prSet>
      <dgm:spPr/>
    </dgm:pt>
    <dgm:pt modelId="{34EA8D79-70B5-C244-8EB4-D2B9C2BDFD48}" type="pres">
      <dgm:prSet presAssocID="{9FDE3EFB-32BB-4E78-88D9-1A7F2D94C6FE}" presName="desTx" presStyleLbl="alignAccFollowNode1" presStyleIdx="1" presStyleCnt="4">
        <dgm:presLayoutVars>
          <dgm:bulletEnabled val="1"/>
        </dgm:presLayoutVars>
      </dgm:prSet>
      <dgm:spPr/>
    </dgm:pt>
    <dgm:pt modelId="{25EA78BC-4E15-8D43-BEEB-39F5538E01B7}" type="pres">
      <dgm:prSet presAssocID="{0BD73631-45B3-4D10-8A34-41D3F359AEA6}" presName="space" presStyleCnt="0"/>
      <dgm:spPr/>
    </dgm:pt>
    <dgm:pt modelId="{1B493B4C-E926-964A-AA33-4CF7F6259DF8}" type="pres">
      <dgm:prSet presAssocID="{B613849E-5ABF-4443-9BA7-42698867DC12}" presName="composite" presStyleCnt="0"/>
      <dgm:spPr/>
    </dgm:pt>
    <dgm:pt modelId="{39493C81-A55C-B341-8F3D-835024338EC0}" type="pres">
      <dgm:prSet presAssocID="{B613849E-5ABF-4443-9BA7-42698867DC12}" presName="parTx" presStyleLbl="alignNode1" presStyleIdx="2" presStyleCnt="4">
        <dgm:presLayoutVars>
          <dgm:chMax val="0"/>
          <dgm:chPref val="0"/>
          <dgm:bulletEnabled val="1"/>
        </dgm:presLayoutVars>
      </dgm:prSet>
      <dgm:spPr/>
    </dgm:pt>
    <dgm:pt modelId="{3E14F37B-78C8-7947-8741-A509CA91D9D4}" type="pres">
      <dgm:prSet presAssocID="{B613849E-5ABF-4443-9BA7-42698867DC12}" presName="desTx" presStyleLbl="alignAccFollowNode1" presStyleIdx="2" presStyleCnt="4">
        <dgm:presLayoutVars>
          <dgm:bulletEnabled val="1"/>
        </dgm:presLayoutVars>
      </dgm:prSet>
      <dgm:spPr/>
    </dgm:pt>
    <dgm:pt modelId="{71072BAC-701B-3D44-B718-3A1BC363AD00}" type="pres">
      <dgm:prSet presAssocID="{DDBBAD74-4D53-4D78-BA46-315ACD20856B}" presName="space" presStyleCnt="0"/>
      <dgm:spPr/>
    </dgm:pt>
    <dgm:pt modelId="{183F82E8-6A4F-7A4E-9A8D-BC9D3189A2DF}" type="pres">
      <dgm:prSet presAssocID="{F3F87138-D945-48F5-8EB6-4CBD201BEFAA}" presName="composite" presStyleCnt="0"/>
      <dgm:spPr/>
    </dgm:pt>
    <dgm:pt modelId="{C6411D33-F74D-4449-95FB-69433835056E}" type="pres">
      <dgm:prSet presAssocID="{F3F87138-D945-48F5-8EB6-4CBD201BEFAA}" presName="parTx" presStyleLbl="alignNode1" presStyleIdx="3" presStyleCnt="4">
        <dgm:presLayoutVars>
          <dgm:chMax val="0"/>
          <dgm:chPref val="0"/>
          <dgm:bulletEnabled val="1"/>
        </dgm:presLayoutVars>
      </dgm:prSet>
      <dgm:spPr/>
    </dgm:pt>
    <dgm:pt modelId="{A96971CF-B1F4-DF41-B5D2-32042571E695}" type="pres">
      <dgm:prSet presAssocID="{F3F87138-D945-48F5-8EB6-4CBD201BEFAA}" presName="desTx" presStyleLbl="alignAccFollowNode1" presStyleIdx="3" presStyleCnt="4">
        <dgm:presLayoutVars>
          <dgm:bulletEnabled val="1"/>
        </dgm:presLayoutVars>
      </dgm:prSet>
      <dgm:spPr/>
    </dgm:pt>
  </dgm:ptLst>
  <dgm:cxnLst>
    <dgm:cxn modelId="{A9FFF300-F085-4296-AA1C-48EECFC95B79}" srcId="{B613849E-5ABF-4443-9BA7-42698867DC12}" destId="{859227AB-D3CF-401F-B5CD-2F6B1A35FE2B}" srcOrd="0" destOrd="0" parTransId="{5CD98918-94DD-4BA0-BD42-C170E003C8AF}" sibTransId="{19154D91-ABEB-4F8C-9959-7DF94C6814E3}"/>
    <dgm:cxn modelId="{67678A11-A9AA-457B-BF03-041E0CBE51EE}" srcId="{9DEB8128-8E01-48D3-918A-E688BC40A507}" destId="{F3F87138-D945-48F5-8EB6-4CBD201BEFAA}" srcOrd="3" destOrd="0" parTransId="{9524D091-F1D6-4553-93FF-05362CC881A5}" sibTransId="{48A4812B-63D6-415E-B3C4-8CD1DB7E1230}"/>
    <dgm:cxn modelId="{73E1CA13-6778-4C61-BB06-9469F90459F9}" srcId="{9DEB8128-8E01-48D3-918A-E688BC40A507}" destId="{F6E279E3-5333-4C17-BE45-039C9E9418DC}" srcOrd="0" destOrd="0" parTransId="{6A345BCB-6EA9-4DAC-933E-9D4B85A6A4BA}" sibTransId="{A84E1602-0545-4811-A9CE-68701DDCB6D0}"/>
    <dgm:cxn modelId="{F6DB2D1B-774A-3244-8805-DDEDD59BB654}" type="presOf" srcId="{B613849E-5ABF-4443-9BA7-42698867DC12}" destId="{39493C81-A55C-B341-8F3D-835024338EC0}" srcOrd="0" destOrd="0" presId="urn:microsoft.com/office/officeart/2005/8/layout/hList1"/>
    <dgm:cxn modelId="{ED3B174F-55D8-4A03-ADC1-E9FD4D6F7047}" srcId="{9DEB8128-8E01-48D3-918A-E688BC40A507}" destId="{9FDE3EFB-32BB-4E78-88D9-1A7F2D94C6FE}" srcOrd="1" destOrd="0" parTransId="{CDC46285-6CCB-46EF-AA6A-434B2C05FA4A}" sibTransId="{0BD73631-45B3-4D10-8A34-41D3F359AEA6}"/>
    <dgm:cxn modelId="{93A93E7B-9C0C-FA4A-98CE-356573A4CC54}" type="presOf" srcId="{9FDE3EFB-32BB-4E78-88D9-1A7F2D94C6FE}" destId="{042D87ED-34CF-6442-B587-5666EC108C68}" srcOrd="0" destOrd="0" presId="urn:microsoft.com/office/officeart/2005/8/layout/hList1"/>
    <dgm:cxn modelId="{D4D93388-54F2-0942-9997-CC09FF93B9AF}" type="presOf" srcId="{2B72CCD1-2380-421A-A3C6-1820234D7C63}" destId="{AD53B1D7-2349-AE40-B7E8-01E650AD9142}" srcOrd="0" destOrd="0" presId="urn:microsoft.com/office/officeart/2005/8/layout/hList1"/>
    <dgm:cxn modelId="{3C42F39B-F0C9-2B47-A4BA-E5FF45577FE9}" type="presOf" srcId="{859227AB-D3CF-401F-B5CD-2F6B1A35FE2B}" destId="{3E14F37B-78C8-7947-8741-A509CA91D9D4}" srcOrd="0" destOrd="0" presId="urn:microsoft.com/office/officeart/2005/8/layout/hList1"/>
    <dgm:cxn modelId="{A11390A2-5BFA-441D-9B0C-3B059A63A038}" srcId="{F6E279E3-5333-4C17-BE45-039C9E9418DC}" destId="{2B72CCD1-2380-421A-A3C6-1820234D7C63}" srcOrd="0" destOrd="0" parTransId="{5EA41743-1A0F-43FB-8E7F-CD0670B3B2BF}" sibTransId="{E309067A-05B2-4832-8EC7-83CFED3F57E6}"/>
    <dgm:cxn modelId="{27EA28B3-1B52-9C48-AF30-3C68F8E4F6EF}" type="presOf" srcId="{F6E279E3-5333-4C17-BE45-039C9E9418DC}" destId="{DD040402-F045-B74E-8E10-6D86D7E6E95E}" srcOrd="0" destOrd="0" presId="urn:microsoft.com/office/officeart/2005/8/layout/hList1"/>
    <dgm:cxn modelId="{7DA96AB7-A2DD-9F47-A5F5-836040E5ABD0}" type="presOf" srcId="{F3F87138-D945-48F5-8EB6-4CBD201BEFAA}" destId="{C6411D33-F74D-4449-95FB-69433835056E}" srcOrd="0" destOrd="0" presId="urn:microsoft.com/office/officeart/2005/8/layout/hList1"/>
    <dgm:cxn modelId="{27454BC2-4CA3-CB46-A304-E187ED446AD0}" type="presOf" srcId="{9DEB8128-8E01-48D3-918A-E688BC40A507}" destId="{F11F9D36-6F04-3D41-9CCE-CEE13AE7DE33}" srcOrd="0" destOrd="0" presId="urn:microsoft.com/office/officeart/2005/8/layout/hList1"/>
    <dgm:cxn modelId="{CBBC4CE0-5D93-4A41-B7C0-04503E9E1313}" type="presOf" srcId="{D7AEC7FF-44EF-4CE4-B5A4-50D865F99AAA}" destId="{A96971CF-B1F4-DF41-B5D2-32042571E695}" srcOrd="0" destOrd="0" presId="urn:microsoft.com/office/officeart/2005/8/layout/hList1"/>
    <dgm:cxn modelId="{558C81E6-6A00-E240-9B34-AF3C61ED3C8D}" type="presOf" srcId="{D109B9D5-B283-4578-8377-C55CAB25FDCC}" destId="{34EA8D79-70B5-C244-8EB4-D2B9C2BDFD48}" srcOrd="0" destOrd="0" presId="urn:microsoft.com/office/officeart/2005/8/layout/hList1"/>
    <dgm:cxn modelId="{576209E7-FE26-4702-8BEA-D96CA22023FA}" srcId="{9DEB8128-8E01-48D3-918A-E688BC40A507}" destId="{B613849E-5ABF-4443-9BA7-42698867DC12}" srcOrd="2" destOrd="0" parTransId="{FC93B5A8-BFF1-45CA-85CC-4587CD631055}" sibTransId="{DDBBAD74-4D53-4D78-BA46-315ACD20856B}"/>
    <dgm:cxn modelId="{978E8BEC-A02C-4174-BE88-2FAE8B955C2A}" srcId="{9FDE3EFB-32BB-4E78-88D9-1A7F2D94C6FE}" destId="{D109B9D5-B283-4578-8377-C55CAB25FDCC}" srcOrd="0" destOrd="0" parTransId="{E42007D4-7B13-497B-8165-6AF2B6B616C2}" sibTransId="{629D89C2-64FB-44B0-BA9C-55ABA0ECFA44}"/>
    <dgm:cxn modelId="{D1179FF5-9E14-449A-80B5-1E15814D7005}" srcId="{F3F87138-D945-48F5-8EB6-4CBD201BEFAA}" destId="{D7AEC7FF-44EF-4CE4-B5A4-50D865F99AAA}" srcOrd="0" destOrd="0" parTransId="{AD15BD0F-CCB8-4DD2-ADA9-A38C9B365CD4}" sibTransId="{2E1CE040-8A9E-4D5D-90B4-15A7348A62B3}"/>
    <dgm:cxn modelId="{DD00A11D-0B8E-974C-85DC-82A24BBBB474}" type="presParOf" srcId="{F11F9D36-6F04-3D41-9CCE-CEE13AE7DE33}" destId="{FD02C87D-B758-224B-A7A8-9EFF3761A567}" srcOrd="0" destOrd="0" presId="urn:microsoft.com/office/officeart/2005/8/layout/hList1"/>
    <dgm:cxn modelId="{EB044814-C6AD-BC4B-B733-53CC4510CBC7}" type="presParOf" srcId="{FD02C87D-B758-224B-A7A8-9EFF3761A567}" destId="{DD040402-F045-B74E-8E10-6D86D7E6E95E}" srcOrd="0" destOrd="0" presId="urn:microsoft.com/office/officeart/2005/8/layout/hList1"/>
    <dgm:cxn modelId="{7D466471-7894-1440-ADC0-86525B73DBD3}" type="presParOf" srcId="{FD02C87D-B758-224B-A7A8-9EFF3761A567}" destId="{AD53B1D7-2349-AE40-B7E8-01E650AD9142}" srcOrd="1" destOrd="0" presId="urn:microsoft.com/office/officeart/2005/8/layout/hList1"/>
    <dgm:cxn modelId="{7175524E-C732-4C44-A14F-6002419B34BF}" type="presParOf" srcId="{F11F9D36-6F04-3D41-9CCE-CEE13AE7DE33}" destId="{28EC5385-774E-0947-BD4A-7F0749A49DB1}" srcOrd="1" destOrd="0" presId="urn:microsoft.com/office/officeart/2005/8/layout/hList1"/>
    <dgm:cxn modelId="{BB0BCA2A-A1D7-4B48-ACF0-C807D413A9E1}" type="presParOf" srcId="{F11F9D36-6F04-3D41-9CCE-CEE13AE7DE33}" destId="{D87356CD-69B6-4441-8F0D-AE14E0D34641}" srcOrd="2" destOrd="0" presId="urn:microsoft.com/office/officeart/2005/8/layout/hList1"/>
    <dgm:cxn modelId="{CE5DE4EB-8DEA-7441-AB6B-61EF1729CE7F}" type="presParOf" srcId="{D87356CD-69B6-4441-8F0D-AE14E0D34641}" destId="{042D87ED-34CF-6442-B587-5666EC108C68}" srcOrd="0" destOrd="0" presId="urn:microsoft.com/office/officeart/2005/8/layout/hList1"/>
    <dgm:cxn modelId="{2A624296-96CE-DC40-8083-D3142A2DB5BB}" type="presParOf" srcId="{D87356CD-69B6-4441-8F0D-AE14E0D34641}" destId="{34EA8D79-70B5-C244-8EB4-D2B9C2BDFD48}" srcOrd="1" destOrd="0" presId="urn:microsoft.com/office/officeart/2005/8/layout/hList1"/>
    <dgm:cxn modelId="{D7367202-6C7F-0345-9060-473C3543E0CA}" type="presParOf" srcId="{F11F9D36-6F04-3D41-9CCE-CEE13AE7DE33}" destId="{25EA78BC-4E15-8D43-BEEB-39F5538E01B7}" srcOrd="3" destOrd="0" presId="urn:microsoft.com/office/officeart/2005/8/layout/hList1"/>
    <dgm:cxn modelId="{656764D8-AE48-A24C-86E3-12A8D14B0159}" type="presParOf" srcId="{F11F9D36-6F04-3D41-9CCE-CEE13AE7DE33}" destId="{1B493B4C-E926-964A-AA33-4CF7F6259DF8}" srcOrd="4" destOrd="0" presId="urn:microsoft.com/office/officeart/2005/8/layout/hList1"/>
    <dgm:cxn modelId="{9B0D26AC-FD2F-7D43-8B70-B50732515C7E}" type="presParOf" srcId="{1B493B4C-E926-964A-AA33-4CF7F6259DF8}" destId="{39493C81-A55C-B341-8F3D-835024338EC0}" srcOrd="0" destOrd="0" presId="urn:microsoft.com/office/officeart/2005/8/layout/hList1"/>
    <dgm:cxn modelId="{8DB55356-04ED-5449-87AD-36C358D8F5E3}" type="presParOf" srcId="{1B493B4C-E926-964A-AA33-4CF7F6259DF8}" destId="{3E14F37B-78C8-7947-8741-A509CA91D9D4}" srcOrd="1" destOrd="0" presId="urn:microsoft.com/office/officeart/2005/8/layout/hList1"/>
    <dgm:cxn modelId="{E7DEB6E0-42FF-9A40-8CC7-34AAC93F7125}" type="presParOf" srcId="{F11F9D36-6F04-3D41-9CCE-CEE13AE7DE33}" destId="{71072BAC-701B-3D44-B718-3A1BC363AD00}" srcOrd="5" destOrd="0" presId="urn:microsoft.com/office/officeart/2005/8/layout/hList1"/>
    <dgm:cxn modelId="{5572D10D-DBCA-0A48-A119-00C6C794BF49}" type="presParOf" srcId="{F11F9D36-6F04-3D41-9CCE-CEE13AE7DE33}" destId="{183F82E8-6A4F-7A4E-9A8D-BC9D3189A2DF}" srcOrd="6" destOrd="0" presId="urn:microsoft.com/office/officeart/2005/8/layout/hList1"/>
    <dgm:cxn modelId="{70E6AECC-E2A2-4B4B-ABD5-F49EB8EDD5CA}" type="presParOf" srcId="{183F82E8-6A4F-7A4E-9A8D-BC9D3189A2DF}" destId="{C6411D33-F74D-4449-95FB-69433835056E}" srcOrd="0" destOrd="0" presId="urn:microsoft.com/office/officeart/2005/8/layout/hList1"/>
    <dgm:cxn modelId="{11F8558A-0028-D146-9248-51D368400B9B}" type="presParOf" srcId="{183F82E8-6A4F-7A4E-9A8D-BC9D3189A2DF}" destId="{A96971CF-B1F4-DF41-B5D2-32042571E69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ED5F57D-344C-443F-922D-6879BAC8B51D}"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D6CB9AF1-3A0F-48EE-824A-74AB325280EA}">
      <dgm:prSet/>
      <dgm:spPr/>
      <dgm:t>
        <a:bodyPr/>
        <a:lstStyle/>
        <a:p>
          <a:pPr>
            <a:defRPr b="1"/>
          </a:pPr>
          <a:r>
            <a:rPr lang="en-MY" b="1"/>
            <a:t>Complexity</a:t>
          </a:r>
          <a:endParaRPr lang="en-US"/>
        </a:p>
      </dgm:t>
    </dgm:pt>
    <dgm:pt modelId="{182066EB-1BAE-474E-B8E5-515E1DC0668D}" type="parTrans" cxnId="{87207C3F-EF4C-4950-A51F-2CE48C5379A5}">
      <dgm:prSet/>
      <dgm:spPr/>
      <dgm:t>
        <a:bodyPr/>
        <a:lstStyle/>
        <a:p>
          <a:endParaRPr lang="en-US"/>
        </a:p>
      </dgm:t>
    </dgm:pt>
    <dgm:pt modelId="{1D4D7D41-F8D2-4E77-B94A-73900FBDB65F}" type="sibTrans" cxnId="{87207C3F-EF4C-4950-A51F-2CE48C5379A5}">
      <dgm:prSet/>
      <dgm:spPr/>
      <dgm:t>
        <a:bodyPr/>
        <a:lstStyle/>
        <a:p>
          <a:endParaRPr lang="en-US"/>
        </a:p>
      </dgm:t>
    </dgm:pt>
    <dgm:pt modelId="{9B1A203A-1BDF-45A9-A80B-2A52C3DF132F}">
      <dgm:prSet/>
      <dgm:spPr/>
      <dgm:t>
        <a:bodyPr/>
        <a:lstStyle/>
        <a:p>
          <a:r>
            <a:rPr lang="en-MY"/>
            <a:t>Multiple layers of abstraction can be difficult to manage</a:t>
          </a:r>
          <a:endParaRPr lang="en-US"/>
        </a:p>
      </dgm:t>
    </dgm:pt>
    <dgm:pt modelId="{4AAFAFD2-83AD-4ED0-9BC4-BEFF60F4B7A1}" type="parTrans" cxnId="{6C9AFAF9-B2F9-4881-A85C-48A162050BF7}">
      <dgm:prSet/>
      <dgm:spPr/>
      <dgm:t>
        <a:bodyPr/>
        <a:lstStyle/>
        <a:p>
          <a:endParaRPr lang="en-US"/>
        </a:p>
      </dgm:t>
    </dgm:pt>
    <dgm:pt modelId="{7E0C59BC-F484-417F-934D-7AFEB8110946}" type="sibTrans" cxnId="{6C9AFAF9-B2F9-4881-A85C-48A162050BF7}">
      <dgm:prSet/>
      <dgm:spPr/>
      <dgm:t>
        <a:bodyPr/>
        <a:lstStyle/>
        <a:p>
          <a:endParaRPr lang="en-US"/>
        </a:p>
      </dgm:t>
    </dgm:pt>
    <dgm:pt modelId="{2EFD495E-3C88-4324-BEB3-5597BA83D0D6}">
      <dgm:prSet/>
      <dgm:spPr/>
      <dgm:t>
        <a:bodyPr/>
        <a:lstStyle/>
        <a:p>
          <a:pPr>
            <a:defRPr b="1"/>
          </a:pPr>
          <a:r>
            <a:rPr lang="en-MY" b="1"/>
            <a:t>Skill Gap</a:t>
          </a:r>
          <a:endParaRPr lang="en-US"/>
        </a:p>
      </dgm:t>
    </dgm:pt>
    <dgm:pt modelId="{A394138B-B07F-4FE5-AFDF-AF521AD6C1AC}" type="parTrans" cxnId="{4276D37E-02A1-44E6-B563-E537B82101DD}">
      <dgm:prSet/>
      <dgm:spPr/>
      <dgm:t>
        <a:bodyPr/>
        <a:lstStyle/>
        <a:p>
          <a:endParaRPr lang="en-US"/>
        </a:p>
      </dgm:t>
    </dgm:pt>
    <dgm:pt modelId="{32C1803B-1576-480F-93E8-C84C884294FD}" type="sibTrans" cxnId="{4276D37E-02A1-44E6-B563-E537B82101DD}">
      <dgm:prSet/>
      <dgm:spPr/>
      <dgm:t>
        <a:bodyPr/>
        <a:lstStyle/>
        <a:p>
          <a:endParaRPr lang="en-US"/>
        </a:p>
      </dgm:t>
    </dgm:pt>
    <dgm:pt modelId="{5B597A06-8CC1-4C1B-B4E8-524B2DCFD2F6}">
      <dgm:prSet/>
      <dgm:spPr/>
      <dgm:t>
        <a:bodyPr/>
        <a:lstStyle/>
        <a:p>
          <a:r>
            <a:rPr lang="en-MY"/>
            <a:t>Advanced knowledge required for automation/orchestration tools</a:t>
          </a:r>
          <a:endParaRPr lang="en-US"/>
        </a:p>
      </dgm:t>
    </dgm:pt>
    <dgm:pt modelId="{9EE7DC02-304C-4AD4-9D5E-A20AA1133DE8}" type="parTrans" cxnId="{7C735FFE-C9A6-4DC0-96E1-8FA055024C3C}">
      <dgm:prSet/>
      <dgm:spPr/>
      <dgm:t>
        <a:bodyPr/>
        <a:lstStyle/>
        <a:p>
          <a:endParaRPr lang="en-US"/>
        </a:p>
      </dgm:t>
    </dgm:pt>
    <dgm:pt modelId="{D8930F52-5C36-4E29-A659-EC7387B05B1E}" type="sibTrans" cxnId="{7C735FFE-C9A6-4DC0-96E1-8FA055024C3C}">
      <dgm:prSet/>
      <dgm:spPr/>
      <dgm:t>
        <a:bodyPr/>
        <a:lstStyle/>
        <a:p>
          <a:endParaRPr lang="en-US"/>
        </a:p>
      </dgm:t>
    </dgm:pt>
    <dgm:pt modelId="{B8607D58-5DEE-40E8-B5F3-F31393409A53}">
      <dgm:prSet/>
      <dgm:spPr/>
      <dgm:t>
        <a:bodyPr/>
        <a:lstStyle/>
        <a:p>
          <a:pPr>
            <a:defRPr b="1"/>
          </a:pPr>
          <a:r>
            <a:rPr lang="en-MY" b="1"/>
            <a:t>Governance</a:t>
          </a:r>
          <a:endParaRPr lang="en-US"/>
        </a:p>
      </dgm:t>
    </dgm:pt>
    <dgm:pt modelId="{9AFEC02D-3F4B-4AE3-95FE-5E566DF08F5F}" type="parTrans" cxnId="{E070B0C1-272D-4CB9-ABD6-0F447445DCE9}">
      <dgm:prSet/>
      <dgm:spPr/>
      <dgm:t>
        <a:bodyPr/>
        <a:lstStyle/>
        <a:p>
          <a:endParaRPr lang="en-US"/>
        </a:p>
      </dgm:t>
    </dgm:pt>
    <dgm:pt modelId="{4A4DAAC2-76BF-43C0-9DA4-63B75843532F}" type="sibTrans" cxnId="{E070B0C1-272D-4CB9-ABD6-0F447445DCE9}">
      <dgm:prSet/>
      <dgm:spPr/>
      <dgm:t>
        <a:bodyPr/>
        <a:lstStyle/>
        <a:p>
          <a:endParaRPr lang="en-US"/>
        </a:p>
      </dgm:t>
    </dgm:pt>
    <dgm:pt modelId="{B5481B84-CADD-4A53-A336-4F0AD604D5B7}">
      <dgm:prSet/>
      <dgm:spPr/>
      <dgm:t>
        <a:bodyPr/>
        <a:lstStyle/>
        <a:p>
          <a:r>
            <a:rPr lang="en-MY"/>
            <a:t>Ensuring compliance and security policies in rapidly changing environments</a:t>
          </a:r>
          <a:endParaRPr lang="en-US"/>
        </a:p>
      </dgm:t>
    </dgm:pt>
    <dgm:pt modelId="{8DAA51AF-3680-41B6-ABD6-EFBDD5BBA6E8}" type="parTrans" cxnId="{933CFC51-8FAC-4F9E-B66C-647254D088EC}">
      <dgm:prSet/>
      <dgm:spPr/>
      <dgm:t>
        <a:bodyPr/>
        <a:lstStyle/>
        <a:p>
          <a:endParaRPr lang="en-US"/>
        </a:p>
      </dgm:t>
    </dgm:pt>
    <dgm:pt modelId="{2ADB13EF-6764-46F0-A0E4-22273526C59F}" type="sibTrans" cxnId="{933CFC51-8FAC-4F9E-B66C-647254D088EC}">
      <dgm:prSet/>
      <dgm:spPr/>
      <dgm:t>
        <a:bodyPr/>
        <a:lstStyle/>
        <a:p>
          <a:endParaRPr lang="en-US"/>
        </a:p>
      </dgm:t>
    </dgm:pt>
    <dgm:pt modelId="{A0845788-DBDF-4A48-BBD1-4706A0BBB3EA}">
      <dgm:prSet/>
      <dgm:spPr/>
      <dgm:t>
        <a:bodyPr/>
        <a:lstStyle/>
        <a:p>
          <a:pPr>
            <a:defRPr b="1"/>
          </a:pPr>
          <a:r>
            <a:rPr lang="en-MY" b="1"/>
            <a:t>Monitoring &amp; Debugging</a:t>
          </a:r>
          <a:endParaRPr lang="en-US"/>
        </a:p>
      </dgm:t>
    </dgm:pt>
    <dgm:pt modelId="{39B1C151-7298-46E9-9553-AB57CE5A33BC}" type="parTrans" cxnId="{8834E902-C1E3-49CA-B581-14B900B63053}">
      <dgm:prSet/>
      <dgm:spPr/>
      <dgm:t>
        <a:bodyPr/>
        <a:lstStyle/>
        <a:p>
          <a:endParaRPr lang="en-US"/>
        </a:p>
      </dgm:t>
    </dgm:pt>
    <dgm:pt modelId="{18E9A562-2300-47DC-B88C-FE3BC3FEE502}" type="sibTrans" cxnId="{8834E902-C1E3-49CA-B581-14B900B63053}">
      <dgm:prSet/>
      <dgm:spPr/>
      <dgm:t>
        <a:bodyPr/>
        <a:lstStyle/>
        <a:p>
          <a:endParaRPr lang="en-US"/>
        </a:p>
      </dgm:t>
    </dgm:pt>
    <dgm:pt modelId="{D30B6A5C-7F26-45BC-BFFE-5C97D9369B7D}">
      <dgm:prSet/>
      <dgm:spPr/>
      <dgm:t>
        <a:bodyPr/>
        <a:lstStyle/>
        <a:p>
          <a:r>
            <a:rPr lang="en-MY"/>
            <a:t>Dynamic scaling can make troubleshooting more complex</a:t>
          </a:r>
          <a:endParaRPr lang="en-US"/>
        </a:p>
      </dgm:t>
    </dgm:pt>
    <dgm:pt modelId="{B3007D6C-4369-4046-AF56-6EA69D87A3C4}" type="parTrans" cxnId="{006A43E6-B8D9-4A57-BD60-FE71B3423DC0}">
      <dgm:prSet/>
      <dgm:spPr/>
      <dgm:t>
        <a:bodyPr/>
        <a:lstStyle/>
        <a:p>
          <a:endParaRPr lang="en-US"/>
        </a:p>
      </dgm:t>
    </dgm:pt>
    <dgm:pt modelId="{DED5A404-57A4-42E4-9620-71A9E2682E4C}" type="sibTrans" cxnId="{006A43E6-B8D9-4A57-BD60-FE71B3423DC0}">
      <dgm:prSet/>
      <dgm:spPr/>
      <dgm:t>
        <a:bodyPr/>
        <a:lstStyle/>
        <a:p>
          <a:endParaRPr lang="en-US"/>
        </a:p>
      </dgm:t>
    </dgm:pt>
    <dgm:pt modelId="{B2175121-4D29-4BD8-9430-2D541F4E64D9}" type="pres">
      <dgm:prSet presAssocID="{9ED5F57D-344C-443F-922D-6879BAC8B51D}" presName="root" presStyleCnt="0">
        <dgm:presLayoutVars>
          <dgm:dir/>
          <dgm:resizeHandles val="exact"/>
        </dgm:presLayoutVars>
      </dgm:prSet>
      <dgm:spPr/>
    </dgm:pt>
    <dgm:pt modelId="{B7A051B3-0DE0-4A46-ACD9-3AC555E300DF}" type="pres">
      <dgm:prSet presAssocID="{D6CB9AF1-3A0F-48EE-824A-74AB325280EA}" presName="compNode" presStyleCnt="0"/>
      <dgm:spPr/>
    </dgm:pt>
    <dgm:pt modelId="{D17D5A77-C4B0-40ED-A0F3-2C81E937DABD}" type="pres">
      <dgm:prSet presAssocID="{D6CB9AF1-3A0F-48EE-824A-74AB325280E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9CCAE707-DD2D-49D2-A097-D8BB2E586A88}" type="pres">
      <dgm:prSet presAssocID="{D6CB9AF1-3A0F-48EE-824A-74AB325280EA}" presName="iconSpace" presStyleCnt="0"/>
      <dgm:spPr/>
    </dgm:pt>
    <dgm:pt modelId="{8ABBB5D0-C916-468D-A273-E3E5906238CD}" type="pres">
      <dgm:prSet presAssocID="{D6CB9AF1-3A0F-48EE-824A-74AB325280EA}" presName="parTx" presStyleLbl="revTx" presStyleIdx="0" presStyleCnt="8">
        <dgm:presLayoutVars>
          <dgm:chMax val="0"/>
          <dgm:chPref val="0"/>
        </dgm:presLayoutVars>
      </dgm:prSet>
      <dgm:spPr/>
    </dgm:pt>
    <dgm:pt modelId="{6ECE0486-C84D-4804-801A-FED8B6FAD588}" type="pres">
      <dgm:prSet presAssocID="{D6CB9AF1-3A0F-48EE-824A-74AB325280EA}" presName="txSpace" presStyleCnt="0"/>
      <dgm:spPr/>
    </dgm:pt>
    <dgm:pt modelId="{7F150B85-95CB-4947-8ED0-FC32BEED6060}" type="pres">
      <dgm:prSet presAssocID="{D6CB9AF1-3A0F-48EE-824A-74AB325280EA}" presName="desTx" presStyleLbl="revTx" presStyleIdx="1" presStyleCnt="8">
        <dgm:presLayoutVars/>
      </dgm:prSet>
      <dgm:spPr/>
    </dgm:pt>
    <dgm:pt modelId="{FD6FDCC2-B4C1-462E-83B9-3D59B8103514}" type="pres">
      <dgm:prSet presAssocID="{1D4D7D41-F8D2-4E77-B94A-73900FBDB65F}" presName="sibTrans" presStyleCnt="0"/>
      <dgm:spPr/>
    </dgm:pt>
    <dgm:pt modelId="{2A9B1E9A-2AC2-4D8F-BD53-853BAF2D01A0}" type="pres">
      <dgm:prSet presAssocID="{2EFD495E-3C88-4324-BEB3-5597BA83D0D6}" presName="compNode" presStyleCnt="0"/>
      <dgm:spPr/>
    </dgm:pt>
    <dgm:pt modelId="{AF75241F-94C3-488D-818B-7302350F5CCD}" type="pres">
      <dgm:prSet presAssocID="{2EFD495E-3C88-4324-BEB3-5597BA83D0D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4F513C86-9CF8-4A71-A424-2DB662F9E1F3}" type="pres">
      <dgm:prSet presAssocID="{2EFD495E-3C88-4324-BEB3-5597BA83D0D6}" presName="iconSpace" presStyleCnt="0"/>
      <dgm:spPr/>
    </dgm:pt>
    <dgm:pt modelId="{C2B51A26-8403-430B-B77A-48CED650D00C}" type="pres">
      <dgm:prSet presAssocID="{2EFD495E-3C88-4324-BEB3-5597BA83D0D6}" presName="parTx" presStyleLbl="revTx" presStyleIdx="2" presStyleCnt="8">
        <dgm:presLayoutVars>
          <dgm:chMax val="0"/>
          <dgm:chPref val="0"/>
        </dgm:presLayoutVars>
      </dgm:prSet>
      <dgm:spPr/>
    </dgm:pt>
    <dgm:pt modelId="{A9FB5F9B-2F72-4F11-8AA8-245A7B3F2125}" type="pres">
      <dgm:prSet presAssocID="{2EFD495E-3C88-4324-BEB3-5597BA83D0D6}" presName="txSpace" presStyleCnt="0"/>
      <dgm:spPr/>
    </dgm:pt>
    <dgm:pt modelId="{0C324D78-87EC-4167-A9F2-92EC15DB7E59}" type="pres">
      <dgm:prSet presAssocID="{2EFD495E-3C88-4324-BEB3-5597BA83D0D6}" presName="desTx" presStyleLbl="revTx" presStyleIdx="3" presStyleCnt="8">
        <dgm:presLayoutVars/>
      </dgm:prSet>
      <dgm:spPr/>
    </dgm:pt>
    <dgm:pt modelId="{3AA2D65A-B36D-42DF-B940-0DCB824E2C54}" type="pres">
      <dgm:prSet presAssocID="{32C1803B-1576-480F-93E8-C84C884294FD}" presName="sibTrans" presStyleCnt="0"/>
      <dgm:spPr/>
    </dgm:pt>
    <dgm:pt modelId="{7ED85ED1-E309-4E23-BD82-AE198241BB99}" type="pres">
      <dgm:prSet presAssocID="{B8607D58-5DEE-40E8-B5F3-F31393409A53}" presName="compNode" presStyleCnt="0"/>
      <dgm:spPr/>
    </dgm:pt>
    <dgm:pt modelId="{D0B78C6A-D725-4E55-94EE-4985910BE313}" type="pres">
      <dgm:prSet presAssocID="{B8607D58-5DEE-40E8-B5F3-F31393409A5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99961DE9-5BFA-45FC-B187-C85D54D5CE27}" type="pres">
      <dgm:prSet presAssocID="{B8607D58-5DEE-40E8-B5F3-F31393409A53}" presName="iconSpace" presStyleCnt="0"/>
      <dgm:spPr/>
    </dgm:pt>
    <dgm:pt modelId="{3E50776E-EBEE-46C5-B851-82CED3AEA8A3}" type="pres">
      <dgm:prSet presAssocID="{B8607D58-5DEE-40E8-B5F3-F31393409A53}" presName="parTx" presStyleLbl="revTx" presStyleIdx="4" presStyleCnt="8">
        <dgm:presLayoutVars>
          <dgm:chMax val="0"/>
          <dgm:chPref val="0"/>
        </dgm:presLayoutVars>
      </dgm:prSet>
      <dgm:spPr/>
    </dgm:pt>
    <dgm:pt modelId="{1CA42962-AAE6-4A40-B570-B101CB8A93C7}" type="pres">
      <dgm:prSet presAssocID="{B8607D58-5DEE-40E8-B5F3-F31393409A53}" presName="txSpace" presStyleCnt="0"/>
      <dgm:spPr/>
    </dgm:pt>
    <dgm:pt modelId="{74ABF8C3-7886-4CDA-A92C-BDEEF3C282C5}" type="pres">
      <dgm:prSet presAssocID="{B8607D58-5DEE-40E8-B5F3-F31393409A53}" presName="desTx" presStyleLbl="revTx" presStyleIdx="5" presStyleCnt="8">
        <dgm:presLayoutVars/>
      </dgm:prSet>
      <dgm:spPr/>
    </dgm:pt>
    <dgm:pt modelId="{DC2D895C-8211-42C1-8229-978F0D112AC9}" type="pres">
      <dgm:prSet presAssocID="{4A4DAAC2-76BF-43C0-9DA4-63B75843532F}" presName="sibTrans" presStyleCnt="0"/>
      <dgm:spPr/>
    </dgm:pt>
    <dgm:pt modelId="{BE1D34F5-0A06-4303-886A-F9EB646F48D3}" type="pres">
      <dgm:prSet presAssocID="{A0845788-DBDF-4A48-BBD1-4706A0BBB3EA}" presName="compNode" presStyleCnt="0"/>
      <dgm:spPr/>
    </dgm:pt>
    <dgm:pt modelId="{050AD1CC-6779-4B7A-A97E-CB409B0AD272}" type="pres">
      <dgm:prSet presAssocID="{A0845788-DBDF-4A48-BBD1-4706A0BBB3E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DF9D9125-A256-4F3E-B0E7-8DD5EBDAC115}" type="pres">
      <dgm:prSet presAssocID="{A0845788-DBDF-4A48-BBD1-4706A0BBB3EA}" presName="iconSpace" presStyleCnt="0"/>
      <dgm:spPr/>
    </dgm:pt>
    <dgm:pt modelId="{4AEBD7B4-E874-4EC3-8302-8B7DF5D695BB}" type="pres">
      <dgm:prSet presAssocID="{A0845788-DBDF-4A48-BBD1-4706A0BBB3EA}" presName="parTx" presStyleLbl="revTx" presStyleIdx="6" presStyleCnt="8">
        <dgm:presLayoutVars>
          <dgm:chMax val="0"/>
          <dgm:chPref val="0"/>
        </dgm:presLayoutVars>
      </dgm:prSet>
      <dgm:spPr/>
    </dgm:pt>
    <dgm:pt modelId="{A539883C-5522-4BD0-922E-4054FE1952D6}" type="pres">
      <dgm:prSet presAssocID="{A0845788-DBDF-4A48-BBD1-4706A0BBB3EA}" presName="txSpace" presStyleCnt="0"/>
      <dgm:spPr/>
    </dgm:pt>
    <dgm:pt modelId="{4D345E40-D723-4B8F-8F42-8358232C9DC5}" type="pres">
      <dgm:prSet presAssocID="{A0845788-DBDF-4A48-BBD1-4706A0BBB3EA}" presName="desTx" presStyleLbl="revTx" presStyleIdx="7" presStyleCnt="8">
        <dgm:presLayoutVars/>
      </dgm:prSet>
      <dgm:spPr/>
    </dgm:pt>
  </dgm:ptLst>
  <dgm:cxnLst>
    <dgm:cxn modelId="{8834E902-C1E3-49CA-B581-14B900B63053}" srcId="{9ED5F57D-344C-443F-922D-6879BAC8B51D}" destId="{A0845788-DBDF-4A48-BBD1-4706A0BBB3EA}" srcOrd="3" destOrd="0" parTransId="{39B1C151-7298-46E9-9553-AB57CE5A33BC}" sibTransId="{18E9A562-2300-47DC-B88C-FE3BC3FEE502}"/>
    <dgm:cxn modelId="{87207C3F-EF4C-4950-A51F-2CE48C5379A5}" srcId="{9ED5F57D-344C-443F-922D-6879BAC8B51D}" destId="{D6CB9AF1-3A0F-48EE-824A-74AB325280EA}" srcOrd="0" destOrd="0" parTransId="{182066EB-1BAE-474E-B8E5-515E1DC0668D}" sibTransId="{1D4D7D41-F8D2-4E77-B94A-73900FBDB65F}"/>
    <dgm:cxn modelId="{469C7661-C4CB-42C8-83EF-0394B53FD147}" type="presOf" srcId="{9ED5F57D-344C-443F-922D-6879BAC8B51D}" destId="{B2175121-4D29-4BD8-9430-2D541F4E64D9}" srcOrd="0" destOrd="0" presId="urn:microsoft.com/office/officeart/2018/5/layout/CenteredIconLabelDescriptionList"/>
    <dgm:cxn modelId="{8FCA6645-AF39-4540-8428-19B6EE161600}" type="presOf" srcId="{D6CB9AF1-3A0F-48EE-824A-74AB325280EA}" destId="{8ABBB5D0-C916-468D-A273-E3E5906238CD}" srcOrd="0" destOrd="0" presId="urn:microsoft.com/office/officeart/2018/5/layout/CenteredIconLabelDescriptionList"/>
    <dgm:cxn modelId="{F4FD856C-A0FF-4AD1-8460-65693CFBA56D}" type="presOf" srcId="{5B597A06-8CC1-4C1B-B4E8-524B2DCFD2F6}" destId="{0C324D78-87EC-4167-A9F2-92EC15DB7E59}" srcOrd="0" destOrd="0" presId="urn:microsoft.com/office/officeart/2018/5/layout/CenteredIconLabelDescriptionList"/>
    <dgm:cxn modelId="{933CFC51-8FAC-4F9E-B66C-647254D088EC}" srcId="{B8607D58-5DEE-40E8-B5F3-F31393409A53}" destId="{B5481B84-CADD-4A53-A336-4F0AD604D5B7}" srcOrd="0" destOrd="0" parTransId="{8DAA51AF-3680-41B6-ABD6-EFBDD5BBA6E8}" sibTransId="{2ADB13EF-6764-46F0-A0E4-22273526C59F}"/>
    <dgm:cxn modelId="{A5259852-E71E-4DAF-AB86-83BFAFCFF7A8}" type="presOf" srcId="{B5481B84-CADD-4A53-A336-4F0AD604D5B7}" destId="{74ABF8C3-7886-4CDA-A92C-BDEEF3C282C5}" srcOrd="0" destOrd="0" presId="urn:microsoft.com/office/officeart/2018/5/layout/CenteredIconLabelDescriptionList"/>
    <dgm:cxn modelId="{35AD8C7E-4D83-46E4-A03B-7A9A2FBFA407}" type="presOf" srcId="{2EFD495E-3C88-4324-BEB3-5597BA83D0D6}" destId="{C2B51A26-8403-430B-B77A-48CED650D00C}" srcOrd="0" destOrd="0" presId="urn:microsoft.com/office/officeart/2018/5/layout/CenteredIconLabelDescriptionList"/>
    <dgm:cxn modelId="{4276D37E-02A1-44E6-B563-E537B82101DD}" srcId="{9ED5F57D-344C-443F-922D-6879BAC8B51D}" destId="{2EFD495E-3C88-4324-BEB3-5597BA83D0D6}" srcOrd="1" destOrd="0" parTransId="{A394138B-B07F-4FE5-AFDF-AF521AD6C1AC}" sibTransId="{32C1803B-1576-480F-93E8-C84C884294FD}"/>
    <dgm:cxn modelId="{E070B0C1-272D-4CB9-ABD6-0F447445DCE9}" srcId="{9ED5F57D-344C-443F-922D-6879BAC8B51D}" destId="{B8607D58-5DEE-40E8-B5F3-F31393409A53}" srcOrd="2" destOrd="0" parTransId="{9AFEC02D-3F4B-4AE3-95FE-5E566DF08F5F}" sibTransId="{4A4DAAC2-76BF-43C0-9DA4-63B75843532F}"/>
    <dgm:cxn modelId="{3735C7C4-43F9-4003-A0CD-9DA073593A1D}" type="presOf" srcId="{9B1A203A-1BDF-45A9-A80B-2A52C3DF132F}" destId="{7F150B85-95CB-4947-8ED0-FC32BEED6060}" srcOrd="0" destOrd="0" presId="urn:microsoft.com/office/officeart/2018/5/layout/CenteredIconLabelDescriptionList"/>
    <dgm:cxn modelId="{7B4E8ED3-141B-4315-9900-6A9ADB5A867A}" type="presOf" srcId="{A0845788-DBDF-4A48-BBD1-4706A0BBB3EA}" destId="{4AEBD7B4-E874-4EC3-8302-8B7DF5D695BB}" srcOrd="0" destOrd="0" presId="urn:microsoft.com/office/officeart/2018/5/layout/CenteredIconLabelDescriptionList"/>
    <dgm:cxn modelId="{57035EE4-2EBB-4269-AD53-EB4ECC0F5E06}" type="presOf" srcId="{B8607D58-5DEE-40E8-B5F3-F31393409A53}" destId="{3E50776E-EBEE-46C5-B851-82CED3AEA8A3}" srcOrd="0" destOrd="0" presId="urn:microsoft.com/office/officeart/2018/5/layout/CenteredIconLabelDescriptionList"/>
    <dgm:cxn modelId="{006A43E6-B8D9-4A57-BD60-FE71B3423DC0}" srcId="{A0845788-DBDF-4A48-BBD1-4706A0BBB3EA}" destId="{D30B6A5C-7F26-45BC-BFFE-5C97D9369B7D}" srcOrd="0" destOrd="0" parTransId="{B3007D6C-4369-4046-AF56-6EA69D87A3C4}" sibTransId="{DED5A404-57A4-42E4-9620-71A9E2682E4C}"/>
    <dgm:cxn modelId="{DEDE49EA-2A85-4528-9A88-8D8A751DE542}" type="presOf" srcId="{D30B6A5C-7F26-45BC-BFFE-5C97D9369B7D}" destId="{4D345E40-D723-4B8F-8F42-8358232C9DC5}" srcOrd="0" destOrd="0" presId="urn:microsoft.com/office/officeart/2018/5/layout/CenteredIconLabelDescriptionList"/>
    <dgm:cxn modelId="{6C9AFAF9-B2F9-4881-A85C-48A162050BF7}" srcId="{D6CB9AF1-3A0F-48EE-824A-74AB325280EA}" destId="{9B1A203A-1BDF-45A9-A80B-2A52C3DF132F}" srcOrd="0" destOrd="0" parTransId="{4AAFAFD2-83AD-4ED0-9BC4-BEFF60F4B7A1}" sibTransId="{7E0C59BC-F484-417F-934D-7AFEB8110946}"/>
    <dgm:cxn modelId="{7C735FFE-C9A6-4DC0-96E1-8FA055024C3C}" srcId="{2EFD495E-3C88-4324-BEB3-5597BA83D0D6}" destId="{5B597A06-8CC1-4C1B-B4E8-524B2DCFD2F6}" srcOrd="0" destOrd="0" parTransId="{9EE7DC02-304C-4AD4-9D5E-A20AA1133DE8}" sibTransId="{D8930F52-5C36-4E29-A659-EC7387B05B1E}"/>
    <dgm:cxn modelId="{3411E481-25C6-4048-A3D1-7CCACC7BDD86}" type="presParOf" srcId="{B2175121-4D29-4BD8-9430-2D541F4E64D9}" destId="{B7A051B3-0DE0-4A46-ACD9-3AC555E300DF}" srcOrd="0" destOrd="0" presId="urn:microsoft.com/office/officeart/2018/5/layout/CenteredIconLabelDescriptionList"/>
    <dgm:cxn modelId="{4BE1E526-DD96-454B-BCF3-FD48C63FDB31}" type="presParOf" srcId="{B7A051B3-0DE0-4A46-ACD9-3AC555E300DF}" destId="{D17D5A77-C4B0-40ED-A0F3-2C81E937DABD}" srcOrd="0" destOrd="0" presId="urn:microsoft.com/office/officeart/2018/5/layout/CenteredIconLabelDescriptionList"/>
    <dgm:cxn modelId="{3DE8D879-8618-4077-8200-C13EC9D66DD8}" type="presParOf" srcId="{B7A051B3-0DE0-4A46-ACD9-3AC555E300DF}" destId="{9CCAE707-DD2D-49D2-A097-D8BB2E586A88}" srcOrd="1" destOrd="0" presId="urn:microsoft.com/office/officeart/2018/5/layout/CenteredIconLabelDescriptionList"/>
    <dgm:cxn modelId="{508B1D33-FE06-469F-9A20-B927E116CC9A}" type="presParOf" srcId="{B7A051B3-0DE0-4A46-ACD9-3AC555E300DF}" destId="{8ABBB5D0-C916-468D-A273-E3E5906238CD}" srcOrd="2" destOrd="0" presId="urn:microsoft.com/office/officeart/2018/5/layout/CenteredIconLabelDescriptionList"/>
    <dgm:cxn modelId="{B1466921-6E6C-4128-907C-5906C5A72794}" type="presParOf" srcId="{B7A051B3-0DE0-4A46-ACD9-3AC555E300DF}" destId="{6ECE0486-C84D-4804-801A-FED8B6FAD588}" srcOrd="3" destOrd="0" presId="urn:microsoft.com/office/officeart/2018/5/layout/CenteredIconLabelDescriptionList"/>
    <dgm:cxn modelId="{A8D0457E-0589-48CB-8D57-CEA3EC10AA29}" type="presParOf" srcId="{B7A051B3-0DE0-4A46-ACD9-3AC555E300DF}" destId="{7F150B85-95CB-4947-8ED0-FC32BEED6060}" srcOrd="4" destOrd="0" presId="urn:microsoft.com/office/officeart/2018/5/layout/CenteredIconLabelDescriptionList"/>
    <dgm:cxn modelId="{C6BEA35C-99BC-4F82-AE09-B0BCCFA83A10}" type="presParOf" srcId="{B2175121-4D29-4BD8-9430-2D541F4E64D9}" destId="{FD6FDCC2-B4C1-462E-83B9-3D59B8103514}" srcOrd="1" destOrd="0" presId="urn:microsoft.com/office/officeart/2018/5/layout/CenteredIconLabelDescriptionList"/>
    <dgm:cxn modelId="{141AF4E0-7B72-4575-BAAC-BD7ADEF6382A}" type="presParOf" srcId="{B2175121-4D29-4BD8-9430-2D541F4E64D9}" destId="{2A9B1E9A-2AC2-4D8F-BD53-853BAF2D01A0}" srcOrd="2" destOrd="0" presId="urn:microsoft.com/office/officeart/2018/5/layout/CenteredIconLabelDescriptionList"/>
    <dgm:cxn modelId="{05770478-4855-4C17-A317-4424FA365487}" type="presParOf" srcId="{2A9B1E9A-2AC2-4D8F-BD53-853BAF2D01A0}" destId="{AF75241F-94C3-488D-818B-7302350F5CCD}" srcOrd="0" destOrd="0" presId="urn:microsoft.com/office/officeart/2018/5/layout/CenteredIconLabelDescriptionList"/>
    <dgm:cxn modelId="{A6A2F2D1-30F9-4AC9-BC3E-F9E5DA664CDF}" type="presParOf" srcId="{2A9B1E9A-2AC2-4D8F-BD53-853BAF2D01A0}" destId="{4F513C86-9CF8-4A71-A424-2DB662F9E1F3}" srcOrd="1" destOrd="0" presId="urn:microsoft.com/office/officeart/2018/5/layout/CenteredIconLabelDescriptionList"/>
    <dgm:cxn modelId="{DA6908CA-27F8-425D-A890-B54E03246FBE}" type="presParOf" srcId="{2A9B1E9A-2AC2-4D8F-BD53-853BAF2D01A0}" destId="{C2B51A26-8403-430B-B77A-48CED650D00C}" srcOrd="2" destOrd="0" presId="urn:microsoft.com/office/officeart/2018/5/layout/CenteredIconLabelDescriptionList"/>
    <dgm:cxn modelId="{F5384C17-DEC6-42CF-9C84-C989E3D05429}" type="presParOf" srcId="{2A9B1E9A-2AC2-4D8F-BD53-853BAF2D01A0}" destId="{A9FB5F9B-2F72-4F11-8AA8-245A7B3F2125}" srcOrd="3" destOrd="0" presId="urn:microsoft.com/office/officeart/2018/5/layout/CenteredIconLabelDescriptionList"/>
    <dgm:cxn modelId="{FEFC34DC-8AD7-430E-A180-997AE13761B9}" type="presParOf" srcId="{2A9B1E9A-2AC2-4D8F-BD53-853BAF2D01A0}" destId="{0C324D78-87EC-4167-A9F2-92EC15DB7E59}" srcOrd="4" destOrd="0" presId="urn:microsoft.com/office/officeart/2018/5/layout/CenteredIconLabelDescriptionList"/>
    <dgm:cxn modelId="{1D85DF8D-7BF8-4C42-B0B5-C90AE5509B23}" type="presParOf" srcId="{B2175121-4D29-4BD8-9430-2D541F4E64D9}" destId="{3AA2D65A-B36D-42DF-B940-0DCB824E2C54}" srcOrd="3" destOrd="0" presId="urn:microsoft.com/office/officeart/2018/5/layout/CenteredIconLabelDescriptionList"/>
    <dgm:cxn modelId="{58ED8EB4-5E29-4FC4-AD0C-2CC30D0F4FAF}" type="presParOf" srcId="{B2175121-4D29-4BD8-9430-2D541F4E64D9}" destId="{7ED85ED1-E309-4E23-BD82-AE198241BB99}" srcOrd="4" destOrd="0" presId="urn:microsoft.com/office/officeart/2018/5/layout/CenteredIconLabelDescriptionList"/>
    <dgm:cxn modelId="{C88F93AD-DC94-4142-9A8E-66FC12226A69}" type="presParOf" srcId="{7ED85ED1-E309-4E23-BD82-AE198241BB99}" destId="{D0B78C6A-D725-4E55-94EE-4985910BE313}" srcOrd="0" destOrd="0" presId="urn:microsoft.com/office/officeart/2018/5/layout/CenteredIconLabelDescriptionList"/>
    <dgm:cxn modelId="{1C545CDC-886D-428F-BF29-ECD3E1FC1B30}" type="presParOf" srcId="{7ED85ED1-E309-4E23-BD82-AE198241BB99}" destId="{99961DE9-5BFA-45FC-B187-C85D54D5CE27}" srcOrd="1" destOrd="0" presId="urn:microsoft.com/office/officeart/2018/5/layout/CenteredIconLabelDescriptionList"/>
    <dgm:cxn modelId="{7A22C59E-0D22-4B9B-BA3A-48FD40952524}" type="presParOf" srcId="{7ED85ED1-E309-4E23-BD82-AE198241BB99}" destId="{3E50776E-EBEE-46C5-B851-82CED3AEA8A3}" srcOrd="2" destOrd="0" presId="urn:microsoft.com/office/officeart/2018/5/layout/CenteredIconLabelDescriptionList"/>
    <dgm:cxn modelId="{9540DA32-F7A9-4520-A0B9-108C106879CF}" type="presParOf" srcId="{7ED85ED1-E309-4E23-BD82-AE198241BB99}" destId="{1CA42962-AAE6-4A40-B570-B101CB8A93C7}" srcOrd="3" destOrd="0" presId="urn:microsoft.com/office/officeart/2018/5/layout/CenteredIconLabelDescriptionList"/>
    <dgm:cxn modelId="{3B77AAAC-A74F-44D3-AA08-B927A0AA6EFC}" type="presParOf" srcId="{7ED85ED1-E309-4E23-BD82-AE198241BB99}" destId="{74ABF8C3-7886-4CDA-A92C-BDEEF3C282C5}" srcOrd="4" destOrd="0" presId="urn:microsoft.com/office/officeart/2018/5/layout/CenteredIconLabelDescriptionList"/>
    <dgm:cxn modelId="{0A1109F2-ADEE-49ED-A4E4-2646224EB17C}" type="presParOf" srcId="{B2175121-4D29-4BD8-9430-2D541F4E64D9}" destId="{DC2D895C-8211-42C1-8229-978F0D112AC9}" srcOrd="5" destOrd="0" presId="urn:microsoft.com/office/officeart/2018/5/layout/CenteredIconLabelDescriptionList"/>
    <dgm:cxn modelId="{3BE87BC4-EBA6-4B94-A6B9-8DE3CB56E519}" type="presParOf" srcId="{B2175121-4D29-4BD8-9430-2D541F4E64D9}" destId="{BE1D34F5-0A06-4303-886A-F9EB646F48D3}" srcOrd="6" destOrd="0" presId="urn:microsoft.com/office/officeart/2018/5/layout/CenteredIconLabelDescriptionList"/>
    <dgm:cxn modelId="{331972E7-E3DC-423D-BDB4-7BD8D75D6732}" type="presParOf" srcId="{BE1D34F5-0A06-4303-886A-F9EB646F48D3}" destId="{050AD1CC-6779-4B7A-A97E-CB409B0AD272}" srcOrd="0" destOrd="0" presId="urn:microsoft.com/office/officeart/2018/5/layout/CenteredIconLabelDescriptionList"/>
    <dgm:cxn modelId="{9370C17C-C03F-4A8E-B0D8-0FD40BE2BB09}" type="presParOf" srcId="{BE1D34F5-0A06-4303-886A-F9EB646F48D3}" destId="{DF9D9125-A256-4F3E-B0E7-8DD5EBDAC115}" srcOrd="1" destOrd="0" presId="urn:microsoft.com/office/officeart/2018/5/layout/CenteredIconLabelDescriptionList"/>
    <dgm:cxn modelId="{ECF4B05C-1257-488A-BEBD-73EB0BDFDC10}" type="presParOf" srcId="{BE1D34F5-0A06-4303-886A-F9EB646F48D3}" destId="{4AEBD7B4-E874-4EC3-8302-8B7DF5D695BB}" srcOrd="2" destOrd="0" presId="urn:microsoft.com/office/officeart/2018/5/layout/CenteredIconLabelDescriptionList"/>
    <dgm:cxn modelId="{BF6D9256-2CA5-42CA-A080-1DAAD5DF48A6}" type="presParOf" srcId="{BE1D34F5-0A06-4303-886A-F9EB646F48D3}" destId="{A539883C-5522-4BD0-922E-4054FE1952D6}" srcOrd="3" destOrd="0" presId="urn:microsoft.com/office/officeart/2018/5/layout/CenteredIconLabelDescriptionList"/>
    <dgm:cxn modelId="{96D97EB4-850B-45C6-9122-1E14B353D94F}" type="presParOf" srcId="{BE1D34F5-0A06-4303-886A-F9EB646F48D3}" destId="{4D345E40-D723-4B8F-8F42-8358232C9DC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2FF18AA-4E7D-4CC9-8B6A-58E7D1BA3F54}"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114984E8-B7D2-4199-ACD2-EC679AD4EF6E}">
      <dgm:prSet/>
      <dgm:spPr/>
      <dgm:t>
        <a:bodyPr/>
        <a:lstStyle/>
        <a:p>
          <a:pPr>
            <a:defRPr b="1"/>
          </a:pPr>
          <a:r>
            <a:rPr lang="en-MY" b="1"/>
            <a:t>Layered Approach Recap</a:t>
          </a:r>
          <a:endParaRPr lang="en-US"/>
        </a:p>
      </dgm:t>
    </dgm:pt>
    <dgm:pt modelId="{59DD371F-6169-40EC-9503-FECD9B3C4999}" type="parTrans" cxnId="{4F48CB3A-E68A-409E-B19A-DEBF2A87275F}">
      <dgm:prSet/>
      <dgm:spPr/>
      <dgm:t>
        <a:bodyPr/>
        <a:lstStyle/>
        <a:p>
          <a:endParaRPr lang="en-US"/>
        </a:p>
      </dgm:t>
    </dgm:pt>
    <dgm:pt modelId="{E85B2CFB-9820-49BC-842E-128CAB503C05}" type="sibTrans" cxnId="{4F48CB3A-E68A-409E-B19A-DEBF2A87275F}">
      <dgm:prSet/>
      <dgm:spPr/>
      <dgm:t>
        <a:bodyPr/>
        <a:lstStyle/>
        <a:p>
          <a:endParaRPr lang="en-US"/>
        </a:p>
      </dgm:t>
    </dgm:pt>
    <dgm:pt modelId="{8FD37AE5-8A04-4BB2-99C8-605C325EE24B}">
      <dgm:prSet/>
      <dgm:spPr/>
      <dgm:t>
        <a:bodyPr/>
        <a:lstStyle/>
        <a:p>
          <a:r>
            <a:rPr lang="en-MY" b="1"/>
            <a:t>SaaS:</a:t>
          </a:r>
          <a:r>
            <a:rPr lang="en-MY"/>
            <a:t> Complete software solutions provided to end users</a:t>
          </a:r>
          <a:endParaRPr lang="en-US"/>
        </a:p>
      </dgm:t>
    </dgm:pt>
    <dgm:pt modelId="{BFD43501-8CED-4BA2-AF22-E5A58C3F8983}" type="parTrans" cxnId="{62CCDAA3-87BA-4DBE-A688-135F4D1E3F0D}">
      <dgm:prSet/>
      <dgm:spPr/>
      <dgm:t>
        <a:bodyPr/>
        <a:lstStyle/>
        <a:p>
          <a:endParaRPr lang="en-US"/>
        </a:p>
      </dgm:t>
    </dgm:pt>
    <dgm:pt modelId="{81F67FD3-29C5-4A85-A594-7CB33B781FC1}" type="sibTrans" cxnId="{62CCDAA3-87BA-4DBE-A688-135F4D1E3F0D}">
      <dgm:prSet/>
      <dgm:spPr/>
      <dgm:t>
        <a:bodyPr/>
        <a:lstStyle/>
        <a:p>
          <a:endParaRPr lang="en-US"/>
        </a:p>
      </dgm:t>
    </dgm:pt>
    <dgm:pt modelId="{83D1F305-CD96-4979-89E6-3A8112CE9D13}">
      <dgm:prSet/>
      <dgm:spPr/>
      <dgm:t>
        <a:bodyPr/>
        <a:lstStyle/>
        <a:p>
          <a:r>
            <a:rPr lang="en-MY" b="1"/>
            <a:t>PaaS:</a:t>
          </a:r>
          <a:r>
            <a:rPr lang="en-MY"/>
            <a:t> Platform that abstracts infrastructure and offers tools for development</a:t>
          </a:r>
          <a:endParaRPr lang="en-US"/>
        </a:p>
      </dgm:t>
    </dgm:pt>
    <dgm:pt modelId="{E73E471E-3D3B-4B31-B9F7-435C363C59AF}" type="parTrans" cxnId="{D0D40A2D-EF44-4039-8BD3-49C0A9BCDCCE}">
      <dgm:prSet/>
      <dgm:spPr/>
      <dgm:t>
        <a:bodyPr/>
        <a:lstStyle/>
        <a:p>
          <a:endParaRPr lang="en-US"/>
        </a:p>
      </dgm:t>
    </dgm:pt>
    <dgm:pt modelId="{E7F2F7A5-4B3A-4588-86D8-0EFA58FA3502}" type="sibTrans" cxnId="{D0D40A2D-EF44-4039-8BD3-49C0A9BCDCCE}">
      <dgm:prSet/>
      <dgm:spPr/>
      <dgm:t>
        <a:bodyPr/>
        <a:lstStyle/>
        <a:p>
          <a:endParaRPr lang="en-US"/>
        </a:p>
      </dgm:t>
    </dgm:pt>
    <dgm:pt modelId="{D535208C-F2D4-4945-8EF8-D7E997BE5A29}">
      <dgm:prSet/>
      <dgm:spPr/>
      <dgm:t>
        <a:bodyPr/>
        <a:lstStyle/>
        <a:p>
          <a:r>
            <a:rPr lang="en-MY" b="1"/>
            <a:t>IaaS:</a:t>
          </a:r>
          <a:r>
            <a:rPr lang="en-MY"/>
            <a:t> Core infrastructure (servers, storage, networking) delivered virtually</a:t>
          </a:r>
          <a:endParaRPr lang="en-US"/>
        </a:p>
      </dgm:t>
    </dgm:pt>
    <dgm:pt modelId="{A421D1CA-1729-4ED1-A519-4F5EC6E8B985}" type="parTrans" cxnId="{39CC24E2-87D2-4E7B-89BE-F5471DAB871A}">
      <dgm:prSet/>
      <dgm:spPr/>
      <dgm:t>
        <a:bodyPr/>
        <a:lstStyle/>
        <a:p>
          <a:endParaRPr lang="en-US"/>
        </a:p>
      </dgm:t>
    </dgm:pt>
    <dgm:pt modelId="{44EAF9E5-D3E5-4D43-AFB9-1CEEF2257DA6}" type="sibTrans" cxnId="{39CC24E2-87D2-4E7B-89BE-F5471DAB871A}">
      <dgm:prSet/>
      <dgm:spPr/>
      <dgm:t>
        <a:bodyPr/>
        <a:lstStyle/>
        <a:p>
          <a:endParaRPr lang="en-US"/>
        </a:p>
      </dgm:t>
    </dgm:pt>
    <dgm:pt modelId="{027DE5CA-02BF-4C9A-A568-C573156D41B1}">
      <dgm:prSet/>
      <dgm:spPr/>
      <dgm:t>
        <a:bodyPr/>
        <a:lstStyle/>
        <a:p>
          <a:pPr>
            <a:defRPr b="1"/>
          </a:pPr>
          <a:r>
            <a:rPr lang="en-MY" b="1"/>
            <a:t>Dynamic Infrastructure -</a:t>
          </a:r>
          <a:r>
            <a:rPr lang="en-MY"/>
            <a:t> Underpins all these layers with flexibility and automation</a:t>
          </a:r>
          <a:endParaRPr lang="en-US"/>
        </a:p>
      </dgm:t>
    </dgm:pt>
    <dgm:pt modelId="{ABF99E99-7328-4D32-9101-741EA3AF29D2}" type="parTrans" cxnId="{9CFB6F00-D8CA-480C-B505-F6B9C6893248}">
      <dgm:prSet/>
      <dgm:spPr/>
      <dgm:t>
        <a:bodyPr/>
        <a:lstStyle/>
        <a:p>
          <a:endParaRPr lang="en-US"/>
        </a:p>
      </dgm:t>
    </dgm:pt>
    <dgm:pt modelId="{7264B8C0-A3C4-4C81-986A-423488BB10E2}" type="sibTrans" cxnId="{9CFB6F00-D8CA-480C-B505-F6B9C6893248}">
      <dgm:prSet/>
      <dgm:spPr/>
      <dgm:t>
        <a:bodyPr/>
        <a:lstStyle/>
        <a:p>
          <a:endParaRPr lang="en-US"/>
        </a:p>
      </dgm:t>
    </dgm:pt>
    <dgm:pt modelId="{C471CB70-A08A-4794-8779-36BF8EFFA84A}">
      <dgm:prSet/>
      <dgm:spPr/>
      <dgm:t>
        <a:bodyPr/>
        <a:lstStyle/>
        <a:p>
          <a:pPr>
            <a:defRPr b="1"/>
          </a:pPr>
          <a:r>
            <a:rPr lang="en-MY" b="1"/>
            <a:t>Choosing the Right Model - </a:t>
          </a:r>
          <a:r>
            <a:rPr lang="en-MY"/>
            <a:t>Depends on your business needs, development expertise, and desired level of control</a:t>
          </a:r>
          <a:endParaRPr lang="en-US"/>
        </a:p>
      </dgm:t>
    </dgm:pt>
    <dgm:pt modelId="{4383FC1C-C997-4BC2-AA8A-CF56A71D2955}" type="parTrans" cxnId="{B9FC99C3-FD36-4068-9AE5-45723E1BCAA2}">
      <dgm:prSet/>
      <dgm:spPr/>
      <dgm:t>
        <a:bodyPr/>
        <a:lstStyle/>
        <a:p>
          <a:endParaRPr lang="en-US"/>
        </a:p>
      </dgm:t>
    </dgm:pt>
    <dgm:pt modelId="{CAB6275B-56E2-4B4F-9E2E-5A0841CDFB29}" type="sibTrans" cxnId="{B9FC99C3-FD36-4068-9AE5-45723E1BCAA2}">
      <dgm:prSet/>
      <dgm:spPr/>
      <dgm:t>
        <a:bodyPr/>
        <a:lstStyle/>
        <a:p>
          <a:endParaRPr lang="en-US"/>
        </a:p>
      </dgm:t>
    </dgm:pt>
    <dgm:pt modelId="{923B5C92-77DA-4DF6-8183-EBF5F45613E2}" type="pres">
      <dgm:prSet presAssocID="{C2FF18AA-4E7D-4CC9-8B6A-58E7D1BA3F54}" presName="root" presStyleCnt="0">
        <dgm:presLayoutVars>
          <dgm:dir/>
          <dgm:resizeHandles val="exact"/>
        </dgm:presLayoutVars>
      </dgm:prSet>
      <dgm:spPr/>
    </dgm:pt>
    <dgm:pt modelId="{ED297399-BB5D-45E7-9D14-76E1465ED505}" type="pres">
      <dgm:prSet presAssocID="{114984E8-B7D2-4199-ACD2-EC679AD4EF6E}" presName="compNode" presStyleCnt="0"/>
      <dgm:spPr/>
    </dgm:pt>
    <dgm:pt modelId="{9A755BCE-7597-4196-8D3E-FBD7BE3E38F5}" type="pres">
      <dgm:prSet presAssocID="{114984E8-B7D2-4199-ACD2-EC679AD4EF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EAD2142F-0651-4047-964D-199E0A72158E}" type="pres">
      <dgm:prSet presAssocID="{114984E8-B7D2-4199-ACD2-EC679AD4EF6E}" presName="iconSpace" presStyleCnt="0"/>
      <dgm:spPr/>
    </dgm:pt>
    <dgm:pt modelId="{5FC7361A-6330-4CBE-9E3D-9518C6BCEDBF}" type="pres">
      <dgm:prSet presAssocID="{114984E8-B7D2-4199-ACD2-EC679AD4EF6E}" presName="parTx" presStyleLbl="revTx" presStyleIdx="0" presStyleCnt="6">
        <dgm:presLayoutVars>
          <dgm:chMax val="0"/>
          <dgm:chPref val="0"/>
        </dgm:presLayoutVars>
      </dgm:prSet>
      <dgm:spPr/>
    </dgm:pt>
    <dgm:pt modelId="{22E72F0E-C6CE-474D-B7A8-6716FADFB283}" type="pres">
      <dgm:prSet presAssocID="{114984E8-B7D2-4199-ACD2-EC679AD4EF6E}" presName="txSpace" presStyleCnt="0"/>
      <dgm:spPr/>
    </dgm:pt>
    <dgm:pt modelId="{87A910C9-9D41-4F83-A4BE-BEECCF3A3877}" type="pres">
      <dgm:prSet presAssocID="{114984E8-B7D2-4199-ACD2-EC679AD4EF6E}" presName="desTx" presStyleLbl="revTx" presStyleIdx="1" presStyleCnt="6">
        <dgm:presLayoutVars/>
      </dgm:prSet>
      <dgm:spPr/>
    </dgm:pt>
    <dgm:pt modelId="{ECF07A06-2624-4424-B3A4-2534DC02BB68}" type="pres">
      <dgm:prSet presAssocID="{E85B2CFB-9820-49BC-842E-128CAB503C05}" presName="sibTrans" presStyleCnt="0"/>
      <dgm:spPr/>
    </dgm:pt>
    <dgm:pt modelId="{DE194192-9A56-4C37-A39B-5DC63C0B42DF}" type="pres">
      <dgm:prSet presAssocID="{027DE5CA-02BF-4C9A-A568-C573156D41B1}" presName="compNode" presStyleCnt="0"/>
      <dgm:spPr/>
    </dgm:pt>
    <dgm:pt modelId="{ED88DB6D-6721-49C9-99B8-A8D91B736E78}" type="pres">
      <dgm:prSet presAssocID="{027DE5CA-02BF-4C9A-A568-C573156D41B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B7B444E-88D7-4308-9F87-27047EDEDB6C}" type="pres">
      <dgm:prSet presAssocID="{027DE5CA-02BF-4C9A-A568-C573156D41B1}" presName="iconSpace" presStyleCnt="0"/>
      <dgm:spPr/>
    </dgm:pt>
    <dgm:pt modelId="{25E25D2F-FDAD-4B22-9F95-25AB5EFBA66E}" type="pres">
      <dgm:prSet presAssocID="{027DE5CA-02BF-4C9A-A568-C573156D41B1}" presName="parTx" presStyleLbl="revTx" presStyleIdx="2" presStyleCnt="6">
        <dgm:presLayoutVars>
          <dgm:chMax val="0"/>
          <dgm:chPref val="0"/>
        </dgm:presLayoutVars>
      </dgm:prSet>
      <dgm:spPr/>
    </dgm:pt>
    <dgm:pt modelId="{F37F5820-2711-46D2-82B8-22574EDFC05B}" type="pres">
      <dgm:prSet presAssocID="{027DE5CA-02BF-4C9A-A568-C573156D41B1}" presName="txSpace" presStyleCnt="0"/>
      <dgm:spPr/>
    </dgm:pt>
    <dgm:pt modelId="{ECC79CAA-EA91-42AE-9EB7-B8D014400ED5}" type="pres">
      <dgm:prSet presAssocID="{027DE5CA-02BF-4C9A-A568-C573156D41B1}" presName="desTx" presStyleLbl="revTx" presStyleIdx="3" presStyleCnt="6">
        <dgm:presLayoutVars/>
      </dgm:prSet>
      <dgm:spPr/>
    </dgm:pt>
    <dgm:pt modelId="{BF422FA1-606F-4ECB-B8F5-E9EEC70D517F}" type="pres">
      <dgm:prSet presAssocID="{7264B8C0-A3C4-4C81-986A-423488BB10E2}" presName="sibTrans" presStyleCnt="0"/>
      <dgm:spPr/>
    </dgm:pt>
    <dgm:pt modelId="{D65EC1F0-36E2-4079-9ED1-1DA85BF57D2F}" type="pres">
      <dgm:prSet presAssocID="{C471CB70-A08A-4794-8779-36BF8EFFA84A}" presName="compNode" presStyleCnt="0"/>
      <dgm:spPr/>
    </dgm:pt>
    <dgm:pt modelId="{D49B00DF-C9A3-4E4D-940B-E8FA03C0C49C}" type="pres">
      <dgm:prSet presAssocID="{C471CB70-A08A-4794-8779-36BF8EFFA8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rrow Circle"/>
        </a:ext>
      </dgm:extLst>
    </dgm:pt>
    <dgm:pt modelId="{96B9F1E7-3FD5-4B12-9378-F37E70D3B0B0}" type="pres">
      <dgm:prSet presAssocID="{C471CB70-A08A-4794-8779-36BF8EFFA84A}" presName="iconSpace" presStyleCnt="0"/>
      <dgm:spPr/>
    </dgm:pt>
    <dgm:pt modelId="{EE947CB4-BC7D-43F4-8185-906EF2AC1835}" type="pres">
      <dgm:prSet presAssocID="{C471CB70-A08A-4794-8779-36BF8EFFA84A}" presName="parTx" presStyleLbl="revTx" presStyleIdx="4" presStyleCnt="6">
        <dgm:presLayoutVars>
          <dgm:chMax val="0"/>
          <dgm:chPref val="0"/>
        </dgm:presLayoutVars>
      </dgm:prSet>
      <dgm:spPr/>
    </dgm:pt>
    <dgm:pt modelId="{E7BB337E-D434-463C-8F7D-FF54E66F3E36}" type="pres">
      <dgm:prSet presAssocID="{C471CB70-A08A-4794-8779-36BF8EFFA84A}" presName="txSpace" presStyleCnt="0"/>
      <dgm:spPr/>
    </dgm:pt>
    <dgm:pt modelId="{28753373-ED22-484E-9BE6-74C2A33EDAAF}" type="pres">
      <dgm:prSet presAssocID="{C471CB70-A08A-4794-8779-36BF8EFFA84A}" presName="desTx" presStyleLbl="revTx" presStyleIdx="5" presStyleCnt="6">
        <dgm:presLayoutVars/>
      </dgm:prSet>
      <dgm:spPr/>
    </dgm:pt>
  </dgm:ptLst>
  <dgm:cxnLst>
    <dgm:cxn modelId="{9CFB6F00-D8CA-480C-B505-F6B9C6893248}" srcId="{C2FF18AA-4E7D-4CC9-8B6A-58E7D1BA3F54}" destId="{027DE5CA-02BF-4C9A-A568-C573156D41B1}" srcOrd="1" destOrd="0" parTransId="{ABF99E99-7328-4D32-9101-741EA3AF29D2}" sibTransId="{7264B8C0-A3C4-4C81-986A-423488BB10E2}"/>
    <dgm:cxn modelId="{467D1B05-A013-4EF7-AD74-AF18E0074D64}" type="presOf" srcId="{C471CB70-A08A-4794-8779-36BF8EFFA84A}" destId="{EE947CB4-BC7D-43F4-8185-906EF2AC1835}" srcOrd="0" destOrd="0" presId="urn:microsoft.com/office/officeart/2018/2/layout/IconLabelDescriptionList"/>
    <dgm:cxn modelId="{ED829C1E-B39C-43FF-AE32-AF8C735B0374}" type="presOf" srcId="{D535208C-F2D4-4945-8EF8-D7E997BE5A29}" destId="{87A910C9-9D41-4F83-A4BE-BEECCF3A3877}" srcOrd="0" destOrd="2" presId="urn:microsoft.com/office/officeart/2018/2/layout/IconLabelDescriptionList"/>
    <dgm:cxn modelId="{B6AA0926-C7E0-40EC-9292-5E3890D1BCFF}" type="presOf" srcId="{8FD37AE5-8A04-4BB2-99C8-605C325EE24B}" destId="{87A910C9-9D41-4F83-A4BE-BEECCF3A3877}" srcOrd="0" destOrd="0" presId="urn:microsoft.com/office/officeart/2018/2/layout/IconLabelDescriptionList"/>
    <dgm:cxn modelId="{D0D40A2D-EF44-4039-8BD3-49C0A9BCDCCE}" srcId="{114984E8-B7D2-4199-ACD2-EC679AD4EF6E}" destId="{83D1F305-CD96-4979-89E6-3A8112CE9D13}" srcOrd="1" destOrd="0" parTransId="{E73E471E-3D3B-4B31-B9F7-435C363C59AF}" sibTransId="{E7F2F7A5-4B3A-4588-86D8-0EFA58FA3502}"/>
    <dgm:cxn modelId="{4F48CB3A-E68A-409E-B19A-DEBF2A87275F}" srcId="{C2FF18AA-4E7D-4CC9-8B6A-58E7D1BA3F54}" destId="{114984E8-B7D2-4199-ACD2-EC679AD4EF6E}" srcOrd="0" destOrd="0" parTransId="{59DD371F-6169-40EC-9503-FECD9B3C4999}" sibTransId="{E85B2CFB-9820-49BC-842E-128CAB503C05}"/>
    <dgm:cxn modelId="{D78DAE3B-C28A-4557-A23B-CF54235CCC44}" type="presOf" srcId="{027DE5CA-02BF-4C9A-A568-C573156D41B1}" destId="{25E25D2F-FDAD-4B22-9F95-25AB5EFBA66E}" srcOrd="0" destOrd="0" presId="urn:microsoft.com/office/officeart/2018/2/layout/IconLabelDescriptionList"/>
    <dgm:cxn modelId="{A0DA565D-1BBF-4538-9160-6AA56C15B08D}" type="presOf" srcId="{C2FF18AA-4E7D-4CC9-8B6A-58E7D1BA3F54}" destId="{923B5C92-77DA-4DF6-8183-EBF5F45613E2}" srcOrd="0" destOrd="0" presId="urn:microsoft.com/office/officeart/2018/2/layout/IconLabelDescriptionList"/>
    <dgm:cxn modelId="{62CCDAA3-87BA-4DBE-A688-135F4D1E3F0D}" srcId="{114984E8-B7D2-4199-ACD2-EC679AD4EF6E}" destId="{8FD37AE5-8A04-4BB2-99C8-605C325EE24B}" srcOrd="0" destOrd="0" parTransId="{BFD43501-8CED-4BA2-AF22-E5A58C3F8983}" sibTransId="{81F67FD3-29C5-4A85-A594-7CB33B781FC1}"/>
    <dgm:cxn modelId="{81FFF7A4-8AA7-4703-A91A-32D3144154F8}" type="presOf" srcId="{83D1F305-CD96-4979-89E6-3A8112CE9D13}" destId="{87A910C9-9D41-4F83-A4BE-BEECCF3A3877}" srcOrd="0" destOrd="1" presId="urn:microsoft.com/office/officeart/2018/2/layout/IconLabelDescriptionList"/>
    <dgm:cxn modelId="{B9FC99C3-FD36-4068-9AE5-45723E1BCAA2}" srcId="{C2FF18AA-4E7D-4CC9-8B6A-58E7D1BA3F54}" destId="{C471CB70-A08A-4794-8779-36BF8EFFA84A}" srcOrd="2" destOrd="0" parTransId="{4383FC1C-C997-4BC2-AA8A-CF56A71D2955}" sibTransId="{CAB6275B-56E2-4B4F-9E2E-5A0841CDFB29}"/>
    <dgm:cxn modelId="{E2E2E0D3-FB65-47BA-A02B-4E16F38093BB}" type="presOf" srcId="{114984E8-B7D2-4199-ACD2-EC679AD4EF6E}" destId="{5FC7361A-6330-4CBE-9E3D-9518C6BCEDBF}" srcOrd="0" destOrd="0" presId="urn:microsoft.com/office/officeart/2018/2/layout/IconLabelDescriptionList"/>
    <dgm:cxn modelId="{39CC24E2-87D2-4E7B-89BE-F5471DAB871A}" srcId="{114984E8-B7D2-4199-ACD2-EC679AD4EF6E}" destId="{D535208C-F2D4-4945-8EF8-D7E997BE5A29}" srcOrd="2" destOrd="0" parTransId="{A421D1CA-1729-4ED1-A519-4F5EC6E8B985}" sibTransId="{44EAF9E5-D3E5-4D43-AFB9-1CEEF2257DA6}"/>
    <dgm:cxn modelId="{17F742A9-3088-411E-AE41-4D35781C0BF0}" type="presParOf" srcId="{923B5C92-77DA-4DF6-8183-EBF5F45613E2}" destId="{ED297399-BB5D-45E7-9D14-76E1465ED505}" srcOrd="0" destOrd="0" presId="urn:microsoft.com/office/officeart/2018/2/layout/IconLabelDescriptionList"/>
    <dgm:cxn modelId="{84C8711E-5B61-4C22-A1B0-348900AEB77C}" type="presParOf" srcId="{ED297399-BB5D-45E7-9D14-76E1465ED505}" destId="{9A755BCE-7597-4196-8D3E-FBD7BE3E38F5}" srcOrd="0" destOrd="0" presId="urn:microsoft.com/office/officeart/2018/2/layout/IconLabelDescriptionList"/>
    <dgm:cxn modelId="{6B5A7F6C-C102-498D-A788-4B8E08CA0542}" type="presParOf" srcId="{ED297399-BB5D-45E7-9D14-76E1465ED505}" destId="{EAD2142F-0651-4047-964D-199E0A72158E}" srcOrd="1" destOrd="0" presId="urn:microsoft.com/office/officeart/2018/2/layout/IconLabelDescriptionList"/>
    <dgm:cxn modelId="{F5A26A27-30C7-46D8-8EA9-3B324A17DEB9}" type="presParOf" srcId="{ED297399-BB5D-45E7-9D14-76E1465ED505}" destId="{5FC7361A-6330-4CBE-9E3D-9518C6BCEDBF}" srcOrd="2" destOrd="0" presId="urn:microsoft.com/office/officeart/2018/2/layout/IconLabelDescriptionList"/>
    <dgm:cxn modelId="{84F24BF4-81B2-4085-B5DC-4D56C2C9FB51}" type="presParOf" srcId="{ED297399-BB5D-45E7-9D14-76E1465ED505}" destId="{22E72F0E-C6CE-474D-B7A8-6716FADFB283}" srcOrd="3" destOrd="0" presId="urn:microsoft.com/office/officeart/2018/2/layout/IconLabelDescriptionList"/>
    <dgm:cxn modelId="{9E79222A-FBF4-447B-96C4-D6C4B505DCC4}" type="presParOf" srcId="{ED297399-BB5D-45E7-9D14-76E1465ED505}" destId="{87A910C9-9D41-4F83-A4BE-BEECCF3A3877}" srcOrd="4" destOrd="0" presId="urn:microsoft.com/office/officeart/2018/2/layout/IconLabelDescriptionList"/>
    <dgm:cxn modelId="{DA100E7B-85CA-4D48-9316-AD84DFB974D3}" type="presParOf" srcId="{923B5C92-77DA-4DF6-8183-EBF5F45613E2}" destId="{ECF07A06-2624-4424-B3A4-2534DC02BB68}" srcOrd="1" destOrd="0" presId="urn:microsoft.com/office/officeart/2018/2/layout/IconLabelDescriptionList"/>
    <dgm:cxn modelId="{56683DD6-487B-4A6C-BA7C-040AFCF8690B}" type="presParOf" srcId="{923B5C92-77DA-4DF6-8183-EBF5F45613E2}" destId="{DE194192-9A56-4C37-A39B-5DC63C0B42DF}" srcOrd="2" destOrd="0" presId="urn:microsoft.com/office/officeart/2018/2/layout/IconLabelDescriptionList"/>
    <dgm:cxn modelId="{1D512300-7CFD-44D1-BC17-99D05653A9B6}" type="presParOf" srcId="{DE194192-9A56-4C37-A39B-5DC63C0B42DF}" destId="{ED88DB6D-6721-49C9-99B8-A8D91B736E78}" srcOrd="0" destOrd="0" presId="urn:microsoft.com/office/officeart/2018/2/layout/IconLabelDescriptionList"/>
    <dgm:cxn modelId="{EE9F487C-F4F0-4155-A9F0-A682B744F54D}" type="presParOf" srcId="{DE194192-9A56-4C37-A39B-5DC63C0B42DF}" destId="{BB7B444E-88D7-4308-9F87-27047EDEDB6C}" srcOrd="1" destOrd="0" presId="urn:microsoft.com/office/officeart/2018/2/layout/IconLabelDescriptionList"/>
    <dgm:cxn modelId="{F4BE4408-5EEF-4834-AC04-0CFD08C45DCD}" type="presParOf" srcId="{DE194192-9A56-4C37-A39B-5DC63C0B42DF}" destId="{25E25D2F-FDAD-4B22-9F95-25AB5EFBA66E}" srcOrd="2" destOrd="0" presId="urn:microsoft.com/office/officeart/2018/2/layout/IconLabelDescriptionList"/>
    <dgm:cxn modelId="{3974B7F9-59BC-403E-A9B5-0D13D7E315F5}" type="presParOf" srcId="{DE194192-9A56-4C37-A39B-5DC63C0B42DF}" destId="{F37F5820-2711-46D2-82B8-22574EDFC05B}" srcOrd="3" destOrd="0" presId="urn:microsoft.com/office/officeart/2018/2/layout/IconLabelDescriptionList"/>
    <dgm:cxn modelId="{A53262FE-113A-4CB5-BC49-5CAE1B18FDC2}" type="presParOf" srcId="{DE194192-9A56-4C37-A39B-5DC63C0B42DF}" destId="{ECC79CAA-EA91-42AE-9EB7-B8D014400ED5}" srcOrd="4" destOrd="0" presId="urn:microsoft.com/office/officeart/2018/2/layout/IconLabelDescriptionList"/>
    <dgm:cxn modelId="{FA611716-6F64-4939-928C-C450015006EE}" type="presParOf" srcId="{923B5C92-77DA-4DF6-8183-EBF5F45613E2}" destId="{BF422FA1-606F-4ECB-B8F5-E9EEC70D517F}" srcOrd="3" destOrd="0" presId="urn:microsoft.com/office/officeart/2018/2/layout/IconLabelDescriptionList"/>
    <dgm:cxn modelId="{9AF3BB16-0547-47B7-ABBD-0F6442032AA2}" type="presParOf" srcId="{923B5C92-77DA-4DF6-8183-EBF5F45613E2}" destId="{D65EC1F0-36E2-4079-9ED1-1DA85BF57D2F}" srcOrd="4" destOrd="0" presId="urn:microsoft.com/office/officeart/2018/2/layout/IconLabelDescriptionList"/>
    <dgm:cxn modelId="{43DBB467-28AC-4AA3-A6B9-4A0BD078739D}" type="presParOf" srcId="{D65EC1F0-36E2-4079-9ED1-1DA85BF57D2F}" destId="{D49B00DF-C9A3-4E4D-940B-E8FA03C0C49C}" srcOrd="0" destOrd="0" presId="urn:microsoft.com/office/officeart/2018/2/layout/IconLabelDescriptionList"/>
    <dgm:cxn modelId="{8F75BC0C-7B2A-4C44-97B0-66D9D06CFCFC}" type="presParOf" srcId="{D65EC1F0-36E2-4079-9ED1-1DA85BF57D2F}" destId="{96B9F1E7-3FD5-4B12-9378-F37E70D3B0B0}" srcOrd="1" destOrd="0" presId="urn:microsoft.com/office/officeart/2018/2/layout/IconLabelDescriptionList"/>
    <dgm:cxn modelId="{34D03F38-9A90-4478-8D4C-E8ABD6AA51C4}" type="presParOf" srcId="{D65EC1F0-36E2-4079-9ED1-1DA85BF57D2F}" destId="{EE947CB4-BC7D-43F4-8185-906EF2AC1835}" srcOrd="2" destOrd="0" presId="urn:microsoft.com/office/officeart/2018/2/layout/IconLabelDescriptionList"/>
    <dgm:cxn modelId="{C97AF4B7-9DD3-4E4D-8627-D6D698F65B88}" type="presParOf" srcId="{D65EC1F0-36E2-4079-9ED1-1DA85BF57D2F}" destId="{E7BB337E-D434-463C-8F7D-FF54E66F3E36}" srcOrd="3" destOrd="0" presId="urn:microsoft.com/office/officeart/2018/2/layout/IconLabelDescriptionList"/>
    <dgm:cxn modelId="{0F57353D-E246-448F-9A89-AB940E76CC27}" type="presParOf" srcId="{D65EC1F0-36E2-4079-9ED1-1DA85BF57D2F}" destId="{28753373-ED22-484E-9BE6-74C2A33EDAAF}"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2DE0640-CAFA-4274-8B64-C0BF106790C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5E74189-3DBF-4193-9DD4-576625AA29E0}">
      <dgm:prSet/>
      <dgm:spPr/>
      <dgm:t>
        <a:bodyPr/>
        <a:lstStyle/>
        <a:p>
          <a:r>
            <a:rPr lang="en-MY" b="1"/>
            <a:t>Vertical Scalability:</a:t>
          </a:r>
          <a:r>
            <a:rPr lang="en-MY"/>
            <a:t> Enhancing existing resources, such as adding more CPU, RAM, or storage.</a:t>
          </a:r>
          <a:endParaRPr lang="en-US"/>
        </a:p>
      </dgm:t>
    </dgm:pt>
    <dgm:pt modelId="{2BB7B6DA-BE2B-4AA2-8889-568F9BC440A4}" type="parTrans" cxnId="{2EC23A09-EBFA-439A-BA49-BF7BB061D86D}">
      <dgm:prSet/>
      <dgm:spPr/>
      <dgm:t>
        <a:bodyPr/>
        <a:lstStyle/>
        <a:p>
          <a:endParaRPr lang="en-US"/>
        </a:p>
      </dgm:t>
    </dgm:pt>
    <dgm:pt modelId="{D296ADA5-C944-428B-AEDA-AA81B73C792D}" type="sibTrans" cxnId="{2EC23A09-EBFA-439A-BA49-BF7BB061D86D}">
      <dgm:prSet/>
      <dgm:spPr/>
      <dgm:t>
        <a:bodyPr/>
        <a:lstStyle/>
        <a:p>
          <a:endParaRPr lang="en-US"/>
        </a:p>
      </dgm:t>
    </dgm:pt>
    <dgm:pt modelId="{BC1C1BE7-8D86-416B-B894-856F9D4D20A0}">
      <dgm:prSet/>
      <dgm:spPr/>
      <dgm:t>
        <a:bodyPr/>
        <a:lstStyle/>
        <a:p>
          <a:r>
            <a:rPr lang="en-MY" b="1"/>
            <a:t>Horizontal Scalability:</a:t>
          </a:r>
          <a:r>
            <a:rPr lang="en-MY"/>
            <a:t> Expanding by adding more servers or devices.</a:t>
          </a:r>
          <a:endParaRPr lang="en-US"/>
        </a:p>
      </dgm:t>
    </dgm:pt>
    <dgm:pt modelId="{02CA7D58-3CA2-442D-B4AB-BFB2AE24A4C4}" type="parTrans" cxnId="{47F4C758-D216-443C-8356-4ADFCAB2C014}">
      <dgm:prSet/>
      <dgm:spPr/>
      <dgm:t>
        <a:bodyPr/>
        <a:lstStyle/>
        <a:p>
          <a:endParaRPr lang="en-US"/>
        </a:p>
      </dgm:t>
    </dgm:pt>
    <dgm:pt modelId="{D1D84FED-977F-4DF7-A8D8-07FE4919A015}" type="sibTrans" cxnId="{47F4C758-D216-443C-8356-4ADFCAB2C014}">
      <dgm:prSet/>
      <dgm:spPr/>
      <dgm:t>
        <a:bodyPr/>
        <a:lstStyle/>
        <a:p>
          <a:endParaRPr lang="en-US"/>
        </a:p>
      </dgm:t>
    </dgm:pt>
    <dgm:pt modelId="{C612BAB9-E6F1-45EB-8438-19D33B2C7FB4}">
      <dgm:prSet/>
      <dgm:spPr/>
      <dgm:t>
        <a:bodyPr/>
        <a:lstStyle/>
        <a:p>
          <a:r>
            <a:rPr lang="en-MY" b="1"/>
            <a:t>Elastic Scalability:</a:t>
          </a:r>
          <a:r>
            <a:rPr lang="en-MY"/>
            <a:t> Automatically adjusting resources in response to demand.</a:t>
          </a:r>
          <a:endParaRPr lang="en-US"/>
        </a:p>
      </dgm:t>
    </dgm:pt>
    <dgm:pt modelId="{AF4D597D-2A9C-4100-9566-59D6E74A4169}" type="parTrans" cxnId="{FD55C730-F6B4-4791-9C36-540FD780C266}">
      <dgm:prSet/>
      <dgm:spPr/>
      <dgm:t>
        <a:bodyPr/>
        <a:lstStyle/>
        <a:p>
          <a:endParaRPr lang="en-US"/>
        </a:p>
      </dgm:t>
    </dgm:pt>
    <dgm:pt modelId="{37ABC219-62EE-423A-BE57-5B131B1EB8B4}" type="sibTrans" cxnId="{FD55C730-F6B4-4791-9C36-540FD780C266}">
      <dgm:prSet/>
      <dgm:spPr/>
      <dgm:t>
        <a:bodyPr/>
        <a:lstStyle/>
        <a:p>
          <a:endParaRPr lang="en-US"/>
        </a:p>
      </dgm:t>
    </dgm:pt>
    <dgm:pt modelId="{EBEFCC49-F635-4E61-A664-2F22392383C0}" type="pres">
      <dgm:prSet presAssocID="{92DE0640-CAFA-4274-8B64-C0BF106790CA}" presName="root" presStyleCnt="0">
        <dgm:presLayoutVars>
          <dgm:dir/>
          <dgm:resizeHandles val="exact"/>
        </dgm:presLayoutVars>
      </dgm:prSet>
      <dgm:spPr/>
    </dgm:pt>
    <dgm:pt modelId="{410E4F7C-7377-470B-8D34-36B16F0E2EAB}" type="pres">
      <dgm:prSet presAssocID="{65E74189-3DBF-4193-9DD4-576625AA29E0}" presName="compNode" presStyleCnt="0"/>
      <dgm:spPr/>
    </dgm:pt>
    <dgm:pt modelId="{5C5CC16F-0714-44A8-B4B8-95F7859EC2C3}" type="pres">
      <dgm:prSet presAssocID="{65E74189-3DBF-4193-9DD4-576625AA29E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417E18E-1B76-4B92-93B7-0D0DDA8D4DA4}" type="pres">
      <dgm:prSet presAssocID="{65E74189-3DBF-4193-9DD4-576625AA29E0}" presName="spaceRect" presStyleCnt="0"/>
      <dgm:spPr/>
    </dgm:pt>
    <dgm:pt modelId="{7E6E732D-5F9B-48CE-9E35-D0E08E7A16D6}" type="pres">
      <dgm:prSet presAssocID="{65E74189-3DBF-4193-9DD4-576625AA29E0}" presName="textRect" presStyleLbl="revTx" presStyleIdx="0" presStyleCnt="3">
        <dgm:presLayoutVars>
          <dgm:chMax val="1"/>
          <dgm:chPref val="1"/>
        </dgm:presLayoutVars>
      </dgm:prSet>
      <dgm:spPr/>
    </dgm:pt>
    <dgm:pt modelId="{AAEDA01B-3BA6-4272-865F-AB7070542F0C}" type="pres">
      <dgm:prSet presAssocID="{D296ADA5-C944-428B-AEDA-AA81B73C792D}" presName="sibTrans" presStyleCnt="0"/>
      <dgm:spPr/>
    </dgm:pt>
    <dgm:pt modelId="{F489D0B9-A546-4668-B8D2-4B389810D1F6}" type="pres">
      <dgm:prSet presAssocID="{BC1C1BE7-8D86-416B-B894-856F9D4D20A0}" presName="compNode" presStyleCnt="0"/>
      <dgm:spPr/>
    </dgm:pt>
    <dgm:pt modelId="{E2D20B40-81CB-4542-9775-F68318BE57DD}" type="pres">
      <dgm:prSet presAssocID="{BC1C1BE7-8D86-416B-B894-856F9D4D20A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488F4CFC-E938-403A-9387-579C0B948229}" type="pres">
      <dgm:prSet presAssocID="{BC1C1BE7-8D86-416B-B894-856F9D4D20A0}" presName="spaceRect" presStyleCnt="0"/>
      <dgm:spPr/>
    </dgm:pt>
    <dgm:pt modelId="{7A8A6B92-DEAB-4334-A6AB-577CCEE6DF62}" type="pres">
      <dgm:prSet presAssocID="{BC1C1BE7-8D86-416B-B894-856F9D4D20A0}" presName="textRect" presStyleLbl="revTx" presStyleIdx="1" presStyleCnt="3">
        <dgm:presLayoutVars>
          <dgm:chMax val="1"/>
          <dgm:chPref val="1"/>
        </dgm:presLayoutVars>
      </dgm:prSet>
      <dgm:spPr/>
    </dgm:pt>
    <dgm:pt modelId="{C97CD5C1-522B-4855-ABD5-403B2453140E}" type="pres">
      <dgm:prSet presAssocID="{D1D84FED-977F-4DF7-A8D8-07FE4919A015}" presName="sibTrans" presStyleCnt="0"/>
      <dgm:spPr/>
    </dgm:pt>
    <dgm:pt modelId="{351442E1-77DB-483E-809C-3EC599C08BA1}" type="pres">
      <dgm:prSet presAssocID="{C612BAB9-E6F1-45EB-8438-19D33B2C7FB4}" presName="compNode" presStyleCnt="0"/>
      <dgm:spPr/>
    </dgm:pt>
    <dgm:pt modelId="{C3B5A6F0-EE01-4028-BD1D-93A7348E20D2}" type="pres">
      <dgm:prSet presAssocID="{C612BAB9-E6F1-45EB-8438-19D33B2C7F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yncing Cloud"/>
        </a:ext>
      </dgm:extLst>
    </dgm:pt>
    <dgm:pt modelId="{9CC1C020-8DE3-4F65-91CB-EE210658E05E}" type="pres">
      <dgm:prSet presAssocID="{C612BAB9-E6F1-45EB-8438-19D33B2C7FB4}" presName="spaceRect" presStyleCnt="0"/>
      <dgm:spPr/>
    </dgm:pt>
    <dgm:pt modelId="{3747911C-436B-4365-A8F6-4C78509338DF}" type="pres">
      <dgm:prSet presAssocID="{C612BAB9-E6F1-45EB-8438-19D33B2C7FB4}" presName="textRect" presStyleLbl="revTx" presStyleIdx="2" presStyleCnt="3">
        <dgm:presLayoutVars>
          <dgm:chMax val="1"/>
          <dgm:chPref val="1"/>
        </dgm:presLayoutVars>
      </dgm:prSet>
      <dgm:spPr/>
    </dgm:pt>
  </dgm:ptLst>
  <dgm:cxnLst>
    <dgm:cxn modelId="{2EC23A09-EBFA-439A-BA49-BF7BB061D86D}" srcId="{92DE0640-CAFA-4274-8B64-C0BF106790CA}" destId="{65E74189-3DBF-4193-9DD4-576625AA29E0}" srcOrd="0" destOrd="0" parTransId="{2BB7B6DA-BE2B-4AA2-8889-568F9BC440A4}" sibTransId="{D296ADA5-C944-428B-AEDA-AA81B73C792D}"/>
    <dgm:cxn modelId="{FD55C730-F6B4-4791-9C36-540FD780C266}" srcId="{92DE0640-CAFA-4274-8B64-C0BF106790CA}" destId="{C612BAB9-E6F1-45EB-8438-19D33B2C7FB4}" srcOrd="2" destOrd="0" parTransId="{AF4D597D-2A9C-4100-9566-59D6E74A4169}" sibTransId="{37ABC219-62EE-423A-BE57-5B131B1EB8B4}"/>
    <dgm:cxn modelId="{B3BB1F6A-0AD8-4FC6-BC3A-8386D1DA6223}" type="presOf" srcId="{65E74189-3DBF-4193-9DD4-576625AA29E0}" destId="{7E6E732D-5F9B-48CE-9E35-D0E08E7A16D6}" srcOrd="0" destOrd="0" presId="urn:microsoft.com/office/officeart/2018/2/layout/IconLabelList"/>
    <dgm:cxn modelId="{40243B4C-1A61-478F-8FAB-7FC38050CA31}" type="presOf" srcId="{92DE0640-CAFA-4274-8B64-C0BF106790CA}" destId="{EBEFCC49-F635-4E61-A664-2F22392383C0}" srcOrd="0" destOrd="0" presId="urn:microsoft.com/office/officeart/2018/2/layout/IconLabelList"/>
    <dgm:cxn modelId="{EE96B26D-7A88-4EF4-BE36-B304396F6D4C}" type="presOf" srcId="{BC1C1BE7-8D86-416B-B894-856F9D4D20A0}" destId="{7A8A6B92-DEAB-4334-A6AB-577CCEE6DF62}" srcOrd="0" destOrd="0" presId="urn:microsoft.com/office/officeart/2018/2/layout/IconLabelList"/>
    <dgm:cxn modelId="{47F4C758-D216-443C-8356-4ADFCAB2C014}" srcId="{92DE0640-CAFA-4274-8B64-C0BF106790CA}" destId="{BC1C1BE7-8D86-416B-B894-856F9D4D20A0}" srcOrd="1" destOrd="0" parTransId="{02CA7D58-3CA2-442D-B4AB-BFB2AE24A4C4}" sibTransId="{D1D84FED-977F-4DF7-A8D8-07FE4919A015}"/>
    <dgm:cxn modelId="{2B60F6F6-149E-4FC4-8F04-7E8445CBB82B}" type="presOf" srcId="{C612BAB9-E6F1-45EB-8438-19D33B2C7FB4}" destId="{3747911C-436B-4365-A8F6-4C78509338DF}" srcOrd="0" destOrd="0" presId="urn:microsoft.com/office/officeart/2018/2/layout/IconLabelList"/>
    <dgm:cxn modelId="{F51EE32E-FEA3-4BFD-A363-8075C3116642}" type="presParOf" srcId="{EBEFCC49-F635-4E61-A664-2F22392383C0}" destId="{410E4F7C-7377-470B-8D34-36B16F0E2EAB}" srcOrd="0" destOrd="0" presId="urn:microsoft.com/office/officeart/2018/2/layout/IconLabelList"/>
    <dgm:cxn modelId="{74295B90-6E86-4AD8-B2D3-52DEFB7122BA}" type="presParOf" srcId="{410E4F7C-7377-470B-8D34-36B16F0E2EAB}" destId="{5C5CC16F-0714-44A8-B4B8-95F7859EC2C3}" srcOrd="0" destOrd="0" presId="urn:microsoft.com/office/officeart/2018/2/layout/IconLabelList"/>
    <dgm:cxn modelId="{D904E71F-C34D-4683-93C0-F62588BFC3A2}" type="presParOf" srcId="{410E4F7C-7377-470B-8D34-36B16F0E2EAB}" destId="{F417E18E-1B76-4B92-93B7-0D0DDA8D4DA4}" srcOrd="1" destOrd="0" presId="urn:microsoft.com/office/officeart/2018/2/layout/IconLabelList"/>
    <dgm:cxn modelId="{A3025C1A-3FB9-4E6F-A6D8-F32AC37D9FA4}" type="presParOf" srcId="{410E4F7C-7377-470B-8D34-36B16F0E2EAB}" destId="{7E6E732D-5F9B-48CE-9E35-D0E08E7A16D6}" srcOrd="2" destOrd="0" presId="urn:microsoft.com/office/officeart/2018/2/layout/IconLabelList"/>
    <dgm:cxn modelId="{FA7CC80B-7ED3-4F95-A5D3-DEB7C91722DE}" type="presParOf" srcId="{EBEFCC49-F635-4E61-A664-2F22392383C0}" destId="{AAEDA01B-3BA6-4272-865F-AB7070542F0C}" srcOrd="1" destOrd="0" presId="urn:microsoft.com/office/officeart/2018/2/layout/IconLabelList"/>
    <dgm:cxn modelId="{FB11003C-B4BC-44F8-B129-69A856E0EDB8}" type="presParOf" srcId="{EBEFCC49-F635-4E61-A664-2F22392383C0}" destId="{F489D0B9-A546-4668-B8D2-4B389810D1F6}" srcOrd="2" destOrd="0" presId="urn:microsoft.com/office/officeart/2018/2/layout/IconLabelList"/>
    <dgm:cxn modelId="{241ABE4F-C746-4DC8-9FC8-BE4C95570B4F}" type="presParOf" srcId="{F489D0B9-A546-4668-B8D2-4B389810D1F6}" destId="{E2D20B40-81CB-4542-9775-F68318BE57DD}" srcOrd="0" destOrd="0" presId="urn:microsoft.com/office/officeart/2018/2/layout/IconLabelList"/>
    <dgm:cxn modelId="{A03102B7-6CEC-443E-B511-A4063BCA7384}" type="presParOf" srcId="{F489D0B9-A546-4668-B8D2-4B389810D1F6}" destId="{488F4CFC-E938-403A-9387-579C0B948229}" srcOrd="1" destOrd="0" presId="urn:microsoft.com/office/officeart/2018/2/layout/IconLabelList"/>
    <dgm:cxn modelId="{7E1D4594-5018-433D-A763-8B92066E045A}" type="presParOf" srcId="{F489D0B9-A546-4668-B8D2-4B389810D1F6}" destId="{7A8A6B92-DEAB-4334-A6AB-577CCEE6DF62}" srcOrd="2" destOrd="0" presId="urn:microsoft.com/office/officeart/2018/2/layout/IconLabelList"/>
    <dgm:cxn modelId="{5FA2E90A-9597-463F-B0AE-BB3BCD97FCCF}" type="presParOf" srcId="{EBEFCC49-F635-4E61-A664-2F22392383C0}" destId="{C97CD5C1-522B-4855-ABD5-403B2453140E}" srcOrd="3" destOrd="0" presId="urn:microsoft.com/office/officeart/2018/2/layout/IconLabelList"/>
    <dgm:cxn modelId="{7E9EFAAB-06B6-44D4-8A86-E91E3BC54A07}" type="presParOf" srcId="{EBEFCC49-F635-4E61-A664-2F22392383C0}" destId="{351442E1-77DB-483E-809C-3EC599C08BA1}" srcOrd="4" destOrd="0" presId="urn:microsoft.com/office/officeart/2018/2/layout/IconLabelList"/>
    <dgm:cxn modelId="{855D1198-5561-4D65-B01D-E104D74B0DF2}" type="presParOf" srcId="{351442E1-77DB-483E-809C-3EC599C08BA1}" destId="{C3B5A6F0-EE01-4028-BD1D-93A7348E20D2}" srcOrd="0" destOrd="0" presId="urn:microsoft.com/office/officeart/2018/2/layout/IconLabelList"/>
    <dgm:cxn modelId="{1406CD07-7229-4175-8F8A-48D0400793F0}" type="presParOf" srcId="{351442E1-77DB-483E-809C-3EC599C08BA1}" destId="{9CC1C020-8DE3-4F65-91CB-EE210658E05E}" srcOrd="1" destOrd="0" presId="urn:microsoft.com/office/officeart/2018/2/layout/IconLabelList"/>
    <dgm:cxn modelId="{B4F0E8F1-2055-4071-9590-4392F500C654}" type="presParOf" srcId="{351442E1-77DB-483E-809C-3EC599C08BA1}" destId="{3747911C-436B-4365-A8F6-4C78509338D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B93A525-07C7-463A-98B1-6710A21CF7F8}"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E721543E-D68D-4F14-919F-AE5280B9B56C}">
      <dgm:prSet/>
      <dgm:spPr/>
      <dgm:t>
        <a:bodyPr/>
        <a:lstStyle/>
        <a:p>
          <a:r>
            <a:rPr lang="en-MY"/>
            <a:t>Ensures consistent performance during peak loads.</a:t>
          </a:r>
          <a:endParaRPr lang="en-US"/>
        </a:p>
      </dgm:t>
    </dgm:pt>
    <dgm:pt modelId="{DA4D81DF-033B-41AB-A0BE-4DC0771F86D4}" type="parTrans" cxnId="{BBD7344D-21C8-402E-8581-F7145ABE4C74}">
      <dgm:prSet/>
      <dgm:spPr/>
      <dgm:t>
        <a:bodyPr/>
        <a:lstStyle/>
        <a:p>
          <a:endParaRPr lang="en-US"/>
        </a:p>
      </dgm:t>
    </dgm:pt>
    <dgm:pt modelId="{6DD38EB5-4EBB-4D1A-9D64-7F06F0A22176}" type="sibTrans" cxnId="{BBD7344D-21C8-402E-8581-F7145ABE4C74}">
      <dgm:prSet/>
      <dgm:spPr/>
      <dgm:t>
        <a:bodyPr/>
        <a:lstStyle/>
        <a:p>
          <a:endParaRPr lang="en-US"/>
        </a:p>
      </dgm:t>
    </dgm:pt>
    <dgm:pt modelId="{D1A0645F-4B62-496B-8F4F-C99EF850C039}">
      <dgm:prSet/>
      <dgm:spPr/>
      <dgm:t>
        <a:bodyPr/>
        <a:lstStyle/>
        <a:p>
          <a:r>
            <a:rPr lang="en-MY"/>
            <a:t>Reduces system downtime and service disruptions.</a:t>
          </a:r>
          <a:endParaRPr lang="en-US"/>
        </a:p>
      </dgm:t>
    </dgm:pt>
    <dgm:pt modelId="{67F2C209-1735-476B-8666-EACFF22F301C}" type="parTrans" cxnId="{A94443E4-778C-402E-9BAC-354F7AC0B280}">
      <dgm:prSet/>
      <dgm:spPr/>
      <dgm:t>
        <a:bodyPr/>
        <a:lstStyle/>
        <a:p>
          <a:endParaRPr lang="en-US"/>
        </a:p>
      </dgm:t>
    </dgm:pt>
    <dgm:pt modelId="{2D90524F-F0AC-431F-B960-518BA290A241}" type="sibTrans" cxnId="{A94443E4-778C-402E-9BAC-354F7AC0B280}">
      <dgm:prSet/>
      <dgm:spPr/>
      <dgm:t>
        <a:bodyPr/>
        <a:lstStyle/>
        <a:p>
          <a:endParaRPr lang="en-US"/>
        </a:p>
      </dgm:t>
    </dgm:pt>
    <dgm:pt modelId="{C10C9CAC-B07F-4C28-84B4-CF1E45DD2CF3}">
      <dgm:prSet/>
      <dgm:spPr/>
      <dgm:t>
        <a:bodyPr/>
        <a:lstStyle/>
        <a:p>
          <a:r>
            <a:rPr lang="en-MY"/>
            <a:t>Optimizes operational costs by scaling resources as needed.</a:t>
          </a:r>
          <a:endParaRPr lang="en-US"/>
        </a:p>
      </dgm:t>
    </dgm:pt>
    <dgm:pt modelId="{D21A2D61-2E74-4468-B158-502E483A0518}" type="parTrans" cxnId="{119A9576-60AB-4F37-AA71-E3E11DB16C6D}">
      <dgm:prSet/>
      <dgm:spPr/>
      <dgm:t>
        <a:bodyPr/>
        <a:lstStyle/>
        <a:p>
          <a:endParaRPr lang="en-US"/>
        </a:p>
      </dgm:t>
    </dgm:pt>
    <dgm:pt modelId="{5D4F6F00-09F9-4B57-A760-47AE119B078A}" type="sibTrans" cxnId="{119A9576-60AB-4F37-AA71-E3E11DB16C6D}">
      <dgm:prSet/>
      <dgm:spPr/>
      <dgm:t>
        <a:bodyPr/>
        <a:lstStyle/>
        <a:p>
          <a:endParaRPr lang="en-US"/>
        </a:p>
      </dgm:t>
    </dgm:pt>
    <dgm:pt modelId="{45954853-8461-4305-9371-A48698920D2C}">
      <dgm:prSet/>
      <dgm:spPr/>
      <dgm:t>
        <a:bodyPr/>
        <a:lstStyle/>
        <a:p>
          <a:r>
            <a:rPr lang="en-MY"/>
            <a:t>Supports business growth and user demand.</a:t>
          </a:r>
          <a:endParaRPr lang="en-US"/>
        </a:p>
      </dgm:t>
    </dgm:pt>
    <dgm:pt modelId="{A1D0808D-778D-4E1F-8838-C7959BEAC262}" type="parTrans" cxnId="{7EE1F476-05AD-4763-8334-EC8FC89BA7CB}">
      <dgm:prSet/>
      <dgm:spPr/>
      <dgm:t>
        <a:bodyPr/>
        <a:lstStyle/>
        <a:p>
          <a:endParaRPr lang="en-US"/>
        </a:p>
      </dgm:t>
    </dgm:pt>
    <dgm:pt modelId="{3BDCEEE5-D015-4D0A-B27A-6CDD9EF4FCBA}" type="sibTrans" cxnId="{7EE1F476-05AD-4763-8334-EC8FC89BA7CB}">
      <dgm:prSet/>
      <dgm:spPr/>
      <dgm:t>
        <a:bodyPr/>
        <a:lstStyle/>
        <a:p>
          <a:endParaRPr lang="en-US"/>
        </a:p>
      </dgm:t>
    </dgm:pt>
    <dgm:pt modelId="{3F1A6DC1-370F-43D4-9935-824B6D10CD63}" type="pres">
      <dgm:prSet presAssocID="{4B93A525-07C7-463A-98B1-6710A21CF7F8}" presName="root" presStyleCnt="0">
        <dgm:presLayoutVars>
          <dgm:dir/>
          <dgm:resizeHandles val="exact"/>
        </dgm:presLayoutVars>
      </dgm:prSet>
      <dgm:spPr/>
    </dgm:pt>
    <dgm:pt modelId="{72D955AF-04F2-48AB-AAF4-C7BE623610FF}" type="pres">
      <dgm:prSet presAssocID="{4B93A525-07C7-463A-98B1-6710A21CF7F8}" presName="container" presStyleCnt="0">
        <dgm:presLayoutVars>
          <dgm:dir/>
          <dgm:resizeHandles val="exact"/>
        </dgm:presLayoutVars>
      </dgm:prSet>
      <dgm:spPr/>
    </dgm:pt>
    <dgm:pt modelId="{C7904042-EA3E-48A0-A1E7-DFBB43544367}" type="pres">
      <dgm:prSet presAssocID="{E721543E-D68D-4F14-919F-AE5280B9B56C}" presName="compNode" presStyleCnt="0"/>
      <dgm:spPr/>
    </dgm:pt>
    <dgm:pt modelId="{CB9C9F87-998B-4095-AAB3-94AD5291BEE4}" type="pres">
      <dgm:prSet presAssocID="{E721543E-D68D-4F14-919F-AE5280B9B56C}" presName="iconBgRect" presStyleLbl="bgShp" presStyleIdx="0" presStyleCnt="4"/>
      <dgm:spPr/>
    </dgm:pt>
    <dgm:pt modelId="{8931F6AE-4724-4D71-8189-45D7821C5D4E}" type="pres">
      <dgm:prSet presAssocID="{E721543E-D68D-4F14-919F-AE5280B9B56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FEB3D27C-0647-4B08-8C3B-5F02FCE08DDF}" type="pres">
      <dgm:prSet presAssocID="{E721543E-D68D-4F14-919F-AE5280B9B56C}" presName="spaceRect" presStyleCnt="0"/>
      <dgm:spPr/>
    </dgm:pt>
    <dgm:pt modelId="{C9FD8FFA-6229-4EA9-81E8-28E38E42A802}" type="pres">
      <dgm:prSet presAssocID="{E721543E-D68D-4F14-919F-AE5280B9B56C}" presName="textRect" presStyleLbl="revTx" presStyleIdx="0" presStyleCnt="4">
        <dgm:presLayoutVars>
          <dgm:chMax val="1"/>
          <dgm:chPref val="1"/>
        </dgm:presLayoutVars>
      </dgm:prSet>
      <dgm:spPr/>
    </dgm:pt>
    <dgm:pt modelId="{7EBAF96D-4AB6-4A5D-B22C-BAFA56F43407}" type="pres">
      <dgm:prSet presAssocID="{6DD38EB5-4EBB-4D1A-9D64-7F06F0A22176}" presName="sibTrans" presStyleLbl="sibTrans2D1" presStyleIdx="0" presStyleCnt="0"/>
      <dgm:spPr/>
    </dgm:pt>
    <dgm:pt modelId="{A649084E-5D3A-4946-B560-DFA9DDE0049A}" type="pres">
      <dgm:prSet presAssocID="{D1A0645F-4B62-496B-8F4F-C99EF850C039}" presName="compNode" presStyleCnt="0"/>
      <dgm:spPr/>
    </dgm:pt>
    <dgm:pt modelId="{1186EA55-A09B-448D-9A6A-71B4A4679FB9}" type="pres">
      <dgm:prSet presAssocID="{D1A0645F-4B62-496B-8F4F-C99EF850C039}" presName="iconBgRect" presStyleLbl="bgShp" presStyleIdx="1" presStyleCnt="4"/>
      <dgm:spPr/>
    </dgm:pt>
    <dgm:pt modelId="{ABEF51E5-D1CC-4E73-8A80-44CD830E947B}" type="pres">
      <dgm:prSet presAssocID="{D1A0645F-4B62-496B-8F4F-C99EF850C03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ug"/>
        </a:ext>
      </dgm:extLst>
    </dgm:pt>
    <dgm:pt modelId="{162B263E-9803-450F-A37A-4FE14239B0E7}" type="pres">
      <dgm:prSet presAssocID="{D1A0645F-4B62-496B-8F4F-C99EF850C039}" presName="spaceRect" presStyleCnt="0"/>
      <dgm:spPr/>
    </dgm:pt>
    <dgm:pt modelId="{38AE4D31-77D2-407B-9ED6-072091C89476}" type="pres">
      <dgm:prSet presAssocID="{D1A0645F-4B62-496B-8F4F-C99EF850C039}" presName="textRect" presStyleLbl="revTx" presStyleIdx="1" presStyleCnt="4">
        <dgm:presLayoutVars>
          <dgm:chMax val="1"/>
          <dgm:chPref val="1"/>
        </dgm:presLayoutVars>
      </dgm:prSet>
      <dgm:spPr/>
    </dgm:pt>
    <dgm:pt modelId="{BFAFC66B-B365-42B7-8EB6-3DAB328FF4F5}" type="pres">
      <dgm:prSet presAssocID="{2D90524F-F0AC-431F-B960-518BA290A241}" presName="sibTrans" presStyleLbl="sibTrans2D1" presStyleIdx="0" presStyleCnt="0"/>
      <dgm:spPr/>
    </dgm:pt>
    <dgm:pt modelId="{F64F8725-CC3C-438A-8C92-BA174D7454B0}" type="pres">
      <dgm:prSet presAssocID="{C10C9CAC-B07F-4C28-84B4-CF1E45DD2CF3}" presName="compNode" presStyleCnt="0"/>
      <dgm:spPr/>
    </dgm:pt>
    <dgm:pt modelId="{537132D9-8D46-494A-9533-95334B5D531C}" type="pres">
      <dgm:prSet presAssocID="{C10C9CAC-B07F-4C28-84B4-CF1E45DD2CF3}" presName="iconBgRect" presStyleLbl="bgShp" presStyleIdx="2" presStyleCnt="4"/>
      <dgm:spPr/>
    </dgm:pt>
    <dgm:pt modelId="{9030CC22-75EB-420E-85F0-4A1EA0CAE482}" type="pres">
      <dgm:prSet presAssocID="{C10C9CAC-B07F-4C28-84B4-CF1E45DD2CF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0BE3349F-3FFC-4FD0-AF66-C936CBF58814}" type="pres">
      <dgm:prSet presAssocID="{C10C9CAC-B07F-4C28-84B4-CF1E45DD2CF3}" presName="spaceRect" presStyleCnt="0"/>
      <dgm:spPr/>
    </dgm:pt>
    <dgm:pt modelId="{37593E7A-5660-4F58-9A7A-CD86C9965830}" type="pres">
      <dgm:prSet presAssocID="{C10C9CAC-B07F-4C28-84B4-CF1E45DD2CF3}" presName="textRect" presStyleLbl="revTx" presStyleIdx="2" presStyleCnt="4">
        <dgm:presLayoutVars>
          <dgm:chMax val="1"/>
          <dgm:chPref val="1"/>
        </dgm:presLayoutVars>
      </dgm:prSet>
      <dgm:spPr/>
    </dgm:pt>
    <dgm:pt modelId="{9C864E1A-C7A0-44E3-8628-4FC8EF453B8D}" type="pres">
      <dgm:prSet presAssocID="{5D4F6F00-09F9-4B57-A760-47AE119B078A}" presName="sibTrans" presStyleLbl="sibTrans2D1" presStyleIdx="0" presStyleCnt="0"/>
      <dgm:spPr/>
    </dgm:pt>
    <dgm:pt modelId="{EFBD933F-F57E-4369-8FB2-ED8294FB7AD8}" type="pres">
      <dgm:prSet presAssocID="{45954853-8461-4305-9371-A48698920D2C}" presName="compNode" presStyleCnt="0"/>
      <dgm:spPr/>
    </dgm:pt>
    <dgm:pt modelId="{25C0C6DB-FA6A-4A4D-A1E3-9F863AFB3BDE}" type="pres">
      <dgm:prSet presAssocID="{45954853-8461-4305-9371-A48698920D2C}" presName="iconBgRect" presStyleLbl="bgShp" presStyleIdx="3" presStyleCnt="4"/>
      <dgm:spPr/>
    </dgm:pt>
    <dgm:pt modelId="{B5403504-FA21-408D-8751-90865DBE340D}" type="pres">
      <dgm:prSet presAssocID="{45954853-8461-4305-9371-A48698920D2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iness Growth"/>
        </a:ext>
      </dgm:extLst>
    </dgm:pt>
    <dgm:pt modelId="{42F6C6BB-3CBA-46D9-9767-35D11E1F5C6A}" type="pres">
      <dgm:prSet presAssocID="{45954853-8461-4305-9371-A48698920D2C}" presName="spaceRect" presStyleCnt="0"/>
      <dgm:spPr/>
    </dgm:pt>
    <dgm:pt modelId="{A8CE838D-897E-4048-A839-813AA4A5D51C}" type="pres">
      <dgm:prSet presAssocID="{45954853-8461-4305-9371-A48698920D2C}" presName="textRect" presStyleLbl="revTx" presStyleIdx="3" presStyleCnt="4">
        <dgm:presLayoutVars>
          <dgm:chMax val="1"/>
          <dgm:chPref val="1"/>
        </dgm:presLayoutVars>
      </dgm:prSet>
      <dgm:spPr/>
    </dgm:pt>
  </dgm:ptLst>
  <dgm:cxnLst>
    <dgm:cxn modelId="{85855668-05EC-4246-A961-A8C990FA0F8D}" type="presOf" srcId="{E721543E-D68D-4F14-919F-AE5280B9B56C}" destId="{C9FD8FFA-6229-4EA9-81E8-28E38E42A802}" srcOrd="0" destOrd="0" presId="urn:microsoft.com/office/officeart/2018/2/layout/IconCircleList"/>
    <dgm:cxn modelId="{7B4B5B6B-B15D-40C0-BA6D-9341D613967A}" type="presOf" srcId="{5D4F6F00-09F9-4B57-A760-47AE119B078A}" destId="{9C864E1A-C7A0-44E3-8628-4FC8EF453B8D}" srcOrd="0" destOrd="0" presId="urn:microsoft.com/office/officeart/2018/2/layout/IconCircleList"/>
    <dgm:cxn modelId="{BBD7344D-21C8-402E-8581-F7145ABE4C74}" srcId="{4B93A525-07C7-463A-98B1-6710A21CF7F8}" destId="{E721543E-D68D-4F14-919F-AE5280B9B56C}" srcOrd="0" destOrd="0" parTransId="{DA4D81DF-033B-41AB-A0BE-4DC0771F86D4}" sibTransId="{6DD38EB5-4EBB-4D1A-9D64-7F06F0A22176}"/>
    <dgm:cxn modelId="{119A9576-60AB-4F37-AA71-E3E11DB16C6D}" srcId="{4B93A525-07C7-463A-98B1-6710A21CF7F8}" destId="{C10C9CAC-B07F-4C28-84B4-CF1E45DD2CF3}" srcOrd="2" destOrd="0" parTransId="{D21A2D61-2E74-4468-B158-502E483A0518}" sibTransId="{5D4F6F00-09F9-4B57-A760-47AE119B078A}"/>
    <dgm:cxn modelId="{7EE1F476-05AD-4763-8334-EC8FC89BA7CB}" srcId="{4B93A525-07C7-463A-98B1-6710A21CF7F8}" destId="{45954853-8461-4305-9371-A48698920D2C}" srcOrd="3" destOrd="0" parTransId="{A1D0808D-778D-4E1F-8838-C7959BEAC262}" sibTransId="{3BDCEEE5-D015-4D0A-B27A-6CDD9EF4FCBA}"/>
    <dgm:cxn modelId="{79F50B86-9349-4C1B-AAAB-D1496790B5FA}" type="presOf" srcId="{4B93A525-07C7-463A-98B1-6710A21CF7F8}" destId="{3F1A6DC1-370F-43D4-9935-824B6D10CD63}" srcOrd="0" destOrd="0" presId="urn:microsoft.com/office/officeart/2018/2/layout/IconCircleList"/>
    <dgm:cxn modelId="{A7D1F18E-74E8-4AB3-B91A-549FBD5F9AED}" type="presOf" srcId="{D1A0645F-4B62-496B-8F4F-C99EF850C039}" destId="{38AE4D31-77D2-407B-9ED6-072091C89476}" srcOrd="0" destOrd="0" presId="urn:microsoft.com/office/officeart/2018/2/layout/IconCircleList"/>
    <dgm:cxn modelId="{310FB698-27A0-437F-850B-FE06BC39BEE5}" type="presOf" srcId="{6DD38EB5-4EBB-4D1A-9D64-7F06F0A22176}" destId="{7EBAF96D-4AB6-4A5D-B22C-BAFA56F43407}" srcOrd="0" destOrd="0" presId="urn:microsoft.com/office/officeart/2018/2/layout/IconCircleList"/>
    <dgm:cxn modelId="{BCB99C9A-99C1-471A-B708-9335BB5B69C6}" type="presOf" srcId="{45954853-8461-4305-9371-A48698920D2C}" destId="{A8CE838D-897E-4048-A839-813AA4A5D51C}" srcOrd="0" destOrd="0" presId="urn:microsoft.com/office/officeart/2018/2/layout/IconCircleList"/>
    <dgm:cxn modelId="{A94443E4-778C-402E-9BAC-354F7AC0B280}" srcId="{4B93A525-07C7-463A-98B1-6710A21CF7F8}" destId="{D1A0645F-4B62-496B-8F4F-C99EF850C039}" srcOrd="1" destOrd="0" parTransId="{67F2C209-1735-476B-8666-EACFF22F301C}" sibTransId="{2D90524F-F0AC-431F-B960-518BA290A241}"/>
    <dgm:cxn modelId="{A752CAED-173F-4DCD-8A3E-55893A85C856}" type="presOf" srcId="{C10C9CAC-B07F-4C28-84B4-CF1E45DD2CF3}" destId="{37593E7A-5660-4F58-9A7A-CD86C9965830}" srcOrd="0" destOrd="0" presId="urn:microsoft.com/office/officeart/2018/2/layout/IconCircleList"/>
    <dgm:cxn modelId="{DC7706F7-112F-405C-8DBC-65F42DEBFBCD}" type="presOf" srcId="{2D90524F-F0AC-431F-B960-518BA290A241}" destId="{BFAFC66B-B365-42B7-8EB6-3DAB328FF4F5}" srcOrd="0" destOrd="0" presId="urn:microsoft.com/office/officeart/2018/2/layout/IconCircleList"/>
    <dgm:cxn modelId="{30FBB1CF-77F1-4E60-95E4-22BC4A8BCEC2}" type="presParOf" srcId="{3F1A6DC1-370F-43D4-9935-824B6D10CD63}" destId="{72D955AF-04F2-48AB-AAF4-C7BE623610FF}" srcOrd="0" destOrd="0" presId="urn:microsoft.com/office/officeart/2018/2/layout/IconCircleList"/>
    <dgm:cxn modelId="{B801F110-8C38-4F48-8D44-F20E1ADD6DB2}" type="presParOf" srcId="{72D955AF-04F2-48AB-AAF4-C7BE623610FF}" destId="{C7904042-EA3E-48A0-A1E7-DFBB43544367}" srcOrd="0" destOrd="0" presId="urn:microsoft.com/office/officeart/2018/2/layout/IconCircleList"/>
    <dgm:cxn modelId="{913AC04E-54D9-4B82-8679-80C85D419D6C}" type="presParOf" srcId="{C7904042-EA3E-48A0-A1E7-DFBB43544367}" destId="{CB9C9F87-998B-4095-AAB3-94AD5291BEE4}" srcOrd="0" destOrd="0" presId="urn:microsoft.com/office/officeart/2018/2/layout/IconCircleList"/>
    <dgm:cxn modelId="{31666ECC-9CEF-481D-8CA2-A9123D9F1345}" type="presParOf" srcId="{C7904042-EA3E-48A0-A1E7-DFBB43544367}" destId="{8931F6AE-4724-4D71-8189-45D7821C5D4E}" srcOrd="1" destOrd="0" presId="urn:microsoft.com/office/officeart/2018/2/layout/IconCircleList"/>
    <dgm:cxn modelId="{0517086E-0305-47AF-BC4A-9539B673C747}" type="presParOf" srcId="{C7904042-EA3E-48A0-A1E7-DFBB43544367}" destId="{FEB3D27C-0647-4B08-8C3B-5F02FCE08DDF}" srcOrd="2" destOrd="0" presId="urn:microsoft.com/office/officeart/2018/2/layout/IconCircleList"/>
    <dgm:cxn modelId="{BEBF2271-3D1A-4598-B41F-1A6BEC7EDFB9}" type="presParOf" srcId="{C7904042-EA3E-48A0-A1E7-DFBB43544367}" destId="{C9FD8FFA-6229-4EA9-81E8-28E38E42A802}" srcOrd="3" destOrd="0" presId="urn:microsoft.com/office/officeart/2018/2/layout/IconCircleList"/>
    <dgm:cxn modelId="{580F0CE2-18CA-45B0-92AD-6DD0AED08E7B}" type="presParOf" srcId="{72D955AF-04F2-48AB-AAF4-C7BE623610FF}" destId="{7EBAF96D-4AB6-4A5D-B22C-BAFA56F43407}" srcOrd="1" destOrd="0" presId="urn:microsoft.com/office/officeart/2018/2/layout/IconCircleList"/>
    <dgm:cxn modelId="{6AA9929C-CFB5-431B-B415-B301B9506E87}" type="presParOf" srcId="{72D955AF-04F2-48AB-AAF4-C7BE623610FF}" destId="{A649084E-5D3A-4946-B560-DFA9DDE0049A}" srcOrd="2" destOrd="0" presId="urn:microsoft.com/office/officeart/2018/2/layout/IconCircleList"/>
    <dgm:cxn modelId="{E5E2B6E0-54DB-4D14-8113-016AEBAB9895}" type="presParOf" srcId="{A649084E-5D3A-4946-B560-DFA9DDE0049A}" destId="{1186EA55-A09B-448D-9A6A-71B4A4679FB9}" srcOrd="0" destOrd="0" presId="urn:microsoft.com/office/officeart/2018/2/layout/IconCircleList"/>
    <dgm:cxn modelId="{230D073B-DA84-4F35-A2F3-D867CE018282}" type="presParOf" srcId="{A649084E-5D3A-4946-B560-DFA9DDE0049A}" destId="{ABEF51E5-D1CC-4E73-8A80-44CD830E947B}" srcOrd="1" destOrd="0" presId="urn:microsoft.com/office/officeart/2018/2/layout/IconCircleList"/>
    <dgm:cxn modelId="{25B8ACEB-D16C-4A73-89A6-19301EDBE77B}" type="presParOf" srcId="{A649084E-5D3A-4946-B560-DFA9DDE0049A}" destId="{162B263E-9803-450F-A37A-4FE14239B0E7}" srcOrd="2" destOrd="0" presId="urn:microsoft.com/office/officeart/2018/2/layout/IconCircleList"/>
    <dgm:cxn modelId="{2EE9E8AB-2C1E-4BC0-A8C8-B008439FE6DC}" type="presParOf" srcId="{A649084E-5D3A-4946-B560-DFA9DDE0049A}" destId="{38AE4D31-77D2-407B-9ED6-072091C89476}" srcOrd="3" destOrd="0" presId="urn:microsoft.com/office/officeart/2018/2/layout/IconCircleList"/>
    <dgm:cxn modelId="{F1027526-6F7C-4F88-ADBC-DC8A5C86FE51}" type="presParOf" srcId="{72D955AF-04F2-48AB-AAF4-C7BE623610FF}" destId="{BFAFC66B-B365-42B7-8EB6-3DAB328FF4F5}" srcOrd="3" destOrd="0" presId="urn:microsoft.com/office/officeart/2018/2/layout/IconCircleList"/>
    <dgm:cxn modelId="{5EACBCE1-3530-4037-9F46-343A0D6A6AF2}" type="presParOf" srcId="{72D955AF-04F2-48AB-AAF4-C7BE623610FF}" destId="{F64F8725-CC3C-438A-8C92-BA174D7454B0}" srcOrd="4" destOrd="0" presId="urn:microsoft.com/office/officeart/2018/2/layout/IconCircleList"/>
    <dgm:cxn modelId="{7E989487-430D-46DB-88E2-D65532875D25}" type="presParOf" srcId="{F64F8725-CC3C-438A-8C92-BA174D7454B0}" destId="{537132D9-8D46-494A-9533-95334B5D531C}" srcOrd="0" destOrd="0" presId="urn:microsoft.com/office/officeart/2018/2/layout/IconCircleList"/>
    <dgm:cxn modelId="{030DB217-8214-4D04-9DA0-F685BF2FBC9E}" type="presParOf" srcId="{F64F8725-CC3C-438A-8C92-BA174D7454B0}" destId="{9030CC22-75EB-420E-85F0-4A1EA0CAE482}" srcOrd="1" destOrd="0" presId="urn:microsoft.com/office/officeart/2018/2/layout/IconCircleList"/>
    <dgm:cxn modelId="{BC3F0FA7-2F73-4AA4-9F23-DD55E079F335}" type="presParOf" srcId="{F64F8725-CC3C-438A-8C92-BA174D7454B0}" destId="{0BE3349F-3FFC-4FD0-AF66-C936CBF58814}" srcOrd="2" destOrd="0" presId="urn:microsoft.com/office/officeart/2018/2/layout/IconCircleList"/>
    <dgm:cxn modelId="{359EB504-5926-44E3-839D-710FC97C393A}" type="presParOf" srcId="{F64F8725-CC3C-438A-8C92-BA174D7454B0}" destId="{37593E7A-5660-4F58-9A7A-CD86C9965830}" srcOrd="3" destOrd="0" presId="urn:microsoft.com/office/officeart/2018/2/layout/IconCircleList"/>
    <dgm:cxn modelId="{972DABA6-39A2-46F9-84C0-FEE6B51ADA45}" type="presParOf" srcId="{72D955AF-04F2-48AB-AAF4-C7BE623610FF}" destId="{9C864E1A-C7A0-44E3-8628-4FC8EF453B8D}" srcOrd="5" destOrd="0" presId="urn:microsoft.com/office/officeart/2018/2/layout/IconCircleList"/>
    <dgm:cxn modelId="{D66B09F8-D459-468B-9D28-47F448800F82}" type="presParOf" srcId="{72D955AF-04F2-48AB-AAF4-C7BE623610FF}" destId="{EFBD933F-F57E-4369-8FB2-ED8294FB7AD8}" srcOrd="6" destOrd="0" presId="urn:microsoft.com/office/officeart/2018/2/layout/IconCircleList"/>
    <dgm:cxn modelId="{A4B38DC1-2343-46EB-B3B7-0BFE47D3EFC8}" type="presParOf" srcId="{EFBD933F-F57E-4369-8FB2-ED8294FB7AD8}" destId="{25C0C6DB-FA6A-4A4D-A1E3-9F863AFB3BDE}" srcOrd="0" destOrd="0" presId="urn:microsoft.com/office/officeart/2018/2/layout/IconCircleList"/>
    <dgm:cxn modelId="{7C097E86-C084-4206-BF28-9F2B7FC25200}" type="presParOf" srcId="{EFBD933F-F57E-4369-8FB2-ED8294FB7AD8}" destId="{B5403504-FA21-408D-8751-90865DBE340D}" srcOrd="1" destOrd="0" presId="urn:microsoft.com/office/officeart/2018/2/layout/IconCircleList"/>
    <dgm:cxn modelId="{6145D1A0-3FDD-4B33-999C-1CBD8CFB715E}" type="presParOf" srcId="{EFBD933F-F57E-4369-8FB2-ED8294FB7AD8}" destId="{42F6C6BB-3CBA-46D9-9767-35D11E1F5C6A}" srcOrd="2" destOrd="0" presId="urn:microsoft.com/office/officeart/2018/2/layout/IconCircleList"/>
    <dgm:cxn modelId="{6F7E68F9-B809-4C8F-BBC6-35312B358B2E}" type="presParOf" srcId="{EFBD933F-F57E-4369-8FB2-ED8294FB7AD8}" destId="{A8CE838D-897E-4048-A839-813AA4A5D51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25F5416-31B3-467F-8249-212CDE0C98E6}"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E059E1CA-3231-4B89-8046-37777E8D9804}">
      <dgm:prSet/>
      <dgm:spPr/>
      <dgm:t>
        <a:bodyPr/>
        <a:lstStyle/>
        <a:p>
          <a:r>
            <a:rPr lang="en-MY"/>
            <a:t>Hardware failures</a:t>
          </a:r>
          <a:endParaRPr lang="en-US"/>
        </a:p>
      </dgm:t>
    </dgm:pt>
    <dgm:pt modelId="{668B7A7C-AAE5-4187-862D-34E133EBE6AB}" type="parTrans" cxnId="{95FDF880-1A0B-41F1-9DA7-FD095CCC348A}">
      <dgm:prSet/>
      <dgm:spPr/>
      <dgm:t>
        <a:bodyPr/>
        <a:lstStyle/>
        <a:p>
          <a:endParaRPr lang="en-US"/>
        </a:p>
      </dgm:t>
    </dgm:pt>
    <dgm:pt modelId="{51DACC7F-EBAB-468E-B06C-8D4FA3B76E79}" type="sibTrans" cxnId="{95FDF880-1A0B-41F1-9DA7-FD095CCC348A}">
      <dgm:prSet/>
      <dgm:spPr/>
      <dgm:t>
        <a:bodyPr/>
        <a:lstStyle/>
        <a:p>
          <a:endParaRPr lang="en-US"/>
        </a:p>
      </dgm:t>
    </dgm:pt>
    <dgm:pt modelId="{42772FDB-9D17-4E65-AD79-B0579A527260}">
      <dgm:prSet/>
      <dgm:spPr/>
      <dgm:t>
        <a:bodyPr/>
        <a:lstStyle/>
        <a:p>
          <a:r>
            <a:rPr lang="en-MY"/>
            <a:t>Software bugs and crashes</a:t>
          </a:r>
          <a:endParaRPr lang="en-US"/>
        </a:p>
      </dgm:t>
    </dgm:pt>
    <dgm:pt modelId="{B68D5E6C-AAC8-4AE5-830C-0E24E1E2F652}" type="parTrans" cxnId="{D0A13877-869D-46F5-9D29-C96B707C3AEF}">
      <dgm:prSet/>
      <dgm:spPr/>
      <dgm:t>
        <a:bodyPr/>
        <a:lstStyle/>
        <a:p>
          <a:endParaRPr lang="en-US"/>
        </a:p>
      </dgm:t>
    </dgm:pt>
    <dgm:pt modelId="{E68F781C-221A-4B2D-BA90-D9C4ACFE6F4B}" type="sibTrans" cxnId="{D0A13877-869D-46F5-9D29-C96B707C3AEF}">
      <dgm:prSet/>
      <dgm:spPr/>
      <dgm:t>
        <a:bodyPr/>
        <a:lstStyle/>
        <a:p>
          <a:endParaRPr lang="en-US"/>
        </a:p>
      </dgm:t>
    </dgm:pt>
    <dgm:pt modelId="{1F30136A-2A88-4039-BD3C-AFCF1C24C382}">
      <dgm:prSet/>
      <dgm:spPr/>
      <dgm:t>
        <a:bodyPr/>
        <a:lstStyle/>
        <a:p>
          <a:r>
            <a:rPr lang="en-MY"/>
            <a:t>Network disruptions</a:t>
          </a:r>
          <a:endParaRPr lang="en-US"/>
        </a:p>
      </dgm:t>
    </dgm:pt>
    <dgm:pt modelId="{AFFC0331-0F4E-4301-95C6-84D9FADDC93B}" type="parTrans" cxnId="{05001117-BC92-44F8-A6D5-C54D6DF7E371}">
      <dgm:prSet/>
      <dgm:spPr/>
      <dgm:t>
        <a:bodyPr/>
        <a:lstStyle/>
        <a:p>
          <a:endParaRPr lang="en-US"/>
        </a:p>
      </dgm:t>
    </dgm:pt>
    <dgm:pt modelId="{2526AFD1-58AE-4577-BCBD-C0E48B1FA7DE}" type="sibTrans" cxnId="{05001117-BC92-44F8-A6D5-C54D6DF7E371}">
      <dgm:prSet/>
      <dgm:spPr/>
      <dgm:t>
        <a:bodyPr/>
        <a:lstStyle/>
        <a:p>
          <a:endParaRPr lang="en-US"/>
        </a:p>
      </dgm:t>
    </dgm:pt>
    <dgm:pt modelId="{330EF27B-F171-44DD-BA44-701C32007F78}">
      <dgm:prSet/>
      <dgm:spPr/>
      <dgm:t>
        <a:bodyPr/>
        <a:lstStyle/>
        <a:p>
          <a:r>
            <a:rPr lang="en-MY"/>
            <a:t>Maintenance and upgrades</a:t>
          </a:r>
          <a:endParaRPr lang="en-US"/>
        </a:p>
      </dgm:t>
    </dgm:pt>
    <dgm:pt modelId="{11FA7042-5AAE-4028-80CA-0F04C0DA5CC1}" type="parTrans" cxnId="{407A93E6-FDFC-4282-B0A9-E2DFF0F00322}">
      <dgm:prSet/>
      <dgm:spPr/>
      <dgm:t>
        <a:bodyPr/>
        <a:lstStyle/>
        <a:p>
          <a:endParaRPr lang="en-US"/>
        </a:p>
      </dgm:t>
    </dgm:pt>
    <dgm:pt modelId="{CB2DC00E-0456-4BAD-89E7-2A0D0A41284D}" type="sibTrans" cxnId="{407A93E6-FDFC-4282-B0A9-E2DFF0F00322}">
      <dgm:prSet/>
      <dgm:spPr/>
      <dgm:t>
        <a:bodyPr/>
        <a:lstStyle/>
        <a:p>
          <a:endParaRPr lang="en-US"/>
        </a:p>
      </dgm:t>
    </dgm:pt>
    <dgm:pt modelId="{B4188596-9C60-4855-A22A-83550A88B6CB}">
      <dgm:prSet/>
      <dgm:spPr/>
      <dgm:t>
        <a:bodyPr/>
        <a:lstStyle/>
        <a:p>
          <a:r>
            <a:rPr lang="en-MY"/>
            <a:t>Disaster events (natural disasters, cyberattacks)</a:t>
          </a:r>
          <a:endParaRPr lang="en-US"/>
        </a:p>
      </dgm:t>
    </dgm:pt>
    <dgm:pt modelId="{A0D5D9A3-7E9B-4B34-A90C-35636B97FEB9}" type="parTrans" cxnId="{54F74CDC-1B62-4F64-90B9-732D38CCAA4B}">
      <dgm:prSet/>
      <dgm:spPr/>
      <dgm:t>
        <a:bodyPr/>
        <a:lstStyle/>
        <a:p>
          <a:endParaRPr lang="en-US"/>
        </a:p>
      </dgm:t>
    </dgm:pt>
    <dgm:pt modelId="{93562BBA-A38E-4998-ACD8-9B1D715365D1}" type="sibTrans" cxnId="{54F74CDC-1B62-4F64-90B9-732D38CCAA4B}">
      <dgm:prSet/>
      <dgm:spPr/>
      <dgm:t>
        <a:bodyPr/>
        <a:lstStyle/>
        <a:p>
          <a:endParaRPr lang="en-US"/>
        </a:p>
      </dgm:t>
    </dgm:pt>
    <dgm:pt modelId="{5827B4EA-A026-4F1D-B134-748F2AFD8F91}" type="pres">
      <dgm:prSet presAssocID="{F25F5416-31B3-467F-8249-212CDE0C98E6}" presName="root" presStyleCnt="0">
        <dgm:presLayoutVars>
          <dgm:dir/>
          <dgm:resizeHandles val="exact"/>
        </dgm:presLayoutVars>
      </dgm:prSet>
      <dgm:spPr/>
    </dgm:pt>
    <dgm:pt modelId="{5286EFEA-C074-40C4-8F92-E04113B91ED3}" type="pres">
      <dgm:prSet presAssocID="{E059E1CA-3231-4B89-8046-37777E8D9804}" presName="compNode" presStyleCnt="0"/>
      <dgm:spPr/>
    </dgm:pt>
    <dgm:pt modelId="{AAC3D93A-D0AB-46DE-8935-A4CC69073C39}" type="pres">
      <dgm:prSet presAssocID="{E059E1CA-3231-4B89-8046-37777E8D980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1F4866D9-4A32-4571-82CB-E511D14C768B}" type="pres">
      <dgm:prSet presAssocID="{E059E1CA-3231-4B89-8046-37777E8D9804}" presName="spaceRect" presStyleCnt="0"/>
      <dgm:spPr/>
    </dgm:pt>
    <dgm:pt modelId="{C72CF0A2-038A-4ECA-B4BD-1B1E55661C9D}" type="pres">
      <dgm:prSet presAssocID="{E059E1CA-3231-4B89-8046-37777E8D9804}" presName="textRect" presStyleLbl="revTx" presStyleIdx="0" presStyleCnt="5">
        <dgm:presLayoutVars>
          <dgm:chMax val="1"/>
          <dgm:chPref val="1"/>
        </dgm:presLayoutVars>
      </dgm:prSet>
      <dgm:spPr/>
    </dgm:pt>
    <dgm:pt modelId="{41DB9A0F-B853-46C4-9CCB-3A03EF666118}" type="pres">
      <dgm:prSet presAssocID="{51DACC7F-EBAB-468E-B06C-8D4FA3B76E79}" presName="sibTrans" presStyleCnt="0"/>
      <dgm:spPr/>
    </dgm:pt>
    <dgm:pt modelId="{B0441CEA-AB8B-46A0-9A1B-ADA8AFEFE920}" type="pres">
      <dgm:prSet presAssocID="{42772FDB-9D17-4E65-AD79-B0579A527260}" presName="compNode" presStyleCnt="0"/>
      <dgm:spPr/>
    </dgm:pt>
    <dgm:pt modelId="{F881F710-EAB1-4653-AC0B-ED19A11C4D38}" type="pres">
      <dgm:prSet presAssocID="{42772FDB-9D17-4E65-AD79-B0579A52726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a:ext>
      </dgm:extLst>
    </dgm:pt>
    <dgm:pt modelId="{05C68F54-7769-49FC-8A33-1F44A9AA82D5}" type="pres">
      <dgm:prSet presAssocID="{42772FDB-9D17-4E65-AD79-B0579A527260}" presName="spaceRect" presStyleCnt="0"/>
      <dgm:spPr/>
    </dgm:pt>
    <dgm:pt modelId="{4723988D-EC9E-4752-8B4F-F1F6563BC72E}" type="pres">
      <dgm:prSet presAssocID="{42772FDB-9D17-4E65-AD79-B0579A527260}" presName="textRect" presStyleLbl="revTx" presStyleIdx="1" presStyleCnt="5">
        <dgm:presLayoutVars>
          <dgm:chMax val="1"/>
          <dgm:chPref val="1"/>
        </dgm:presLayoutVars>
      </dgm:prSet>
      <dgm:spPr/>
    </dgm:pt>
    <dgm:pt modelId="{24118977-1C1D-404D-BCF5-6C113A68055B}" type="pres">
      <dgm:prSet presAssocID="{E68F781C-221A-4B2D-BA90-D9C4ACFE6F4B}" presName="sibTrans" presStyleCnt="0"/>
      <dgm:spPr/>
    </dgm:pt>
    <dgm:pt modelId="{7089DB87-6825-42B1-94F9-6FC64292E47F}" type="pres">
      <dgm:prSet presAssocID="{1F30136A-2A88-4039-BD3C-AFCF1C24C382}" presName="compNode" presStyleCnt="0"/>
      <dgm:spPr/>
    </dgm:pt>
    <dgm:pt modelId="{FECC9945-887B-4B2F-9BC4-29272170327C}" type="pres">
      <dgm:prSet presAssocID="{1F30136A-2A88-4039-BD3C-AFCF1C24C38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6F57B529-5060-42C6-B0E4-71B20DFF2495}" type="pres">
      <dgm:prSet presAssocID="{1F30136A-2A88-4039-BD3C-AFCF1C24C382}" presName="spaceRect" presStyleCnt="0"/>
      <dgm:spPr/>
    </dgm:pt>
    <dgm:pt modelId="{BAAF4977-749C-45FD-893C-F9FA9E7CB816}" type="pres">
      <dgm:prSet presAssocID="{1F30136A-2A88-4039-BD3C-AFCF1C24C382}" presName="textRect" presStyleLbl="revTx" presStyleIdx="2" presStyleCnt="5">
        <dgm:presLayoutVars>
          <dgm:chMax val="1"/>
          <dgm:chPref val="1"/>
        </dgm:presLayoutVars>
      </dgm:prSet>
      <dgm:spPr/>
    </dgm:pt>
    <dgm:pt modelId="{77AA32F6-5446-41CA-B9CF-D98B51925C2A}" type="pres">
      <dgm:prSet presAssocID="{2526AFD1-58AE-4577-BCBD-C0E48B1FA7DE}" presName="sibTrans" presStyleCnt="0"/>
      <dgm:spPr/>
    </dgm:pt>
    <dgm:pt modelId="{6A06D8B9-57EB-41F5-8472-C15B521AC2AE}" type="pres">
      <dgm:prSet presAssocID="{330EF27B-F171-44DD-BA44-701C32007F78}" presName="compNode" presStyleCnt="0"/>
      <dgm:spPr/>
    </dgm:pt>
    <dgm:pt modelId="{C6329B0D-1365-4502-A206-2478AB02939D}" type="pres">
      <dgm:prSet presAssocID="{330EF27B-F171-44DD-BA44-701C32007F7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87DBC4A5-BAF3-44FD-9251-701A60663ABF}" type="pres">
      <dgm:prSet presAssocID="{330EF27B-F171-44DD-BA44-701C32007F78}" presName="spaceRect" presStyleCnt="0"/>
      <dgm:spPr/>
    </dgm:pt>
    <dgm:pt modelId="{DE4DB51C-E66B-4FDC-B25A-547242B6FF9C}" type="pres">
      <dgm:prSet presAssocID="{330EF27B-F171-44DD-BA44-701C32007F78}" presName="textRect" presStyleLbl="revTx" presStyleIdx="3" presStyleCnt="5">
        <dgm:presLayoutVars>
          <dgm:chMax val="1"/>
          <dgm:chPref val="1"/>
        </dgm:presLayoutVars>
      </dgm:prSet>
      <dgm:spPr/>
    </dgm:pt>
    <dgm:pt modelId="{B0A4D01A-9B9E-4130-8163-F0DA6FC29BB8}" type="pres">
      <dgm:prSet presAssocID="{CB2DC00E-0456-4BAD-89E7-2A0D0A41284D}" presName="sibTrans" presStyleCnt="0"/>
      <dgm:spPr/>
    </dgm:pt>
    <dgm:pt modelId="{575A361D-0AA6-421C-8204-48A31B4CFCDB}" type="pres">
      <dgm:prSet presAssocID="{B4188596-9C60-4855-A22A-83550A88B6CB}" presName="compNode" presStyleCnt="0"/>
      <dgm:spPr/>
    </dgm:pt>
    <dgm:pt modelId="{8D7C4483-D7B4-4964-91E9-1817E9DEA0C7}" type="pres">
      <dgm:prSet presAssocID="{B4188596-9C60-4855-A22A-83550A88B6C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ning"/>
        </a:ext>
      </dgm:extLst>
    </dgm:pt>
    <dgm:pt modelId="{A22A0C9F-D168-4D32-81AF-BF921D45C3D0}" type="pres">
      <dgm:prSet presAssocID="{B4188596-9C60-4855-A22A-83550A88B6CB}" presName="spaceRect" presStyleCnt="0"/>
      <dgm:spPr/>
    </dgm:pt>
    <dgm:pt modelId="{15914539-6D21-4BF9-9501-E67051B3449A}" type="pres">
      <dgm:prSet presAssocID="{B4188596-9C60-4855-A22A-83550A88B6CB}" presName="textRect" presStyleLbl="revTx" presStyleIdx="4" presStyleCnt="5">
        <dgm:presLayoutVars>
          <dgm:chMax val="1"/>
          <dgm:chPref val="1"/>
        </dgm:presLayoutVars>
      </dgm:prSet>
      <dgm:spPr/>
    </dgm:pt>
  </dgm:ptLst>
  <dgm:cxnLst>
    <dgm:cxn modelId="{43D53A03-ED39-4BDE-A711-62B8D334CCC2}" type="presOf" srcId="{1F30136A-2A88-4039-BD3C-AFCF1C24C382}" destId="{BAAF4977-749C-45FD-893C-F9FA9E7CB816}" srcOrd="0" destOrd="0" presId="urn:microsoft.com/office/officeart/2018/2/layout/IconLabelList"/>
    <dgm:cxn modelId="{50654E0F-B31A-443C-950E-6C6F1CC00C3E}" type="presOf" srcId="{42772FDB-9D17-4E65-AD79-B0579A527260}" destId="{4723988D-EC9E-4752-8B4F-F1F6563BC72E}" srcOrd="0" destOrd="0" presId="urn:microsoft.com/office/officeart/2018/2/layout/IconLabelList"/>
    <dgm:cxn modelId="{05001117-BC92-44F8-A6D5-C54D6DF7E371}" srcId="{F25F5416-31B3-467F-8249-212CDE0C98E6}" destId="{1F30136A-2A88-4039-BD3C-AFCF1C24C382}" srcOrd="2" destOrd="0" parTransId="{AFFC0331-0F4E-4301-95C6-84D9FADDC93B}" sibTransId="{2526AFD1-58AE-4577-BCBD-C0E48B1FA7DE}"/>
    <dgm:cxn modelId="{FBE82042-417C-4A60-8679-1598BF56BCC4}" type="presOf" srcId="{E059E1CA-3231-4B89-8046-37777E8D9804}" destId="{C72CF0A2-038A-4ECA-B4BD-1B1E55661C9D}" srcOrd="0" destOrd="0" presId="urn:microsoft.com/office/officeart/2018/2/layout/IconLabelList"/>
    <dgm:cxn modelId="{7CC75647-F158-4AB2-8466-7ADDCAF7A45D}" type="presOf" srcId="{B4188596-9C60-4855-A22A-83550A88B6CB}" destId="{15914539-6D21-4BF9-9501-E67051B3449A}" srcOrd="0" destOrd="0" presId="urn:microsoft.com/office/officeart/2018/2/layout/IconLabelList"/>
    <dgm:cxn modelId="{D0A13877-869D-46F5-9D29-C96B707C3AEF}" srcId="{F25F5416-31B3-467F-8249-212CDE0C98E6}" destId="{42772FDB-9D17-4E65-AD79-B0579A527260}" srcOrd="1" destOrd="0" parTransId="{B68D5E6C-AAC8-4AE5-830C-0E24E1E2F652}" sibTransId="{E68F781C-221A-4B2D-BA90-D9C4ACFE6F4B}"/>
    <dgm:cxn modelId="{95FDF880-1A0B-41F1-9DA7-FD095CCC348A}" srcId="{F25F5416-31B3-467F-8249-212CDE0C98E6}" destId="{E059E1CA-3231-4B89-8046-37777E8D9804}" srcOrd="0" destOrd="0" parTransId="{668B7A7C-AAE5-4187-862D-34E133EBE6AB}" sibTransId="{51DACC7F-EBAB-468E-B06C-8D4FA3B76E79}"/>
    <dgm:cxn modelId="{859ABD93-C55D-4A4A-BCC0-2EEFB34C86C1}" type="presOf" srcId="{330EF27B-F171-44DD-BA44-701C32007F78}" destId="{DE4DB51C-E66B-4FDC-B25A-547242B6FF9C}" srcOrd="0" destOrd="0" presId="urn:microsoft.com/office/officeart/2018/2/layout/IconLabelList"/>
    <dgm:cxn modelId="{54F74CDC-1B62-4F64-90B9-732D38CCAA4B}" srcId="{F25F5416-31B3-467F-8249-212CDE0C98E6}" destId="{B4188596-9C60-4855-A22A-83550A88B6CB}" srcOrd="4" destOrd="0" parTransId="{A0D5D9A3-7E9B-4B34-A90C-35636B97FEB9}" sibTransId="{93562BBA-A38E-4998-ACD8-9B1D715365D1}"/>
    <dgm:cxn modelId="{407A93E6-FDFC-4282-B0A9-E2DFF0F00322}" srcId="{F25F5416-31B3-467F-8249-212CDE0C98E6}" destId="{330EF27B-F171-44DD-BA44-701C32007F78}" srcOrd="3" destOrd="0" parTransId="{11FA7042-5AAE-4028-80CA-0F04C0DA5CC1}" sibTransId="{CB2DC00E-0456-4BAD-89E7-2A0D0A41284D}"/>
    <dgm:cxn modelId="{8C5BE4F9-0CA9-4EE6-BDB1-88A209C63AC5}" type="presOf" srcId="{F25F5416-31B3-467F-8249-212CDE0C98E6}" destId="{5827B4EA-A026-4F1D-B134-748F2AFD8F91}" srcOrd="0" destOrd="0" presId="urn:microsoft.com/office/officeart/2018/2/layout/IconLabelList"/>
    <dgm:cxn modelId="{B6F74916-6F13-47BF-9FA0-45B9FB6A2B43}" type="presParOf" srcId="{5827B4EA-A026-4F1D-B134-748F2AFD8F91}" destId="{5286EFEA-C074-40C4-8F92-E04113B91ED3}" srcOrd="0" destOrd="0" presId="urn:microsoft.com/office/officeart/2018/2/layout/IconLabelList"/>
    <dgm:cxn modelId="{7138F2B0-32EB-4E9B-BEBE-465894D82700}" type="presParOf" srcId="{5286EFEA-C074-40C4-8F92-E04113B91ED3}" destId="{AAC3D93A-D0AB-46DE-8935-A4CC69073C39}" srcOrd="0" destOrd="0" presId="urn:microsoft.com/office/officeart/2018/2/layout/IconLabelList"/>
    <dgm:cxn modelId="{270E039D-A853-4FFC-A639-6CF77A5121F4}" type="presParOf" srcId="{5286EFEA-C074-40C4-8F92-E04113B91ED3}" destId="{1F4866D9-4A32-4571-82CB-E511D14C768B}" srcOrd="1" destOrd="0" presId="urn:microsoft.com/office/officeart/2018/2/layout/IconLabelList"/>
    <dgm:cxn modelId="{4BCE429A-1E6A-4891-A97B-CFBB24D26440}" type="presParOf" srcId="{5286EFEA-C074-40C4-8F92-E04113B91ED3}" destId="{C72CF0A2-038A-4ECA-B4BD-1B1E55661C9D}" srcOrd="2" destOrd="0" presId="urn:microsoft.com/office/officeart/2018/2/layout/IconLabelList"/>
    <dgm:cxn modelId="{A5304F5A-68C3-47D3-81CC-444204E1252B}" type="presParOf" srcId="{5827B4EA-A026-4F1D-B134-748F2AFD8F91}" destId="{41DB9A0F-B853-46C4-9CCB-3A03EF666118}" srcOrd="1" destOrd="0" presId="urn:microsoft.com/office/officeart/2018/2/layout/IconLabelList"/>
    <dgm:cxn modelId="{36430132-2CB2-45A1-85C6-FEA254A4B888}" type="presParOf" srcId="{5827B4EA-A026-4F1D-B134-748F2AFD8F91}" destId="{B0441CEA-AB8B-46A0-9A1B-ADA8AFEFE920}" srcOrd="2" destOrd="0" presId="urn:microsoft.com/office/officeart/2018/2/layout/IconLabelList"/>
    <dgm:cxn modelId="{36BC32AA-3C2C-487E-8604-76A97AAEB799}" type="presParOf" srcId="{B0441CEA-AB8B-46A0-9A1B-ADA8AFEFE920}" destId="{F881F710-EAB1-4653-AC0B-ED19A11C4D38}" srcOrd="0" destOrd="0" presId="urn:microsoft.com/office/officeart/2018/2/layout/IconLabelList"/>
    <dgm:cxn modelId="{C3AAD34F-45FA-46F7-9DA3-0233AA2D9D98}" type="presParOf" srcId="{B0441CEA-AB8B-46A0-9A1B-ADA8AFEFE920}" destId="{05C68F54-7769-49FC-8A33-1F44A9AA82D5}" srcOrd="1" destOrd="0" presId="urn:microsoft.com/office/officeart/2018/2/layout/IconLabelList"/>
    <dgm:cxn modelId="{3E32BDBB-3ECC-49CB-A3EC-2A86375329E0}" type="presParOf" srcId="{B0441CEA-AB8B-46A0-9A1B-ADA8AFEFE920}" destId="{4723988D-EC9E-4752-8B4F-F1F6563BC72E}" srcOrd="2" destOrd="0" presId="urn:microsoft.com/office/officeart/2018/2/layout/IconLabelList"/>
    <dgm:cxn modelId="{FD0197E8-BFB1-4438-AE29-774678749809}" type="presParOf" srcId="{5827B4EA-A026-4F1D-B134-748F2AFD8F91}" destId="{24118977-1C1D-404D-BCF5-6C113A68055B}" srcOrd="3" destOrd="0" presId="urn:microsoft.com/office/officeart/2018/2/layout/IconLabelList"/>
    <dgm:cxn modelId="{CBE03F8F-4430-4459-9E3B-D13F6B2005C8}" type="presParOf" srcId="{5827B4EA-A026-4F1D-B134-748F2AFD8F91}" destId="{7089DB87-6825-42B1-94F9-6FC64292E47F}" srcOrd="4" destOrd="0" presId="urn:microsoft.com/office/officeart/2018/2/layout/IconLabelList"/>
    <dgm:cxn modelId="{721C2E97-B7B3-4CC7-9EF9-BED35019EE95}" type="presParOf" srcId="{7089DB87-6825-42B1-94F9-6FC64292E47F}" destId="{FECC9945-887B-4B2F-9BC4-29272170327C}" srcOrd="0" destOrd="0" presId="urn:microsoft.com/office/officeart/2018/2/layout/IconLabelList"/>
    <dgm:cxn modelId="{9B16EA15-A699-4FE0-8089-4EF4B7C4415B}" type="presParOf" srcId="{7089DB87-6825-42B1-94F9-6FC64292E47F}" destId="{6F57B529-5060-42C6-B0E4-71B20DFF2495}" srcOrd="1" destOrd="0" presId="urn:microsoft.com/office/officeart/2018/2/layout/IconLabelList"/>
    <dgm:cxn modelId="{FDA3C6E4-FFD5-481F-AA3A-CD7C32CC58BD}" type="presParOf" srcId="{7089DB87-6825-42B1-94F9-6FC64292E47F}" destId="{BAAF4977-749C-45FD-893C-F9FA9E7CB816}" srcOrd="2" destOrd="0" presId="urn:microsoft.com/office/officeart/2018/2/layout/IconLabelList"/>
    <dgm:cxn modelId="{6031EACB-830C-4372-B213-E273A77C1B28}" type="presParOf" srcId="{5827B4EA-A026-4F1D-B134-748F2AFD8F91}" destId="{77AA32F6-5446-41CA-B9CF-D98B51925C2A}" srcOrd="5" destOrd="0" presId="urn:microsoft.com/office/officeart/2018/2/layout/IconLabelList"/>
    <dgm:cxn modelId="{F626B42F-03BB-48D6-9742-6EDDC1AF8A5C}" type="presParOf" srcId="{5827B4EA-A026-4F1D-B134-748F2AFD8F91}" destId="{6A06D8B9-57EB-41F5-8472-C15B521AC2AE}" srcOrd="6" destOrd="0" presId="urn:microsoft.com/office/officeart/2018/2/layout/IconLabelList"/>
    <dgm:cxn modelId="{C3D9BCAD-1E38-4D1F-80A5-2EC4B5F9685C}" type="presParOf" srcId="{6A06D8B9-57EB-41F5-8472-C15B521AC2AE}" destId="{C6329B0D-1365-4502-A206-2478AB02939D}" srcOrd="0" destOrd="0" presId="urn:microsoft.com/office/officeart/2018/2/layout/IconLabelList"/>
    <dgm:cxn modelId="{D4D4B5B8-7900-4AF4-836F-DAA7A1B9DC98}" type="presParOf" srcId="{6A06D8B9-57EB-41F5-8472-C15B521AC2AE}" destId="{87DBC4A5-BAF3-44FD-9251-701A60663ABF}" srcOrd="1" destOrd="0" presId="urn:microsoft.com/office/officeart/2018/2/layout/IconLabelList"/>
    <dgm:cxn modelId="{CCA21331-68F9-4B39-8AB5-923FFA2644B4}" type="presParOf" srcId="{6A06D8B9-57EB-41F5-8472-C15B521AC2AE}" destId="{DE4DB51C-E66B-4FDC-B25A-547242B6FF9C}" srcOrd="2" destOrd="0" presId="urn:microsoft.com/office/officeart/2018/2/layout/IconLabelList"/>
    <dgm:cxn modelId="{E2890402-98BF-4376-8C04-6173BDAFCDA8}" type="presParOf" srcId="{5827B4EA-A026-4F1D-B134-748F2AFD8F91}" destId="{B0A4D01A-9B9E-4130-8163-F0DA6FC29BB8}" srcOrd="7" destOrd="0" presId="urn:microsoft.com/office/officeart/2018/2/layout/IconLabelList"/>
    <dgm:cxn modelId="{B5345C01-EC18-47B3-B2E8-D97BA68823EC}" type="presParOf" srcId="{5827B4EA-A026-4F1D-B134-748F2AFD8F91}" destId="{575A361D-0AA6-421C-8204-48A31B4CFCDB}" srcOrd="8" destOrd="0" presId="urn:microsoft.com/office/officeart/2018/2/layout/IconLabelList"/>
    <dgm:cxn modelId="{C57FF537-8779-4F2E-8C64-D8A52FC61A08}" type="presParOf" srcId="{575A361D-0AA6-421C-8204-48A31B4CFCDB}" destId="{8D7C4483-D7B4-4964-91E9-1817E9DEA0C7}" srcOrd="0" destOrd="0" presId="urn:microsoft.com/office/officeart/2018/2/layout/IconLabelList"/>
    <dgm:cxn modelId="{95DE0386-BAE7-460E-9838-521753F8AA4F}" type="presParOf" srcId="{575A361D-0AA6-421C-8204-48A31B4CFCDB}" destId="{A22A0C9F-D168-4D32-81AF-BF921D45C3D0}" srcOrd="1" destOrd="0" presId="urn:microsoft.com/office/officeart/2018/2/layout/IconLabelList"/>
    <dgm:cxn modelId="{AD2728AF-D1FA-406E-9043-2EEC5BCE1F55}" type="presParOf" srcId="{575A361D-0AA6-421C-8204-48A31B4CFCDB}" destId="{15914539-6D21-4BF9-9501-E67051B3449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C0E65A68-55C5-47BB-817E-7621F8DE90A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0FBCB0E-8122-4C17-8332-15BD85C784C5}">
      <dgm:prSet/>
      <dgm:spPr/>
      <dgm:t>
        <a:bodyPr/>
        <a:lstStyle/>
        <a:p>
          <a:r>
            <a:rPr lang="en-MY" b="1"/>
            <a:t>Redundancy:</a:t>
          </a:r>
          <a:r>
            <a:rPr lang="en-MY"/>
            <a:t> Use backup components and systems.</a:t>
          </a:r>
          <a:endParaRPr lang="en-US"/>
        </a:p>
      </dgm:t>
    </dgm:pt>
    <dgm:pt modelId="{4D993C3B-27D7-4A1C-8C57-48C8C93A6355}" type="parTrans" cxnId="{7AA7DEC3-FC00-4653-8742-168FE05F9B13}">
      <dgm:prSet/>
      <dgm:spPr/>
      <dgm:t>
        <a:bodyPr/>
        <a:lstStyle/>
        <a:p>
          <a:endParaRPr lang="en-US"/>
        </a:p>
      </dgm:t>
    </dgm:pt>
    <dgm:pt modelId="{D5228635-0295-4141-97A2-35C815B1AEBF}" type="sibTrans" cxnId="{7AA7DEC3-FC00-4653-8742-168FE05F9B13}">
      <dgm:prSet/>
      <dgm:spPr/>
      <dgm:t>
        <a:bodyPr/>
        <a:lstStyle/>
        <a:p>
          <a:endParaRPr lang="en-US"/>
        </a:p>
      </dgm:t>
    </dgm:pt>
    <dgm:pt modelId="{8E55DAF5-A0F3-4D3E-B980-263921FD0FA5}">
      <dgm:prSet/>
      <dgm:spPr/>
      <dgm:t>
        <a:bodyPr/>
        <a:lstStyle/>
        <a:p>
          <a:r>
            <a:rPr lang="en-MY" b="1"/>
            <a:t>Load Balancing:</a:t>
          </a:r>
          <a:r>
            <a:rPr lang="en-MY"/>
            <a:t> Distribute traffic to avoid overloading servers.</a:t>
          </a:r>
          <a:endParaRPr lang="en-US"/>
        </a:p>
      </dgm:t>
    </dgm:pt>
    <dgm:pt modelId="{7678A64E-143D-4025-8165-91D84AC63F4C}" type="parTrans" cxnId="{9D082EB1-DA2C-4F81-8479-3382C8A4C28E}">
      <dgm:prSet/>
      <dgm:spPr/>
      <dgm:t>
        <a:bodyPr/>
        <a:lstStyle/>
        <a:p>
          <a:endParaRPr lang="en-US"/>
        </a:p>
      </dgm:t>
    </dgm:pt>
    <dgm:pt modelId="{65EADCF6-97AF-4E08-99F5-D3E990796A61}" type="sibTrans" cxnId="{9D082EB1-DA2C-4F81-8479-3382C8A4C28E}">
      <dgm:prSet/>
      <dgm:spPr/>
      <dgm:t>
        <a:bodyPr/>
        <a:lstStyle/>
        <a:p>
          <a:endParaRPr lang="en-US"/>
        </a:p>
      </dgm:t>
    </dgm:pt>
    <dgm:pt modelId="{7B1C861E-67BE-41A2-A9F9-B06CCA60239C}">
      <dgm:prSet/>
      <dgm:spPr/>
      <dgm:t>
        <a:bodyPr/>
        <a:lstStyle/>
        <a:p>
          <a:r>
            <a:rPr lang="en-MY" b="1"/>
            <a:t>Failover Mechanisms:</a:t>
          </a:r>
          <a:r>
            <a:rPr lang="en-MY"/>
            <a:t> Automatically switch to standby systems during failures.</a:t>
          </a:r>
          <a:endParaRPr lang="en-US"/>
        </a:p>
      </dgm:t>
    </dgm:pt>
    <dgm:pt modelId="{28902B90-3240-4CC0-A028-BF042BA46260}" type="parTrans" cxnId="{113A3AFE-8145-44D6-A378-C2F001845332}">
      <dgm:prSet/>
      <dgm:spPr/>
      <dgm:t>
        <a:bodyPr/>
        <a:lstStyle/>
        <a:p>
          <a:endParaRPr lang="en-US"/>
        </a:p>
      </dgm:t>
    </dgm:pt>
    <dgm:pt modelId="{C5241449-CBF1-40F1-9106-7906188121C4}" type="sibTrans" cxnId="{113A3AFE-8145-44D6-A378-C2F001845332}">
      <dgm:prSet/>
      <dgm:spPr/>
      <dgm:t>
        <a:bodyPr/>
        <a:lstStyle/>
        <a:p>
          <a:endParaRPr lang="en-US"/>
        </a:p>
      </dgm:t>
    </dgm:pt>
    <dgm:pt modelId="{598C2D80-84AB-4E4B-86C7-E45054CF8BB3}">
      <dgm:prSet/>
      <dgm:spPr/>
      <dgm:t>
        <a:bodyPr/>
        <a:lstStyle/>
        <a:p>
          <a:r>
            <a:rPr lang="en-MY" b="1"/>
            <a:t>Monitoring:</a:t>
          </a:r>
          <a:r>
            <a:rPr lang="en-MY"/>
            <a:t> Continuous monitoring for quick issue detection.</a:t>
          </a:r>
          <a:endParaRPr lang="en-US"/>
        </a:p>
      </dgm:t>
    </dgm:pt>
    <dgm:pt modelId="{9E697293-49D4-44AC-9ADA-B3C6FB598F93}" type="parTrans" cxnId="{D6DE35C9-8697-43F5-8F6F-17ACBD540DA6}">
      <dgm:prSet/>
      <dgm:spPr/>
      <dgm:t>
        <a:bodyPr/>
        <a:lstStyle/>
        <a:p>
          <a:endParaRPr lang="en-US"/>
        </a:p>
      </dgm:t>
    </dgm:pt>
    <dgm:pt modelId="{97BC83D6-39F0-4830-8D7B-AADA2E03AE40}" type="sibTrans" cxnId="{D6DE35C9-8697-43F5-8F6F-17ACBD540DA6}">
      <dgm:prSet/>
      <dgm:spPr/>
      <dgm:t>
        <a:bodyPr/>
        <a:lstStyle/>
        <a:p>
          <a:endParaRPr lang="en-US"/>
        </a:p>
      </dgm:t>
    </dgm:pt>
    <dgm:pt modelId="{1B1BC565-ED4E-411B-8ABF-6F4762E068BC}" type="pres">
      <dgm:prSet presAssocID="{C0E65A68-55C5-47BB-817E-7621F8DE90AB}" presName="root" presStyleCnt="0">
        <dgm:presLayoutVars>
          <dgm:dir/>
          <dgm:resizeHandles val="exact"/>
        </dgm:presLayoutVars>
      </dgm:prSet>
      <dgm:spPr/>
    </dgm:pt>
    <dgm:pt modelId="{5BBB8D9A-A647-4EF5-BC11-9DBD4F94DBD6}" type="pres">
      <dgm:prSet presAssocID="{90FBCB0E-8122-4C17-8332-15BD85C784C5}" presName="compNode" presStyleCnt="0"/>
      <dgm:spPr/>
    </dgm:pt>
    <dgm:pt modelId="{BF97D7C1-E071-427C-A77E-0C91943DB450}" type="pres">
      <dgm:prSet presAssocID="{90FBCB0E-8122-4C17-8332-15BD85C784C5}" presName="bgRect" presStyleLbl="bgShp" presStyleIdx="0" presStyleCnt="4"/>
      <dgm:spPr/>
    </dgm:pt>
    <dgm:pt modelId="{71560D82-491F-40EB-AD0A-A793133B3908}" type="pres">
      <dgm:prSet presAssocID="{90FBCB0E-8122-4C17-8332-15BD85C784C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ABE779D1-DD71-4D11-A850-224EBE95F9E6}" type="pres">
      <dgm:prSet presAssocID="{90FBCB0E-8122-4C17-8332-15BD85C784C5}" presName="spaceRect" presStyleCnt="0"/>
      <dgm:spPr/>
    </dgm:pt>
    <dgm:pt modelId="{C0A1118D-28AE-461B-B666-5BFA4E4C11A4}" type="pres">
      <dgm:prSet presAssocID="{90FBCB0E-8122-4C17-8332-15BD85C784C5}" presName="parTx" presStyleLbl="revTx" presStyleIdx="0" presStyleCnt="4">
        <dgm:presLayoutVars>
          <dgm:chMax val="0"/>
          <dgm:chPref val="0"/>
        </dgm:presLayoutVars>
      </dgm:prSet>
      <dgm:spPr/>
    </dgm:pt>
    <dgm:pt modelId="{4AA93707-59B2-43C1-AA50-CC57B9839AC8}" type="pres">
      <dgm:prSet presAssocID="{D5228635-0295-4141-97A2-35C815B1AEBF}" presName="sibTrans" presStyleCnt="0"/>
      <dgm:spPr/>
    </dgm:pt>
    <dgm:pt modelId="{F48B3B1E-53C6-426D-9DF9-DE7746636A0B}" type="pres">
      <dgm:prSet presAssocID="{8E55DAF5-A0F3-4D3E-B980-263921FD0FA5}" presName="compNode" presStyleCnt="0"/>
      <dgm:spPr/>
    </dgm:pt>
    <dgm:pt modelId="{68E0F4A1-DAE2-43BA-A8A8-5DE50E63BE96}" type="pres">
      <dgm:prSet presAssocID="{8E55DAF5-A0F3-4D3E-B980-263921FD0FA5}" presName="bgRect" presStyleLbl="bgShp" presStyleIdx="1" presStyleCnt="4"/>
      <dgm:spPr/>
    </dgm:pt>
    <dgm:pt modelId="{11F60DF6-7F5F-4139-A7A3-AA75BD92BBA6}" type="pres">
      <dgm:prSet presAssocID="{8E55DAF5-A0F3-4D3E-B980-263921FD0FA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rrow Circle"/>
        </a:ext>
      </dgm:extLst>
    </dgm:pt>
    <dgm:pt modelId="{65C8339F-1E43-4C8A-8D59-43ABBDF523B0}" type="pres">
      <dgm:prSet presAssocID="{8E55DAF5-A0F3-4D3E-B980-263921FD0FA5}" presName="spaceRect" presStyleCnt="0"/>
      <dgm:spPr/>
    </dgm:pt>
    <dgm:pt modelId="{F3E08A55-67AF-4B9D-878D-4EEEF4E48D83}" type="pres">
      <dgm:prSet presAssocID="{8E55DAF5-A0F3-4D3E-B980-263921FD0FA5}" presName="parTx" presStyleLbl="revTx" presStyleIdx="1" presStyleCnt="4">
        <dgm:presLayoutVars>
          <dgm:chMax val="0"/>
          <dgm:chPref val="0"/>
        </dgm:presLayoutVars>
      </dgm:prSet>
      <dgm:spPr/>
    </dgm:pt>
    <dgm:pt modelId="{435EC896-5894-4169-8599-1961ACF8B829}" type="pres">
      <dgm:prSet presAssocID="{65EADCF6-97AF-4E08-99F5-D3E990796A61}" presName="sibTrans" presStyleCnt="0"/>
      <dgm:spPr/>
    </dgm:pt>
    <dgm:pt modelId="{06A3EC65-CB11-418D-9CE5-D8E9A4D7AA38}" type="pres">
      <dgm:prSet presAssocID="{7B1C861E-67BE-41A2-A9F9-B06CCA60239C}" presName="compNode" presStyleCnt="0"/>
      <dgm:spPr/>
    </dgm:pt>
    <dgm:pt modelId="{310E1037-2758-4885-BCA7-7BB1F43C49BF}" type="pres">
      <dgm:prSet presAssocID="{7B1C861E-67BE-41A2-A9F9-B06CCA60239C}" presName="bgRect" presStyleLbl="bgShp" presStyleIdx="2" presStyleCnt="4"/>
      <dgm:spPr/>
    </dgm:pt>
    <dgm:pt modelId="{72EEF211-A763-4D0D-B1FA-3395508F6680}" type="pres">
      <dgm:prSet presAssocID="{7B1C861E-67BE-41A2-A9F9-B06CCA60239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gh Voltage"/>
        </a:ext>
      </dgm:extLst>
    </dgm:pt>
    <dgm:pt modelId="{A455C4FA-81FD-43CE-B15C-DA9AB6CC17C2}" type="pres">
      <dgm:prSet presAssocID="{7B1C861E-67BE-41A2-A9F9-B06CCA60239C}" presName="spaceRect" presStyleCnt="0"/>
      <dgm:spPr/>
    </dgm:pt>
    <dgm:pt modelId="{C5733417-07A0-4674-88D5-2209D52585D1}" type="pres">
      <dgm:prSet presAssocID="{7B1C861E-67BE-41A2-A9F9-B06CCA60239C}" presName="parTx" presStyleLbl="revTx" presStyleIdx="2" presStyleCnt="4">
        <dgm:presLayoutVars>
          <dgm:chMax val="0"/>
          <dgm:chPref val="0"/>
        </dgm:presLayoutVars>
      </dgm:prSet>
      <dgm:spPr/>
    </dgm:pt>
    <dgm:pt modelId="{DAABD8E4-9266-4AEB-A8A6-A527CD871550}" type="pres">
      <dgm:prSet presAssocID="{C5241449-CBF1-40F1-9106-7906188121C4}" presName="sibTrans" presStyleCnt="0"/>
      <dgm:spPr/>
    </dgm:pt>
    <dgm:pt modelId="{E63C2B7E-704B-49B2-A4B5-1B1CCB381786}" type="pres">
      <dgm:prSet presAssocID="{598C2D80-84AB-4E4B-86C7-E45054CF8BB3}" presName="compNode" presStyleCnt="0"/>
      <dgm:spPr/>
    </dgm:pt>
    <dgm:pt modelId="{9DCFC25C-8889-42DA-B3C6-39D715DED7EA}" type="pres">
      <dgm:prSet presAssocID="{598C2D80-84AB-4E4B-86C7-E45054CF8BB3}" presName="bgRect" presStyleLbl="bgShp" presStyleIdx="3" presStyleCnt="4"/>
      <dgm:spPr/>
    </dgm:pt>
    <dgm:pt modelId="{9059CFB5-B07D-49F4-8F72-6A21F6CB9D0D}" type="pres">
      <dgm:prSet presAssocID="{598C2D80-84AB-4E4B-86C7-E45054CF8B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rt with Pulse"/>
        </a:ext>
      </dgm:extLst>
    </dgm:pt>
    <dgm:pt modelId="{1871B57B-2189-413F-860D-D5A69AA96505}" type="pres">
      <dgm:prSet presAssocID="{598C2D80-84AB-4E4B-86C7-E45054CF8BB3}" presName="spaceRect" presStyleCnt="0"/>
      <dgm:spPr/>
    </dgm:pt>
    <dgm:pt modelId="{CFD6B043-0AAB-49E3-BA15-9D96CE0D944E}" type="pres">
      <dgm:prSet presAssocID="{598C2D80-84AB-4E4B-86C7-E45054CF8BB3}" presName="parTx" presStyleLbl="revTx" presStyleIdx="3" presStyleCnt="4">
        <dgm:presLayoutVars>
          <dgm:chMax val="0"/>
          <dgm:chPref val="0"/>
        </dgm:presLayoutVars>
      </dgm:prSet>
      <dgm:spPr/>
    </dgm:pt>
  </dgm:ptLst>
  <dgm:cxnLst>
    <dgm:cxn modelId="{6936A315-FE99-4337-964B-939D0909C5C9}" type="presOf" srcId="{8E55DAF5-A0F3-4D3E-B980-263921FD0FA5}" destId="{F3E08A55-67AF-4B9D-878D-4EEEF4E48D83}" srcOrd="0" destOrd="0" presId="urn:microsoft.com/office/officeart/2018/2/layout/IconVerticalSolidList"/>
    <dgm:cxn modelId="{E3E4931B-FCD3-42B7-999F-6349696C6E17}" type="presOf" srcId="{C0E65A68-55C5-47BB-817E-7621F8DE90AB}" destId="{1B1BC565-ED4E-411B-8ABF-6F4762E068BC}" srcOrd="0" destOrd="0" presId="urn:microsoft.com/office/officeart/2018/2/layout/IconVerticalSolidList"/>
    <dgm:cxn modelId="{76ADE07F-742F-4BA1-B39A-034263914F3C}" type="presOf" srcId="{598C2D80-84AB-4E4B-86C7-E45054CF8BB3}" destId="{CFD6B043-0AAB-49E3-BA15-9D96CE0D944E}" srcOrd="0" destOrd="0" presId="urn:microsoft.com/office/officeart/2018/2/layout/IconVerticalSolidList"/>
    <dgm:cxn modelId="{225EBB83-FCE5-460D-8850-732C04620766}" type="presOf" srcId="{90FBCB0E-8122-4C17-8332-15BD85C784C5}" destId="{C0A1118D-28AE-461B-B666-5BFA4E4C11A4}" srcOrd="0" destOrd="0" presId="urn:microsoft.com/office/officeart/2018/2/layout/IconVerticalSolidList"/>
    <dgm:cxn modelId="{9D082EB1-DA2C-4F81-8479-3382C8A4C28E}" srcId="{C0E65A68-55C5-47BB-817E-7621F8DE90AB}" destId="{8E55DAF5-A0F3-4D3E-B980-263921FD0FA5}" srcOrd="1" destOrd="0" parTransId="{7678A64E-143D-4025-8165-91D84AC63F4C}" sibTransId="{65EADCF6-97AF-4E08-99F5-D3E990796A61}"/>
    <dgm:cxn modelId="{7AA7DEC3-FC00-4653-8742-168FE05F9B13}" srcId="{C0E65A68-55C5-47BB-817E-7621F8DE90AB}" destId="{90FBCB0E-8122-4C17-8332-15BD85C784C5}" srcOrd="0" destOrd="0" parTransId="{4D993C3B-27D7-4A1C-8C57-48C8C93A6355}" sibTransId="{D5228635-0295-4141-97A2-35C815B1AEBF}"/>
    <dgm:cxn modelId="{D6DE35C9-8697-43F5-8F6F-17ACBD540DA6}" srcId="{C0E65A68-55C5-47BB-817E-7621F8DE90AB}" destId="{598C2D80-84AB-4E4B-86C7-E45054CF8BB3}" srcOrd="3" destOrd="0" parTransId="{9E697293-49D4-44AC-9ADA-B3C6FB598F93}" sibTransId="{97BC83D6-39F0-4830-8D7B-AADA2E03AE40}"/>
    <dgm:cxn modelId="{EAD073CB-F8F8-4990-BCAF-395E2C357EFC}" type="presOf" srcId="{7B1C861E-67BE-41A2-A9F9-B06CCA60239C}" destId="{C5733417-07A0-4674-88D5-2209D52585D1}" srcOrd="0" destOrd="0" presId="urn:microsoft.com/office/officeart/2018/2/layout/IconVerticalSolidList"/>
    <dgm:cxn modelId="{113A3AFE-8145-44D6-A378-C2F001845332}" srcId="{C0E65A68-55C5-47BB-817E-7621F8DE90AB}" destId="{7B1C861E-67BE-41A2-A9F9-B06CCA60239C}" srcOrd="2" destOrd="0" parTransId="{28902B90-3240-4CC0-A028-BF042BA46260}" sibTransId="{C5241449-CBF1-40F1-9106-7906188121C4}"/>
    <dgm:cxn modelId="{BB9AB7D6-4825-47AB-A924-0353FE8ACB6E}" type="presParOf" srcId="{1B1BC565-ED4E-411B-8ABF-6F4762E068BC}" destId="{5BBB8D9A-A647-4EF5-BC11-9DBD4F94DBD6}" srcOrd="0" destOrd="0" presId="urn:microsoft.com/office/officeart/2018/2/layout/IconVerticalSolidList"/>
    <dgm:cxn modelId="{0AF16019-7F2E-43AF-A978-B16DCF812D2A}" type="presParOf" srcId="{5BBB8D9A-A647-4EF5-BC11-9DBD4F94DBD6}" destId="{BF97D7C1-E071-427C-A77E-0C91943DB450}" srcOrd="0" destOrd="0" presId="urn:microsoft.com/office/officeart/2018/2/layout/IconVerticalSolidList"/>
    <dgm:cxn modelId="{2CF4F79A-BB4C-44C9-8CF9-AD5E1B234A00}" type="presParOf" srcId="{5BBB8D9A-A647-4EF5-BC11-9DBD4F94DBD6}" destId="{71560D82-491F-40EB-AD0A-A793133B3908}" srcOrd="1" destOrd="0" presId="urn:microsoft.com/office/officeart/2018/2/layout/IconVerticalSolidList"/>
    <dgm:cxn modelId="{5DD251A7-B07D-4D62-B5B0-1EBE272051A0}" type="presParOf" srcId="{5BBB8D9A-A647-4EF5-BC11-9DBD4F94DBD6}" destId="{ABE779D1-DD71-4D11-A850-224EBE95F9E6}" srcOrd="2" destOrd="0" presId="urn:microsoft.com/office/officeart/2018/2/layout/IconVerticalSolidList"/>
    <dgm:cxn modelId="{B729A305-FF3B-4A2C-AE04-A0238E70481E}" type="presParOf" srcId="{5BBB8D9A-A647-4EF5-BC11-9DBD4F94DBD6}" destId="{C0A1118D-28AE-461B-B666-5BFA4E4C11A4}" srcOrd="3" destOrd="0" presId="urn:microsoft.com/office/officeart/2018/2/layout/IconVerticalSolidList"/>
    <dgm:cxn modelId="{8C50CCFC-99B7-4BF4-BAE9-257A39AB40B0}" type="presParOf" srcId="{1B1BC565-ED4E-411B-8ABF-6F4762E068BC}" destId="{4AA93707-59B2-43C1-AA50-CC57B9839AC8}" srcOrd="1" destOrd="0" presId="urn:microsoft.com/office/officeart/2018/2/layout/IconVerticalSolidList"/>
    <dgm:cxn modelId="{5637490F-BC48-4CBB-A121-CBF740F11AAC}" type="presParOf" srcId="{1B1BC565-ED4E-411B-8ABF-6F4762E068BC}" destId="{F48B3B1E-53C6-426D-9DF9-DE7746636A0B}" srcOrd="2" destOrd="0" presId="urn:microsoft.com/office/officeart/2018/2/layout/IconVerticalSolidList"/>
    <dgm:cxn modelId="{359D36D0-F2B2-40D0-84D6-2A25FC5BED5D}" type="presParOf" srcId="{F48B3B1E-53C6-426D-9DF9-DE7746636A0B}" destId="{68E0F4A1-DAE2-43BA-A8A8-5DE50E63BE96}" srcOrd="0" destOrd="0" presId="urn:microsoft.com/office/officeart/2018/2/layout/IconVerticalSolidList"/>
    <dgm:cxn modelId="{D57A1F16-B773-45CE-82FC-63F85935B477}" type="presParOf" srcId="{F48B3B1E-53C6-426D-9DF9-DE7746636A0B}" destId="{11F60DF6-7F5F-4139-A7A3-AA75BD92BBA6}" srcOrd="1" destOrd="0" presId="urn:microsoft.com/office/officeart/2018/2/layout/IconVerticalSolidList"/>
    <dgm:cxn modelId="{D62F4AE1-DB14-4C34-B71A-D9FDEA4056C6}" type="presParOf" srcId="{F48B3B1E-53C6-426D-9DF9-DE7746636A0B}" destId="{65C8339F-1E43-4C8A-8D59-43ABBDF523B0}" srcOrd="2" destOrd="0" presId="urn:microsoft.com/office/officeart/2018/2/layout/IconVerticalSolidList"/>
    <dgm:cxn modelId="{B4E72500-74A6-4718-AEEA-57F8FB252488}" type="presParOf" srcId="{F48B3B1E-53C6-426D-9DF9-DE7746636A0B}" destId="{F3E08A55-67AF-4B9D-878D-4EEEF4E48D83}" srcOrd="3" destOrd="0" presId="urn:microsoft.com/office/officeart/2018/2/layout/IconVerticalSolidList"/>
    <dgm:cxn modelId="{2C2EB7E9-E681-4B6A-89F9-A75D6A7F9E2A}" type="presParOf" srcId="{1B1BC565-ED4E-411B-8ABF-6F4762E068BC}" destId="{435EC896-5894-4169-8599-1961ACF8B829}" srcOrd="3" destOrd="0" presId="urn:microsoft.com/office/officeart/2018/2/layout/IconVerticalSolidList"/>
    <dgm:cxn modelId="{1A9184F0-4703-45BE-BAF8-90F2132C1751}" type="presParOf" srcId="{1B1BC565-ED4E-411B-8ABF-6F4762E068BC}" destId="{06A3EC65-CB11-418D-9CE5-D8E9A4D7AA38}" srcOrd="4" destOrd="0" presId="urn:microsoft.com/office/officeart/2018/2/layout/IconVerticalSolidList"/>
    <dgm:cxn modelId="{747C30B3-EF2C-451B-BFAA-2377D38C95EC}" type="presParOf" srcId="{06A3EC65-CB11-418D-9CE5-D8E9A4D7AA38}" destId="{310E1037-2758-4885-BCA7-7BB1F43C49BF}" srcOrd="0" destOrd="0" presId="urn:microsoft.com/office/officeart/2018/2/layout/IconVerticalSolidList"/>
    <dgm:cxn modelId="{36580F7E-611C-40DA-B89D-BC382D1BDB67}" type="presParOf" srcId="{06A3EC65-CB11-418D-9CE5-D8E9A4D7AA38}" destId="{72EEF211-A763-4D0D-B1FA-3395508F6680}" srcOrd="1" destOrd="0" presId="urn:microsoft.com/office/officeart/2018/2/layout/IconVerticalSolidList"/>
    <dgm:cxn modelId="{FC3CD269-5A30-4460-838A-614C2952F305}" type="presParOf" srcId="{06A3EC65-CB11-418D-9CE5-D8E9A4D7AA38}" destId="{A455C4FA-81FD-43CE-B15C-DA9AB6CC17C2}" srcOrd="2" destOrd="0" presId="urn:microsoft.com/office/officeart/2018/2/layout/IconVerticalSolidList"/>
    <dgm:cxn modelId="{607AF810-A85A-43AE-B5FE-35FD2787F42A}" type="presParOf" srcId="{06A3EC65-CB11-418D-9CE5-D8E9A4D7AA38}" destId="{C5733417-07A0-4674-88D5-2209D52585D1}" srcOrd="3" destOrd="0" presId="urn:microsoft.com/office/officeart/2018/2/layout/IconVerticalSolidList"/>
    <dgm:cxn modelId="{032B4F20-BE27-4342-BF2F-B8B9265408FC}" type="presParOf" srcId="{1B1BC565-ED4E-411B-8ABF-6F4762E068BC}" destId="{DAABD8E4-9266-4AEB-A8A6-A527CD871550}" srcOrd="5" destOrd="0" presId="urn:microsoft.com/office/officeart/2018/2/layout/IconVerticalSolidList"/>
    <dgm:cxn modelId="{489ACC97-009B-4B46-8D5E-2A6A0C824F18}" type="presParOf" srcId="{1B1BC565-ED4E-411B-8ABF-6F4762E068BC}" destId="{E63C2B7E-704B-49B2-A4B5-1B1CCB381786}" srcOrd="6" destOrd="0" presId="urn:microsoft.com/office/officeart/2018/2/layout/IconVerticalSolidList"/>
    <dgm:cxn modelId="{7F18E265-9061-47FC-95AB-4FF33B1BDDBD}" type="presParOf" srcId="{E63C2B7E-704B-49B2-A4B5-1B1CCB381786}" destId="{9DCFC25C-8889-42DA-B3C6-39D715DED7EA}" srcOrd="0" destOrd="0" presId="urn:microsoft.com/office/officeart/2018/2/layout/IconVerticalSolidList"/>
    <dgm:cxn modelId="{C1F2BE2F-641E-4E01-92CC-F1D236D2A8E5}" type="presParOf" srcId="{E63C2B7E-704B-49B2-A4B5-1B1CCB381786}" destId="{9059CFB5-B07D-49F4-8F72-6A21F6CB9D0D}" srcOrd="1" destOrd="0" presId="urn:microsoft.com/office/officeart/2018/2/layout/IconVerticalSolidList"/>
    <dgm:cxn modelId="{A229619E-AC04-4C4A-930C-6D3676C1EFAA}" type="presParOf" srcId="{E63C2B7E-704B-49B2-A4B5-1B1CCB381786}" destId="{1871B57B-2189-413F-860D-D5A69AA96505}" srcOrd="2" destOrd="0" presId="urn:microsoft.com/office/officeart/2018/2/layout/IconVerticalSolidList"/>
    <dgm:cxn modelId="{6CD6650B-C82C-44CA-BF1B-F4FD1132D667}" type="presParOf" srcId="{E63C2B7E-704B-49B2-A4B5-1B1CCB381786}" destId="{CFD6B043-0AAB-49E3-BA15-9D96CE0D944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016B6C1-6299-4E10-A48B-9B8D43DEB8CE}"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EEEE8476-428E-48A2-84B0-70FAEF343A89}">
      <dgm:prSet/>
      <dgm:spPr/>
      <dgm:t>
        <a:bodyPr/>
        <a:lstStyle/>
        <a:p>
          <a:r>
            <a:rPr lang="en-MY"/>
            <a:t>A component whose failure leads to total system shutdown.</a:t>
          </a:r>
          <a:endParaRPr lang="en-US"/>
        </a:p>
      </dgm:t>
    </dgm:pt>
    <dgm:pt modelId="{0CEC2BB6-8A2D-434B-8DEF-046607366EA3}" type="parTrans" cxnId="{8C3ABE35-2317-4AB5-802F-1AEFB3B6B6AD}">
      <dgm:prSet/>
      <dgm:spPr/>
      <dgm:t>
        <a:bodyPr/>
        <a:lstStyle/>
        <a:p>
          <a:endParaRPr lang="en-US"/>
        </a:p>
      </dgm:t>
    </dgm:pt>
    <dgm:pt modelId="{682627EC-2B2B-46CE-8EE2-74550B48D633}" type="sibTrans" cxnId="{8C3ABE35-2317-4AB5-802F-1AEFB3B6B6AD}">
      <dgm:prSet/>
      <dgm:spPr/>
      <dgm:t>
        <a:bodyPr/>
        <a:lstStyle/>
        <a:p>
          <a:endParaRPr lang="en-US"/>
        </a:p>
      </dgm:t>
    </dgm:pt>
    <dgm:pt modelId="{AF60822D-38BC-497E-A889-76F13F0D8D8B}">
      <dgm:prSet/>
      <dgm:spPr/>
      <dgm:t>
        <a:bodyPr/>
        <a:lstStyle/>
        <a:p>
          <a:r>
            <a:rPr lang="en-MY"/>
            <a:t>Examples:</a:t>
          </a:r>
          <a:endParaRPr lang="en-US"/>
        </a:p>
      </dgm:t>
    </dgm:pt>
    <dgm:pt modelId="{945669E7-8B83-48D1-A4DC-6922F912DA70}" type="parTrans" cxnId="{64A67D0B-4179-48D3-BFBB-9A6DF7F8A469}">
      <dgm:prSet/>
      <dgm:spPr/>
      <dgm:t>
        <a:bodyPr/>
        <a:lstStyle/>
        <a:p>
          <a:endParaRPr lang="en-US"/>
        </a:p>
      </dgm:t>
    </dgm:pt>
    <dgm:pt modelId="{AD71E16D-A22F-4040-B602-19EA3CA1ACB1}" type="sibTrans" cxnId="{64A67D0B-4179-48D3-BFBB-9A6DF7F8A469}">
      <dgm:prSet/>
      <dgm:spPr/>
      <dgm:t>
        <a:bodyPr/>
        <a:lstStyle/>
        <a:p>
          <a:endParaRPr lang="en-US"/>
        </a:p>
      </dgm:t>
    </dgm:pt>
    <dgm:pt modelId="{F979B4AB-E3E1-4F36-B04F-01AFC9327106}">
      <dgm:prSet/>
      <dgm:spPr/>
      <dgm:t>
        <a:bodyPr/>
        <a:lstStyle/>
        <a:p>
          <a:r>
            <a:rPr lang="en-MY"/>
            <a:t>Single database server</a:t>
          </a:r>
          <a:endParaRPr lang="en-US"/>
        </a:p>
      </dgm:t>
    </dgm:pt>
    <dgm:pt modelId="{C4815B01-03D3-4B7D-864A-D2EB59F926DD}" type="parTrans" cxnId="{BAC04E6E-7466-4E33-A405-1146F161CC51}">
      <dgm:prSet/>
      <dgm:spPr/>
      <dgm:t>
        <a:bodyPr/>
        <a:lstStyle/>
        <a:p>
          <a:endParaRPr lang="en-US"/>
        </a:p>
      </dgm:t>
    </dgm:pt>
    <dgm:pt modelId="{8B864AA4-9218-4601-AD85-B5B589380277}" type="sibTrans" cxnId="{BAC04E6E-7466-4E33-A405-1146F161CC51}">
      <dgm:prSet/>
      <dgm:spPr/>
      <dgm:t>
        <a:bodyPr/>
        <a:lstStyle/>
        <a:p>
          <a:endParaRPr lang="en-US"/>
        </a:p>
      </dgm:t>
    </dgm:pt>
    <dgm:pt modelId="{C05A136B-0F45-4ED9-9024-9388D0CD77B8}">
      <dgm:prSet/>
      <dgm:spPr/>
      <dgm:t>
        <a:bodyPr/>
        <a:lstStyle/>
        <a:p>
          <a:r>
            <a:rPr lang="en-MY"/>
            <a:t>Central router in a network</a:t>
          </a:r>
          <a:endParaRPr lang="en-US"/>
        </a:p>
      </dgm:t>
    </dgm:pt>
    <dgm:pt modelId="{908C5D12-DB14-4C94-9DEC-144D82593DA1}" type="parTrans" cxnId="{00260672-9458-4D59-951E-354444C54BA5}">
      <dgm:prSet/>
      <dgm:spPr/>
      <dgm:t>
        <a:bodyPr/>
        <a:lstStyle/>
        <a:p>
          <a:endParaRPr lang="en-US"/>
        </a:p>
      </dgm:t>
    </dgm:pt>
    <dgm:pt modelId="{E369AAC6-1A1B-4727-AB4F-FB2CDC1DAFC4}" type="sibTrans" cxnId="{00260672-9458-4D59-951E-354444C54BA5}">
      <dgm:prSet/>
      <dgm:spPr/>
      <dgm:t>
        <a:bodyPr/>
        <a:lstStyle/>
        <a:p>
          <a:endParaRPr lang="en-US"/>
        </a:p>
      </dgm:t>
    </dgm:pt>
    <dgm:pt modelId="{29506B3F-5187-427C-9A5C-3F43E39F6A5F}">
      <dgm:prSet/>
      <dgm:spPr/>
      <dgm:t>
        <a:bodyPr/>
        <a:lstStyle/>
        <a:p>
          <a:r>
            <a:rPr lang="en-MY"/>
            <a:t>Power supply without backup</a:t>
          </a:r>
          <a:endParaRPr lang="en-US"/>
        </a:p>
      </dgm:t>
    </dgm:pt>
    <dgm:pt modelId="{92C98111-20A2-47F4-9902-BCC66C9B62E3}" type="parTrans" cxnId="{4D86215B-2DE4-4AB3-A63E-5F307722E5A9}">
      <dgm:prSet/>
      <dgm:spPr/>
      <dgm:t>
        <a:bodyPr/>
        <a:lstStyle/>
        <a:p>
          <a:endParaRPr lang="en-US"/>
        </a:p>
      </dgm:t>
    </dgm:pt>
    <dgm:pt modelId="{21F73F70-7279-401C-947A-E568C30A928F}" type="sibTrans" cxnId="{4D86215B-2DE4-4AB3-A63E-5F307722E5A9}">
      <dgm:prSet/>
      <dgm:spPr/>
      <dgm:t>
        <a:bodyPr/>
        <a:lstStyle/>
        <a:p>
          <a:endParaRPr lang="en-US"/>
        </a:p>
      </dgm:t>
    </dgm:pt>
    <dgm:pt modelId="{23AE8C6C-6388-CA49-8A05-9EA636F91DF5}" type="pres">
      <dgm:prSet presAssocID="{1016B6C1-6299-4E10-A48B-9B8D43DEB8CE}" presName="Name0" presStyleCnt="0">
        <dgm:presLayoutVars>
          <dgm:dir/>
          <dgm:animLvl val="lvl"/>
          <dgm:resizeHandles val="exact"/>
        </dgm:presLayoutVars>
      </dgm:prSet>
      <dgm:spPr/>
    </dgm:pt>
    <dgm:pt modelId="{316E8685-11D8-9645-A535-CB299C27ADB7}" type="pres">
      <dgm:prSet presAssocID="{AF60822D-38BC-497E-A889-76F13F0D8D8B}" presName="boxAndChildren" presStyleCnt="0"/>
      <dgm:spPr/>
    </dgm:pt>
    <dgm:pt modelId="{C082FAFA-3AAD-9147-86B5-8B7A28904508}" type="pres">
      <dgm:prSet presAssocID="{AF60822D-38BC-497E-A889-76F13F0D8D8B}" presName="parentTextBox" presStyleLbl="node1" presStyleIdx="0" presStyleCnt="2"/>
      <dgm:spPr/>
    </dgm:pt>
    <dgm:pt modelId="{63CECA1C-C5B5-6F42-BF06-90F168ACE01B}" type="pres">
      <dgm:prSet presAssocID="{AF60822D-38BC-497E-A889-76F13F0D8D8B}" presName="entireBox" presStyleLbl="node1" presStyleIdx="0" presStyleCnt="2"/>
      <dgm:spPr/>
    </dgm:pt>
    <dgm:pt modelId="{AE65F2C7-DEBA-9B40-B8ED-01C374CBE1E6}" type="pres">
      <dgm:prSet presAssocID="{AF60822D-38BC-497E-A889-76F13F0D8D8B}" presName="descendantBox" presStyleCnt="0"/>
      <dgm:spPr/>
    </dgm:pt>
    <dgm:pt modelId="{DE7EED98-4FD7-644E-8346-4AAD2933988B}" type="pres">
      <dgm:prSet presAssocID="{F979B4AB-E3E1-4F36-B04F-01AFC9327106}" presName="childTextBox" presStyleLbl="fgAccFollowNode1" presStyleIdx="0" presStyleCnt="3">
        <dgm:presLayoutVars>
          <dgm:bulletEnabled val="1"/>
        </dgm:presLayoutVars>
      </dgm:prSet>
      <dgm:spPr/>
    </dgm:pt>
    <dgm:pt modelId="{9574B47D-8781-7447-8923-69129DB09FA9}" type="pres">
      <dgm:prSet presAssocID="{C05A136B-0F45-4ED9-9024-9388D0CD77B8}" presName="childTextBox" presStyleLbl="fgAccFollowNode1" presStyleIdx="1" presStyleCnt="3">
        <dgm:presLayoutVars>
          <dgm:bulletEnabled val="1"/>
        </dgm:presLayoutVars>
      </dgm:prSet>
      <dgm:spPr/>
    </dgm:pt>
    <dgm:pt modelId="{B75FDBCC-E56D-3543-AF2E-898EDAEE4ACF}" type="pres">
      <dgm:prSet presAssocID="{29506B3F-5187-427C-9A5C-3F43E39F6A5F}" presName="childTextBox" presStyleLbl="fgAccFollowNode1" presStyleIdx="2" presStyleCnt="3">
        <dgm:presLayoutVars>
          <dgm:bulletEnabled val="1"/>
        </dgm:presLayoutVars>
      </dgm:prSet>
      <dgm:spPr/>
    </dgm:pt>
    <dgm:pt modelId="{BF9B4767-DA4C-F043-A4BF-02FF0668E5C3}" type="pres">
      <dgm:prSet presAssocID="{682627EC-2B2B-46CE-8EE2-74550B48D633}" presName="sp" presStyleCnt="0"/>
      <dgm:spPr/>
    </dgm:pt>
    <dgm:pt modelId="{BF01AC3E-9CC0-4642-8FA9-E5A78B96CE67}" type="pres">
      <dgm:prSet presAssocID="{EEEE8476-428E-48A2-84B0-70FAEF343A89}" presName="arrowAndChildren" presStyleCnt="0"/>
      <dgm:spPr/>
    </dgm:pt>
    <dgm:pt modelId="{353AA615-B032-094A-81EC-6C66DA1BA9E0}" type="pres">
      <dgm:prSet presAssocID="{EEEE8476-428E-48A2-84B0-70FAEF343A89}" presName="parentTextArrow" presStyleLbl="node1" presStyleIdx="1" presStyleCnt="2"/>
      <dgm:spPr/>
    </dgm:pt>
  </dgm:ptLst>
  <dgm:cxnLst>
    <dgm:cxn modelId="{F7E3C603-9B78-3F43-8244-ACD270CEA245}" type="presOf" srcId="{1016B6C1-6299-4E10-A48B-9B8D43DEB8CE}" destId="{23AE8C6C-6388-CA49-8A05-9EA636F91DF5}" srcOrd="0" destOrd="0" presId="urn:microsoft.com/office/officeart/2005/8/layout/process4"/>
    <dgm:cxn modelId="{64A67D0B-4179-48D3-BFBB-9A6DF7F8A469}" srcId="{1016B6C1-6299-4E10-A48B-9B8D43DEB8CE}" destId="{AF60822D-38BC-497E-A889-76F13F0D8D8B}" srcOrd="1" destOrd="0" parTransId="{945669E7-8B83-48D1-A4DC-6922F912DA70}" sibTransId="{AD71E16D-A22F-4040-B602-19EA3CA1ACB1}"/>
    <dgm:cxn modelId="{DE42F21F-6BAF-9B4C-9A5C-0BC92376815C}" type="presOf" srcId="{29506B3F-5187-427C-9A5C-3F43E39F6A5F}" destId="{B75FDBCC-E56D-3543-AF2E-898EDAEE4ACF}" srcOrd="0" destOrd="0" presId="urn:microsoft.com/office/officeart/2005/8/layout/process4"/>
    <dgm:cxn modelId="{8C3ABE35-2317-4AB5-802F-1AEFB3B6B6AD}" srcId="{1016B6C1-6299-4E10-A48B-9B8D43DEB8CE}" destId="{EEEE8476-428E-48A2-84B0-70FAEF343A89}" srcOrd="0" destOrd="0" parTransId="{0CEC2BB6-8A2D-434B-8DEF-046607366EA3}" sibTransId="{682627EC-2B2B-46CE-8EE2-74550B48D633}"/>
    <dgm:cxn modelId="{4D86215B-2DE4-4AB3-A63E-5F307722E5A9}" srcId="{AF60822D-38BC-497E-A889-76F13F0D8D8B}" destId="{29506B3F-5187-427C-9A5C-3F43E39F6A5F}" srcOrd="2" destOrd="0" parTransId="{92C98111-20A2-47F4-9902-BCC66C9B62E3}" sibTransId="{21F73F70-7279-401C-947A-E568C30A928F}"/>
    <dgm:cxn modelId="{4E17ED5B-E1FE-FD42-B855-CA3AB926BBC3}" type="presOf" srcId="{AF60822D-38BC-497E-A889-76F13F0D8D8B}" destId="{63CECA1C-C5B5-6F42-BF06-90F168ACE01B}" srcOrd="1" destOrd="0" presId="urn:microsoft.com/office/officeart/2005/8/layout/process4"/>
    <dgm:cxn modelId="{54A91546-A25C-8E4B-B355-A3817A49B4FF}" type="presOf" srcId="{C05A136B-0F45-4ED9-9024-9388D0CD77B8}" destId="{9574B47D-8781-7447-8923-69129DB09FA9}" srcOrd="0" destOrd="0" presId="urn:microsoft.com/office/officeart/2005/8/layout/process4"/>
    <dgm:cxn modelId="{BAC04E6E-7466-4E33-A405-1146F161CC51}" srcId="{AF60822D-38BC-497E-A889-76F13F0D8D8B}" destId="{F979B4AB-E3E1-4F36-B04F-01AFC9327106}" srcOrd="0" destOrd="0" parTransId="{C4815B01-03D3-4B7D-864A-D2EB59F926DD}" sibTransId="{8B864AA4-9218-4601-AD85-B5B589380277}"/>
    <dgm:cxn modelId="{00260672-9458-4D59-951E-354444C54BA5}" srcId="{AF60822D-38BC-497E-A889-76F13F0D8D8B}" destId="{C05A136B-0F45-4ED9-9024-9388D0CD77B8}" srcOrd="1" destOrd="0" parTransId="{908C5D12-DB14-4C94-9DEC-144D82593DA1}" sibTransId="{E369AAC6-1A1B-4727-AB4F-FB2CDC1DAFC4}"/>
    <dgm:cxn modelId="{80D38572-44AD-E247-8C23-8657CED43BDD}" type="presOf" srcId="{EEEE8476-428E-48A2-84B0-70FAEF343A89}" destId="{353AA615-B032-094A-81EC-6C66DA1BA9E0}" srcOrd="0" destOrd="0" presId="urn:microsoft.com/office/officeart/2005/8/layout/process4"/>
    <dgm:cxn modelId="{D35BB153-3831-2041-A0DF-02272ADD8ED7}" type="presOf" srcId="{AF60822D-38BC-497E-A889-76F13F0D8D8B}" destId="{C082FAFA-3AAD-9147-86B5-8B7A28904508}" srcOrd="0" destOrd="0" presId="urn:microsoft.com/office/officeart/2005/8/layout/process4"/>
    <dgm:cxn modelId="{DED5C1DA-2DF5-174B-A006-AA0F7D011964}" type="presOf" srcId="{F979B4AB-E3E1-4F36-B04F-01AFC9327106}" destId="{DE7EED98-4FD7-644E-8346-4AAD2933988B}" srcOrd="0" destOrd="0" presId="urn:microsoft.com/office/officeart/2005/8/layout/process4"/>
    <dgm:cxn modelId="{8281C7F0-8B79-9D49-8BFD-25A0973D9C1B}" type="presParOf" srcId="{23AE8C6C-6388-CA49-8A05-9EA636F91DF5}" destId="{316E8685-11D8-9645-A535-CB299C27ADB7}" srcOrd="0" destOrd="0" presId="urn:microsoft.com/office/officeart/2005/8/layout/process4"/>
    <dgm:cxn modelId="{10723360-A58C-EF45-ACD2-7768F3CEE578}" type="presParOf" srcId="{316E8685-11D8-9645-A535-CB299C27ADB7}" destId="{C082FAFA-3AAD-9147-86B5-8B7A28904508}" srcOrd="0" destOrd="0" presId="urn:microsoft.com/office/officeart/2005/8/layout/process4"/>
    <dgm:cxn modelId="{AE3F0011-2C85-8A4E-A56A-C7703C2DF38D}" type="presParOf" srcId="{316E8685-11D8-9645-A535-CB299C27ADB7}" destId="{63CECA1C-C5B5-6F42-BF06-90F168ACE01B}" srcOrd="1" destOrd="0" presId="urn:microsoft.com/office/officeart/2005/8/layout/process4"/>
    <dgm:cxn modelId="{EF9C48A4-8152-5243-9133-71B5EEB4765B}" type="presParOf" srcId="{316E8685-11D8-9645-A535-CB299C27ADB7}" destId="{AE65F2C7-DEBA-9B40-B8ED-01C374CBE1E6}" srcOrd="2" destOrd="0" presId="urn:microsoft.com/office/officeart/2005/8/layout/process4"/>
    <dgm:cxn modelId="{88A1037C-F32F-5D46-B578-24675E9A099E}" type="presParOf" srcId="{AE65F2C7-DEBA-9B40-B8ED-01C374CBE1E6}" destId="{DE7EED98-4FD7-644E-8346-4AAD2933988B}" srcOrd="0" destOrd="0" presId="urn:microsoft.com/office/officeart/2005/8/layout/process4"/>
    <dgm:cxn modelId="{D032386A-AD44-D74D-90E7-06CA6BD8DCC5}" type="presParOf" srcId="{AE65F2C7-DEBA-9B40-B8ED-01C374CBE1E6}" destId="{9574B47D-8781-7447-8923-69129DB09FA9}" srcOrd="1" destOrd="0" presId="urn:microsoft.com/office/officeart/2005/8/layout/process4"/>
    <dgm:cxn modelId="{5E11557C-456E-D642-86C7-104CAF5F8AD8}" type="presParOf" srcId="{AE65F2C7-DEBA-9B40-B8ED-01C374CBE1E6}" destId="{B75FDBCC-E56D-3543-AF2E-898EDAEE4ACF}" srcOrd="2" destOrd="0" presId="urn:microsoft.com/office/officeart/2005/8/layout/process4"/>
    <dgm:cxn modelId="{2D5F9F91-59DD-4C46-9E47-E870B19810F1}" type="presParOf" srcId="{23AE8C6C-6388-CA49-8A05-9EA636F91DF5}" destId="{BF9B4767-DA4C-F043-A4BF-02FF0668E5C3}" srcOrd="1" destOrd="0" presId="urn:microsoft.com/office/officeart/2005/8/layout/process4"/>
    <dgm:cxn modelId="{85AD7256-7514-9746-9FB1-271CA4B8C1AD}" type="presParOf" srcId="{23AE8C6C-6388-CA49-8A05-9EA636F91DF5}" destId="{BF01AC3E-9CC0-4642-8FA9-E5A78B96CE67}" srcOrd="2" destOrd="0" presId="urn:microsoft.com/office/officeart/2005/8/layout/process4"/>
    <dgm:cxn modelId="{6191E47E-4B3D-FE41-BD47-0BB5CD131B53}" type="presParOf" srcId="{BF01AC3E-9CC0-4642-8FA9-E5A78B96CE67}" destId="{353AA615-B032-094A-81EC-6C66DA1BA9E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24390FE-D355-41B3-96C3-B046771AEAC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1F6B5B9-EE00-47AA-9C3F-37300DDB8F59}">
      <dgm:prSet/>
      <dgm:spPr/>
      <dgm:t>
        <a:bodyPr/>
        <a:lstStyle/>
        <a:p>
          <a:r>
            <a:rPr lang="en-MY"/>
            <a:t>Use redundant components and backup systems.</a:t>
          </a:r>
          <a:endParaRPr lang="en-US"/>
        </a:p>
      </dgm:t>
    </dgm:pt>
    <dgm:pt modelId="{8F65DA74-0025-4994-82D7-2E178DF5FEF5}" type="parTrans" cxnId="{29108F1F-30A5-45DF-BE7E-E1DD3B09662A}">
      <dgm:prSet/>
      <dgm:spPr/>
      <dgm:t>
        <a:bodyPr/>
        <a:lstStyle/>
        <a:p>
          <a:endParaRPr lang="en-US"/>
        </a:p>
      </dgm:t>
    </dgm:pt>
    <dgm:pt modelId="{7D7619F1-CF88-47A9-990A-45C93BFE5EBB}" type="sibTrans" cxnId="{29108F1F-30A5-45DF-BE7E-E1DD3B09662A}">
      <dgm:prSet/>
      <dgm:spPr/>
      <dgm:t>
        <a:bodyPr/>
        <a:lstStyle/>
        <a:p>
          <a:endParaRPr lang="en-US"/>
        </a:p>
      </dgm:t>
    </dgm:pt>
    <dgm:pt modelId="{D5E31BBE-B9C6-4DB3-A1BF-AC504B88E9C6}">
      <dgm:prSet/>
      <dgm:spPr/>
      <dgm:t>
        <a:bodyPr/>
        <a:lstStyle/>
        <a:p>
          <a:r>
            <a:rPr lang="en-MY"/>
            <a:t>Implement clustering and failover solutions.</a:t>
          </a:r>
          <a:endParaRPr lang="en-US"/>
        </a:p>
      </dgm:t>
    </dgm:pt>
    <dgm:pt modelId="{4ECE89E0-E8BC-45B5-9DD5-4A0EEB206E9C}" type="parTrans" cxnId="{83748D50-7C2B-4E2E-84C9-85B136357C62}">
      <dgm:prSet/>
      <dgm:spPr/>
      <dgm:t>
        <a:bodyPr/>
        <a:lstStyle/>
        <a:p>
          <a:endParaRPr lang="en-US"/>
        </a:p>
      </dgm:t>
    </dgm:pt>
    <dgm:pt modelId="{C757E1AC-B2B3-401D-8107-CD8F61327039}" type="sibTrans" cxnId="{83748D50-7C2B-4E2E-84C9-85B136357C62}">
      <dgm:prSet/>
      <dgm:spPr/>
      <dgm:t>
        <a:bodyPr/>
        <a:lstStyle/>
        <a:p>
          <a:endParaRPr lang="en-US"/>
        </a:p>
      </dgm:t>
    </dgm:pt>
    <dgm:pt modelId="{6DCF6E01-C002-4234-8B35-E73BB6BD6C63}">
      <dgm:prSet/>
      <dgm:spPr/>
      <dgm:t>
        <a:bodyPr/>
        <a:lstStyle/>
        <a:p>
          <a:r>
            <a:rPr lang="en-MY"/>
            <a:t>Distribute services across multiple data centers.</a:t>
          </a:r>
          <a:endParaRPr lang="en-US"/>
        </a:p>
      </dgm:t>
    </dgm:pt>
    <dgm:pt modelId="{EFCFD3C7-3FD8-461D-A770-0F776DAD2D62}" type="parTrans" cxnId="{23F99693-EC08-4CFF-8038-D7DC0E76DC3A}">
      <dgm:prSet/>
      <dgm:spPr/>
      <dgm:t>
        <a:bodyPr/>
        <a:lstStyle/>
        <a:p>
          <a:endParaRPr lang="en-US"/>
        </a:p>
      </dgm:t>
    </dgm:pt>
    <dgm:pt modelId="{FE9442ED-1AEA-4B7B-90EE-0EDE0B82DD00}" type="sibTrans" cxnId="{23F99693-EC08-4CFF-8038-D7DC0E76DC3A}">
      <dgm:prSet/>
      <dgm:spPr/>
      <dgm:t>
        <a:bodyPr/>
        <a:lstStyle/>
        <a:p>
          <a:endParaRPr lang="en-US"/>
        </a:p>
      </dgm:t>
    </dgm:pt>
    <dgm:pt modelId="{794BC49F-A0EC-4711-9070-19B6FDE50F08}" type="pres">
      <dgm:prSet presAssocID="{424390FE-D355-41B3-96C3-B046771AEAC2}" presName="root" presStyleCnt="0">
        <dgm:presLayoutVars>
          <dgm:dir/>
          <dgm:resizeHandles val="exact"/>
        </dgm:presLayoutVars>
      </dgm:prSet>
      <dgm:spPr/>
    </dgm:pt>
    <dgm:pt modelId="{892114C5-F85A-477A-8872-1BBF29D79F90}" type="pres">
      <dgm:prSet presAssocID="{31F6B5B9-EE00-47AA-9C3F-37300DDB8F59}" presName="compNode" presStyleCnt="0"/>
      <dgm:spPr/>
    </dgm:pt>
    <dgm:pt modelId="{83FF1EE2-91DC-43E7-949F-6572DBE0B1ED}" type="pres">
      <dgm:prSet presAssocID="{31F6B5B9-EE00-47AA-9C3F-37300DDB8F59}" presName="bgRect" presStyleLbl="bgShp" presStyleIdx="0" presStyleCnt="3"/>
      <dgm:spPr/>
    </dgm:pt>
    <dgm:pt modelId="{C0FA01DC-9FFC-44CB-B6B3-93EEB816CBFB}" type="pres">
      <dgm:prSet presAssocID="{31F6B5B9-EE00-47AA-9C3F-37300DDB8F5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k"/>
        </a:ext>
      </dgm:extLst>
    </dgm:pt>
    <dgm:pt modelId="{A68332F6-89CF-4338-8743-F312B594BD92}" type="pres">
      <dgm:prSet presAssocID="{31F6B5B9-EE00-47AA-9C3F-37300DDB8F59}" presName="spaceRect" presStyleCnt="0"/>
      <dgm:spPr/>
    </dgm:pt>
    <dgm:pt modelId="{AAAD2C59-4C14-4C39-899F-88CB60B83F0E}" type="pres">
      <dgm:prSet presAssocID="{31F6B5B9-EE00-47AA-9C3F-37300DDB8F59}" presName="parTx" presStyleLbl="revTx" presStyleIdx="0" presStyleCnt="3">
        <dgm:presLayoutVars>
          <dgm:chMax val="0"/>
          <dgm:chPref val="0"/>
        </dgm:presLayoutVars>
      </dgm:prSet>
      <dgm:spPr/>
    </dgm:pt>
    <dgm:pt modelId="{635B3EB9-27A8-48C6-8955-7D797B2FBA2D}" type="pres">
      <dgm:prSet presAssocID="{7D7619F1-CF88-47A9-990A-45C93BFE5EBB}" presName="sibTrans" presStyleCnt="0"/>
      <dgm:spPr/>
    </dgm:pt>
    <dgm:pt modelId="{0AF3517D-CDD0-415C-8405-DD06BBE5D981}" type="pres">
      <dgm:prSet presAssocID="{D5E31BBE-B9C6-4DB3-A1BF-AC504B88E9C6}" presName="compNode" presStyleCnt="0"/>
      <dgm:spPr/>
    </dgm:pt>
    <dgm:pt modelId="{99D8C0DC-DC45-4595-834C-F8E1B45472E2}" type="pres">
      <dgm:prSet presAssocID="{D5E31BBE-B9C6-4DB3-A1BF-AC504B88E9C6}" presName="bgRect" presStyleLbl="bgShp" presStyleIdx="1" presStyleCnt="3"/>
      <dgm:spPr/>
    </dgm:pt>
    <dgm:pt modelId="{1FE99296-1488-423E-8968-C8F902C04FE5}" type="pres">
      <dgm:prSet presAssocID="{D5E31BBE-B9C6-4DB3-A1BF-AC504B88E9C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F65266FC-DC71-4C25-A346-1CE239D38AE9}" type="pres">
      <dgm:prSet presAssocID="{D5E31BBE-B9C6-4DB3-A1BF-AC504B88E9C6}" presName="spaceRect" presStyleCnt="0"/>
      <dgm:spPr/>
    </dgm:pt>
    <dgm:pt modelId="{5ED801EC-260A-4A61-8F39-51EECCB337C6}" type="pres">
      <dgm:prSet presAssocID="{D5E31BBE-B9C6-4DB3-A1BF-AC504B88E9C6}" presName="parTx" presStyleLbl="revTx" presStyleIdx="1" presStyleCnt="3">
        <dgm:presLayoutVars>
          <dgm:chMax val="0"/>
          <dgm:chPref val="0"/>
        </dgm:presLayoutVars>
      </dgm:prSet>
      <dgm:spPr/>
    </dgm:pt>
    <dgm:pt modelId="{8C15CF1B-98AE-4299-9334-736BF9C21639}" type="pres">
      <dgm:prSet presAssocID="{C757E1AC-B2B3-401D-8107-CD8F61327039}" presName="sibTrans" presStyleCnt="0"/>
      <dgm:spPr/>
    </dgm:pt>
    <dgm:pt modelId="{25EF82DB-BE62-449D-B6A0-5ACA3BC593A2}" type="pres">
      <dgm:prSet presAssocID="{6DCF6E01-C002-4234-8B35-E73BB6BD6C63}" presName="compNode" presStyleCnt="0"/>
      <dgm:spPr/>
    </dgm:pt>
    <dgm:pt modelId="{66A9570D-7446-44F4-AA61-D97F0C62A843}" type="pres">
      <dgm:prSet presAssocID="{6DCF6E01-C002-4234-8B35-E73BB6BD6C63}" presName="bgRect" presStyleLbl="bgShp" presStyleIdx="2" presStyleCnt="3"/>
      <dgm:spPr/>
    </dgm:pt>
    <dgm:pt modelId="{BEBEA346-147D-4711-A5E2-D1B63A5E696C}" type="pres">
      <dgm:prSet presAssocID="{6DCF6E01-C002-4234-8B35-E73BB6BD6C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cision chart"/>
        </a:ext>
      </dgm:extLst>
    </dgm:pt>
    <dgm:pt modelId="{8E7788C2-05D6-444E-A87C-260E37B8C918}" type="pres">
      <dgm:prSet presAssocID="{6DCF6E01-C002-4234-8B35-E73BB6BD6C63}" presName="spaceRect" presStyleCnt="0"/>
      <dgm:spPr/>
    </dgm:pt>
    <dgm:pt modelId="{7EDFB8C2-1E19-4791-81A6-43772BCA018E}" type="pres">
      <dgm:prSet presAssocID="{6DCF6E01-C002-4234-8B35-E73BB6BD6C63}" presName="parTx" presStyleLbl="revTx" presStyleIdx="2" presStyleCnt="3">
        <dgm:presLayoutVars>
          <dgm:chMax val="0"/>
          <dgm:chPref val="0"/>
        </dgm:presLayoutVars>
      </dgm:prSet>
      <dgm:spPr/>
    </dgm:pt>
  </dgm:ptLst>
  <dgm:cxnLst>
    <dgm:cxn modelId="{1C661F03-0A77-4036-97F8-50D1DFB591BF}" type="presOf" srcId="{D5E31BBE-B9C6-4DB3-A1BF-AC504B88E9C6}" destId="{5ED801EC-260A-4A61-8F39-51EECCB337C6}" srcOrd="0" destOrd="0" presId="urn:microsoft.com/office/officeart/2018/2/layout/IconVerticalSolidList"/>
    <dgm:cxn modelId="{B9421A05-98B7-4DFA-B2B9-88EC0A2DAD6B}" type="presOf" srcId="{6DCF6E01-C002-4234-8B35-E73BB6BD6C63}" destId="{7EDFB8C2-1E19-4791-81A6-43772BCA018E}" srcOrd="0" destOrd="0" presId="urn:microsoft.com/office/officeart/2018/2/layout/IconVerticalSolidList"/>
    <dgm:cxn modelId="{29108F1F-30A5-45DF-BE7E-E1DD3B09662A}" srcId="{424390FE-D355-41B3-96C3-B046771AEAC2}" destId="{31F6B5B9-EE00-47AA-9C3F-37300DDB8F59}" srcOrd="0" destOrd="0" parTransId="{8F65DA74-0025-4994-82D7-2E178DF5FEF5}" sibTransId="{7D7619F1-CF88-47A9-990A-45C93BFE5EBB}"/>
    <dgm:cxn modelId="{C28E1E40-0D3D-455B-8A13-46652ABD200C}" type="presOf" srcId="{424390FE-D355-41B3-96C3-B046771AEAC2}" destId="{794BC49F-A0EC-4711-9070-19B6FDE50F08}" srcOrd="0" destOrd="0" presId="urn:microsoft.com/office/officeart/2018/2/layout/IconVerticalSolidList"/>
    <dgm:cxn modelId="{83748D50-7C2B-4E2E-84C9-85B136357C62}" srcId="{424390FE-D355-41B3-96C3-B046771AEAC2}" destId="{D5E31BBE-B9C6-4DB3-A1BF-AC504B88E9C6}" srcOrd="1" destOrd="0" parTransId="{4ECE89E0-E8BC-45B5-9DD5-4A0EEB206E9C}" sibTransId="{C757E1AC-B2B3-401D-8107-CD8F61327039}"/>
    <dgm:cxn modelId="{23F99693-EC08-4CFF-8038-D7DC0E76DC3A}" srcId="{424390FE-D355-41B3-96C3-B046771AEAC2}" destId="{6DCF6E01-C002-4234-8B35-E73BB6BD6C63}" srcOrd="2" destOrd="0" parTransId="{EFCFD3C7-3FD8-461D-A770-0F776DAD2D62}" sibTransId="{FE9442ED-1AEA-4B7B-90EE-0EDE0B82DD00}"/>
    <dgm:cxn modelId="{FF7AD69F-8309-4B80-ADE4-836ECC83A2A2}" type="presOf" srcId="{31F6B5B9-EE00-47AA-9C3F-37300DDB8F59}" destId="{AAAD2C59-4C14-4C39-899F-88CB60B83F0E}" srcOrd="0" destOrd="0" presId="urn:microsoft.com/office/officeart/2018/2/layout/IconVerticalSolidList"/>
    <dgm:cxn modelId="{76FFEFEF-932C-48DF-9360-DFC3E1020234}" type="presParOf" srcId="{794BC49F-A0EC-4711-9070-19B6FDE50F08}" destId="{892114C5-F85A-477A-8872-1BBF29D79F90}" srcOrd="0" destOrd="0" presId="urn:microsoft.com/office/officeart/2018/2/layout/IconVerticalSolidList"/>
    <dgm:cxn modelId="{57512DD9-36AD-43CE-92C6-4B93EE1A9EE6}" type="presParOf" srcId="{892114C5-F85A-477A-8872-1BBF29D79F90}" destId="{83FF1EE2-91DC-43E7-949F-6572DBE0B1ED}" srcOrd="0" destOrd="0" presId="urn:microsoft.com/office/officeart/2018/2/layout/IconVerticalSolidList"/>
    <dgm:cxn modelId="{FB19A130-3B82-4A65-B8E4-5D55A483150B}" type="presParOf" srcId="{892114C5-F85A-477A-8872-1BBF29D79F90}" destId="{C0FA01DC-9FFC-44CB-B6B3-93EEB816CBFB}" srcOrd="1" destOrd="0" presId="urn:microsoft.com/office/officeart/2018/2/layout/IconVerticalSolidList"/>
    <dgm:cxn modelId="{6B553FE7-6E18-4F9C-B2BC-431B489E4A43}" type="presParOf" srcId="{892114C5-F85A-477A-8872-1BBF29D79F90}" destId="{A68332F6-89CF-4338-8743-F312B594BD92}" srcOrd="2" destOrd="0" presId="urn:microsoft.com/office/officeart/2018/2/layout/IconVerticalSolidList"/>
    <dgm:cxn modelId="{4AB4B3D7-8D76-4117-9C39-683FF9D632F5}" type="presParOf" srcId="{892114C5-F85A-477A-8872-1BBF29D79F90}" destId="{AAAD2C59-4C14-4C39-899F-88CB60B83F0E}" srcOrd="3" destOrd="0" presId="urn:microsoft.com/office/officeart/2018/2/layout/IconVerticalSolidList"/>
    <dgm:cxn modelId="{6FD50853-8457-4574-A944-4ADD06CFA2DD}" type="presParOf" srcId="{794BC49F-A0EC-4711-9070-19B6FDE50F08}" destId="{635B3EB9-27A8-48C6-8955-7D797B2FBA2D}" srcOrd="1" destOrd="0" presId="urn:microsoft.com/office/officeart/2018/2/layout/IconVerticalSolidList"/>
    <dgm:cxn modelId="{8D82CF2D-A862-4C9A-B05F-4368E3BBAE15}" type="presParOf" srcId="{794BC49F-A0EC-4711-9070-19B6FDE50F08}" destId="{0AF3517D-CDD0-415C-8405-DD06BBE5D981}" srcOrd="2" destOrd="0" presId="urn:microsoft.com/office/officeart/2018/2/layout/IconVerticalSolidList"/>
    <dgm:cxn modelId="{9C8AD384-B817-40DA-A475-8D3B8E14B80E}" type="presParOf" srcId="{0AF3517D-CDD0-415C-8405-DD06BBE5D981}" destId="{99D8C0DC-DC45-4595-834C-F8E1B45472E2}" srcOrd="0" destOrd="0" presId="urn:microsoft.com/office/officeart/2018/2/layout/IconVerticalSolidList"/>
    <dgm:cxn modelId="{DF6D6125-5681-427F-9A6F-1E9F6A12CE70}" type="presParOf" srcId="{0AF3517D-CDD0-415C-8405-DD06BBE5D981}" destId="{1FE99296-1488-423E-8968-C8F902C04FE5}" srcOrd="1" destOrd="0" presId="urn:microsoft.com/office/officeart/2018/2/layout/IconVerticalSolidList"/>
    <dgm:cxn modelId="{BEB6ECEF-4F16-41F3-B894-C3D41C3BD87D}" type="presParOf" srcId="{0AF3517D-CDD0-415C-8405-DD06BBE5D981}" destId="{F65266FC-DC71-4C25-A346-1CE239D38AE9}" srcOrd="2" destOrd="0" presId="urn:microsoft.com/office/officeart/2018/2/layout/IconVerticalSolidList"/>
    <dgm:cxn modelId="{D3797C9C-9A43-41CE-9A54-F704B20F85DE}" type="presParOf" srcId="{0AF3517D-CDD0-415C-8405-DD06BBE5D981}" destId="{5ED801EC-260A-4A61-8F39-51EECCB337C6}" srcOrd="3" destOrd="0" presId="urn:microsoft.com/office/officeart/2018/2/layout/IconVerticalSolidList"/>
    <dgm:cxn modelId="{14F8C347-5054-4BD4-AFE9-B08AC6652F81}" type="presParOf" srcId="{794BC49F-A0EC-4711-9070-19B6FDE50F08}" destId="{8C15CF1B-98AE-4299-9334-736BF9C21639}" srcOrd="3" destOrd="0" presId="urn:microsoft.com/office/officeart/2018/2/layout/IconVerticalSolidList"/>
    <dgm:cxn modelId="{35B7ABC6-4DB8-40FA-A016-C037CA02F05D}" type="presParOf" srcId="{794BC49F-A0EC-4711-9070-19B6FDE50F08}" destId="{25EF82DB-BE62-449D-B6A0-5ACA3BC593A2}" srcOrd="4" destOrd="0" presId="urn:microsoft.com/office/officeart/2018/2/layout/IconVerticalSolidList"/>
    <dgm:cxn modelId="{03F261A5-FF52-43D8-BF9E-EBBA53E158FC}" type="presParOf" srcId="{25EF82DB-BE62-449D-B6A0-5ACA3BC593A2}" destId="{66A9570D-7446-44F4-AA61-D97F0C62A843}" srcOrd="0" destOrd="0" presId="urn:microsoft.com/office/officeart/2018/2/layout/IconVerticalSolidList"/>
    <dgm:cxn modelId="{922545C0-53E5-4D29-B1AC-A4EEE8180302}" type="presParOf" srcId="{25EF82DB-BE62-449D-B6A0-5ACA3BC593A2}" destId="{BEBEA346-147D-4711-A5E2-D1B63A5E696C}" srcOrd="1" destOrd="0" presId="urn:microsoft.com/office/officeart/2018/2/layout/IconVerticalSolidList"/>
    <dgm:cxn modelId="{6793F3DE-68B4-4D22-9C80-DF4BA9727D7F}" type="presParOf" srcId="{25EF82DB-BE62-449D-B6A0-5ACA3BC593A2}" destId="{8E7788C2-05D6-444E-A87C-260E37B8C918}" srcOrd="2" destOrd="0" presId="urn:microsoft.com/office/officeart/2018/2/layout/IconVerticalSolidList"/>
    <dgm:cxn modelId="{C1D75F5B-BD3E-47A1-AC0E-B076C35F81C8}" type="presParOf" srcId="{25EF82DB-BE62-449D-B6A0-5ACA3BC593A2}" destId="{7EDFB8C2-1E19-4791-81A6-43772BCA018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6AD582D-3645-40A9-9110-8B6D76525963}"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C75F8F00-3D65-49AD-A555-348532E3F507}">
      <dgm:prSet/>
      <dgm:spPr/>
      <dgm:t>
        <a:bodyPr/>
        <a:lstStyle/>
        <a:p>
          <a:r>
            <a:rPr lang="en-MY" b="1"/>
            <a:t>Threats:</a:t>
          </a:r>
          <a:r>
            <a:rPr lang="en-MY"/>
            <a:t> Actions or events that compromise system integrity, confidentiality, or availability.</a:t>
          </a:r>
          <a:endParaRPr lang="en-US"/>
        </a:p>
      </dgm:t>
    </dgm:pt>
    <dgm:pt modelId="{4D05E44C-D455-43A5-A228-B04421CC7736}" type="parTrans" cxnId="{F05696F2-C3D7-4155-80AC-09962A47A3A9}">
      <dgm:prSet/>
      <dgm:spPr/>
      <dgm:t>
        <a:bodyPr/>
        <a:lstStyle/>
        <a:p>
          <a:endParaRPr lang="en-US"/>
        </a:p>
      </dgm:t>
    </dgm:pt>
    <dgm:pt modelId="{F5E566B9-437E-46E4-BB13-8AE9B668D6B8}" type="sibTrans" cxnId="{F05696F2-C3D7-4155-80AC-09962A47A3A9}">
      <dgm:prSet/>
      <dgm:spPr/>
      <dgm:t>
        <a:bodyPr/>
        <a:lstStyle/>
        <a:p>
          <a:endParaRPr lang="en-US"/>
        </a:p>
      </dgm:t>
    </dgm:pt>
    <dgm:pt modelId="{9539AF33-A5B0-49CF-B2FD-DAEE99038175}">
      <dgm:prSet/>
      <dgm:spPr/>
      <dgm:t>
        <a:bodyPr/>
        <a:lstStyle/>
        <a:p>
          <a:r>
            <a:rPr lang="en-MY" b="1"/>
            <a:t>Defense Technologies:</a:t>
          </a:r>
          <a:endParaRPr lang="en-US"/>
        </a:p>
      </dgm:t>
    </dgm:pt>
    <dgm:pt modelId="{E444F932-D97C-4663-ACA7-4E2E3A891D8C}" type="parTrans" cxnId="{2CC3B956-E46D-43C4-8465-827C9189E6E2}">
      <dgm:prSet/>
      <dgm:spPr/>
      <dgm:t>
        <a:bodyPr/>
        <a:lstStyle/>
        <a:p>
          <a:endParaRPr lang="en-US"/>
        </a:p>
      </dgm:t>
    </dgm:pt>
    <dgm:pt modelId="{C1FC24EE-79EC-47DF-A30B-6B9ADEAE6DE6}" type="sibTrans" cxnId="{2CC3B956-E46D-43C4-8465-827C9189E6E2}">
      <dgm:prSet/>
      <dgm:spPr/>
      <dgm:t>
        <a:bodyPr/>
        <a:lstStyle/>
        <a:p>
          <a:endParaRPr lang="en-US"/>
        </a:p>
      </dgm:t>
    </dgm:pt>
    <dgm:pt modelId="{968D6CF6-0ECD-4FD7-A79A-8ECA26855A20}">
      <dgm:prSet/>
      <dgm:spPr/>
      <dgm:t>
        <a:bodyPr/>
        <a:lstStyle/>
        <a:p>
          <a:r>
            <a:rPr lang="en-MY"/>
            <a:t>Firewalls filter network traffic.</a:t>
          </a:r>
          <a:endParaRPr lang="en-US"/>
        </a:p>
      </dgm:t>
    </dgm:pt>
    <dgm:pt modelId="{B7106A34-B6DD-4406-A1E0-4F1EC9B335C7}" type="parTrans" cxnId="{501AF79C-14DF-45F4-8D68-2239F48DADA4}">
      <dgm:prSet/>
      <dgm:spPr/>
      <dgm:t>
        <a:bodyPr/>
        <a:lstStyle/>
        <a:p>
          <a:endParaRPr lang="en-US"/>
        </a:p>
      </dgm:t>
    </dgm:pt>
    <dgm:pt modelId="{0A2D57BF-416F-40AB-B7E1-05EF7C7058DB}" type="sibTrans" cxnId="{501AF79C-14DF-45F4-8D68-2239F48DADA4}">
      <dgm:prSet/>
      <dgm:spPr/>
      <dgm:t>
        <a:bodyPr/>
        <a:lstStyle/>
        <a:p>
          <a:endParaRPr lang="en-US"/>
        </a:p>
      </dgm:t>
    </dgm:pt>
    <dgm:pt modelId="{04028B99-E005-4400-9267-C19774D3AA7A}">
      <dgm:prSet/>
      <dgm:spPr/>
      <dgm:t>
        <a:bodyPr/>
        <a:lstStyle/>
        <a:p>
          <a:r>
            <a:rPr lang="en-MY"/>
            <a:t>Intrusion Detection Systems (IDS) monitor suspicious activity.</a:t>
          </a:r>
          <a:endParaRPr lang="en-US"/>
        </a:p>
      </dgm:t>
    </dgm:pt>
    <dgm:pt modelId="{42C40EC0-B06B-4A7D-AC7C-0C6A2C40189F}" type="parTrans" cxnId="{5DD07842-B1DC-49C0-8936-16B37A290691}">
      <dgm:prSet/>
      <dgm:spPr/>
      <dgm:t>
        <a:bodyPr/>
        <a:lstStyle/>
        <a:p>
          <a:endParaRPr lang="en-US"/>
        </a:p>
      </dgm:t>
    </dgm:pt>
    <dgm:pt modelId="{9958695F-0F66-45C4-B26E-BF3A22466B9E}" type="sibTrans" cxnId="{5DD07842-B1DC-49C0-8936-16B37A290691}">
      <dgm:prSet/>
      <dgm:spPr/>
      <dgm:t>
        <a:bodyPr/>
        <a:lstStyle/>
        <a:p>
          <a:endParaRPr lang="en-US"/>
        </a:p>
      </dgm:t>
    </dgm:pt>
    <dgm:pt modelId="{4C3701C9-C068-403F-93A3-EB5828E770EC}">
      <dgm:prSet/>
      <dgm:spPr/>
      <dgm:t>
        <a:bodyPr/>
        <a:lstStyle/>
        <a:p>
          <a:r>
            <a:rPr lang="en-MY"/>
            <a:t>Encryption secures data during transmission and storage.</a:t>
          </a:r>
          <a:endParaRPr lang="en-US"/>
        </a:p>
      </dgm:t>
    </dgm:pt>
    <dgm:pt modelId="{1784627F-D8A6-4EA1-B65E-E8FE97921862}" type="parTrans" cxnId="{FA819241-B394-4E1B-9CBC-01BF2BFCB27C}">
      <dgm:prSet/>
      <dgm:spPr/>
      <dgm:t>
        <a:bodyPr/>
        <a:lstStyle/>
        <a:p>
          <a:endParaRPr lang="en-US"/>
        </a:p>
      </dgm:t>
    </dgm:pt>
    <dgm:pt modelId="{D61D9091-9387-4401-82C6-F2E1B3083C91}" type="sibTrans" cxnId="{FA819241-B394-4E1B-9CBC-01BF2BFCB27C}">
      <dgm:prSet/>
      <dgm:spPr/>
      <dgm:t>
        <a:bodyPr/>
        <a:lstStyle/>
        <a:p>
          <a:endParaRPr lang="en-US"/>
        </a:p>
      </dgm:t>
    </dgm:pt>
    <dgm:pt modelId="{6190657F-8C21-9A4F-8195-FB132BF7458C}" type="pres">
      <dgm:prSet presAssocID="{F6AD582D-3645-40A9-9110-8B6D76525963}" presName="Name0" presStyleCnt="0">
        <dgm:presLayoutVars>
          <dgm:dir/>
          <dgm:animLvl val="lvl"/>
          <dgm:resizeHandles val="exact"/>
        </dgm:presLayoutVars>
      </dgm:prSet>
      <dgm:spPr/>
    </dgm:pt>
    <dgm:pt modelId="{03BFCBF1-39C3-D442-9D9C-2201D3FC42F6}" type="pres">
      <dgm:prSet presAssocID="{9539AF33-A5B0-49CF-B2FD-DAEE99038175}" presName="boxAndChildren" presStyleCnt="0"/>
      <dgm:spPr/>
    </dgm:pt>
    <dgm:pt modelId="{205EFC4C-F58B-D446-BE70-6437C59D198A}" type="pres">
      <dgm:prSet presAssocID="{9539AF33-A5B0-49CF-B2FD-DAEE99038175}" presName="parentTextBox" presStyleLbl="node1" presStyleIdx="0" presStyleCnt="2"/>
      <dgm:spPr/>
    </dgm:pt>
    <dgm:pt modelId="{FEDE2045-051C-7047-95EC-732061AD945B}" type="pres">
      <dgm:prSet presAssocID="{9539AF33-A5B0-49CF-B2FD-DAEE99038175}" presName="entireBox" presStyleLbl="node1" presStyleIdx="0" presStyleCnt="2"/>
      <dgm:spPr/>
    </dgm:pt>
    <dgm:pt modelId="{37742757-65E7-D947-9C3E-4C8E454B60D8}" type="pres">
      <dgm:prSet presAssocID="{9539AF33-A5B0-49CF-B2FD-DAEE99038175}" presName="descendantBox" presStyleCnt="0"/>
      <dgm:spPr/>
    </dgm:pt>
    <dgm:pt modelId="{315FF48E-28A5-E642-8DF7-C1E4A717D719}" type="pres">
      <dgm:prSet presAssocID="{968D6CF6-0ECD-4FD7-A79A-8ECA26855A20}" presName="childTextBox" presStyleLbl="fgAccFollowNode1" presStyleIdx="0" presStyleCnt="3">
        <dgm:presLayoutVars>
          <dgm:bulletEnabled val="1"/>
        </dgm:presLayoutVars>
      </dgm:prSet>
      <dgm:spPr/>
    </dgm:pt>
    <dgm:pt modelId="{4E3AF788-9A35-0742-A874-BAD0247CA21F}" type="pres">
      <dgm:prSet presAssocID="{04028B99-E005-4400-9267-C19774D3AA7A}" presName="childTextBox" presStyleLbl="fgAccFollowNode1" presStyleIdx="1" presStyleCnt="3">
        <dgm:presLayoutVars>
          <dgm:bulletEnabled val="1"/>
        </dgm:presLayoutVars>
      </dgm:prSet>
      <dgm:spPr/>
    </dgm:pt>
    <dgm:pt modelId="{C996094C-EF2C-0341-9D5E-42DE160C9815}" type="pres">
      <dgm:prSet presAssocID="{4C3701C9-C068-403F-93A3-EB5828E770EC}" presName="childTextBox" presStyleLbl="fgAccFollowNode1" presStyleIdx="2" presStyleCnt="3">
        <dgm:presLayoutVars>
          <dgm:bulletEnabled val="1"/>
        </dgm:presLayoutVars>
      </dgm:prSet>
      <dgm:spPr/>
    </dgm:pt>
    <dgm:pt modelId="{5D50E2A2-A6E8-3F40-96DA-A30D34BD68F9}" type="pres">
      <dgm:prSet presAssocID="{F5E566B9-437E-46E4-BB13-8AE9B668D6B8}" presName="sp" presStyleCnt="0"/>
      <dgm:spPr/>
    </dgm:pt>
    <dgm:pt modelId="{82C03D1F-0366-4D4C-B1E4-ECCED17E1C44}" type="pres">
      <dgm:prSet presAssocID="{C75F8F00-3D65-49AD-A555-348532E3F507}" presName="arrowAndChildren" presStyleCnt="0"/>
      <dgm:spPr/>
    </dgm:pt>
    <dgm:pt modelId="{49B4612C-4E4A-5742-B66C-D5327D18AB91}" type="pres">
      <dgm:prSet presAssocID="{C75F8F00-3D65-49AD-A555-348532E3F507}" presName="parentTextArrow" presStyleLbl="node1" presStyleIdx="1" presStyleCnt="2"/>
      <dgm:spPr/>
    </dgm:pt>
  </dgm:ptLst>
  <dgm:cxnLst>
    <dgm:cxn modelId="{943A291B-37EB-4F4A-8335-B381A1C3AEFA}" type="presOf" srcId="{9539AF33-A5B0-49CF-B2FD-DAEE99038175}" destId="{205EFC4C-F58B-D446-BE70-6437C59D198A}" srcOrd="0" destOrd="0" presId="urn:microsoft.com/office/officeart/2005/8/layout/process4"/>
    <dgm:cxn modelId="{D2649C39-1E12-6747-9CFF-F1555D5BDCBD}" type="presOf" srcId="{C75F8F00-3D65-49AD-A555-348532E3F507}" destId="{49B4612C-4E4A-5742-B66C-D5327D18AB91}" srcOrd="0" destOrd="0" presId="urn:microsoft.com/office/officeart/2005/8/layout/process4"/>
    <dgm:cxn modelId="{A4477D3E-7254-464F-980C-EACE2D35B827}" type="presOf" srcId="{04028B99-E005-4400-9267-C19774D3AA7A}" destId="{4E3AF788-9A35-0742-A874-BAD0247CA21F}" srcOrd="0" destOrd="0" presId="urn:microsoft.com/office/officeart/2005/8/layout/process4"/>
    <dgm:cxn modelId="{FA819241-B394-4E1B-9CBC-01BF2BFCB27C}" srcId="{9539AF33-A5B0-49CF-B2FD-DAEE99038175}" destId="{4C3701C9-C068-403F-93A3-EB5828E770EC}" srcOrd="2" destOrd="0" parTransId="{1784627F-D8A6-4EA1-B65E-E8FE97921862}" sibTransId="{D61D9091-9387-4401-82C6-F2E1B3083C91}"/>
    <dgm:cxn modelId="{5DD07842-B1DC-49C0-8936-16B37A290691}" srcId="{9539AF33-A5B0-49CF-B2FD-DAEE99038175}" destId="{04028B99-E005-4400-9267-C19774D3AA7A}" srcOrd="1" destOrd="0" parTransId="{42C40EC0-B06B-4A7D-AC7C-0C6A2C40189F}" sibTransId="{9958695F-0F66-45C4-B26E-BF3A22466B9E}"/>
    <dgm:cxn modelId="{CF108A49-BBD1-8B47-8D4F-4E70DB687953}" type="presOf" srcId="{F6AD582D-3645-40A9-9110-8B6D76525963}" destId="{6190657F-8C21-9A4F-8195-FB132BF7458C}" srcOrd="0" destOrd="0" presId="urn:microsoft.com/office/officeart/2005/8/layout/process4"/>
    <dgm:cxn modelId="{C694D34A-0373-8843-8824-E73E24EBF156}" type="presOf" srcId="{968D6CF6-0ECD-4FD7-A79A-8ECA26855A20}" destId="{315FF48E-28A5-E642-8DF7-C1E4A717D719}" srcOrd="0" destOrd="0" presId="urn:microsoft.com/office/officeart/2005/8/layout/process4"/>
    <dgm:cxn modelId="{2CC3B956-E46D-43C4-8465-827C9189E6E2}" srcId="{F6AD582D-3645-40A9-9110-8B6D76525963}" destId="{9539AF33-A5B0-49CF-B2FD-DAEE99038175}" srcOrd="1" destOrd="0" parTransId="{E444F932-D97C-4663-ACA7-4E2E3A891D8C}" sibTransId="{C1FC24EE-79EC-47DF-A30B-6B9ADEAE6DE6}"/>
    <dgm:cxn modelId="{501AF79C-14DF-45F4-8D68-2239F48DADA4}" srcId="{9539AF33-A5B0-49CF-B2FD-DAEE99038175}" destId="{968D6CF6-0ECD-4FD7-A79A-8ECA26855A20}" srcOrd="0" destOrd="0" parTransId="{B7106A34-B6DD-4406-A1E0-4F1EC9B335C7}" sibTransId="{0A2D57BF-416F-40AB-B7E1-05EF7C7058DB}"/>
    <dgm:cxn modelId="{284EF4A5-7825-BC49-B163-D9BF8CBC04F7}" type="presOf" srcId="{9539AF33-A5B0-49CF-B2FD-DAEE99038175}" destId="{FEDE2045-051C-7047-95EC-732061AD945B}" srcOrd="1" destOrd="0" presId="urn:microsoft.com/office/officeart/2005/8/layout/process4"/>
    <dgm:cxn modelId="{2C6342B1-E1A3-3E4D-A3D4-75E28FF59E21}" type="presOf" srcId="{4C3701C9-C068-403F-93A3-EB5828E770EC}" destId="{C996094C-EF2C-0341-9D5E-42DE160C9815}" srcOrd="0" destOrd="0" presId="urn:microsoft.com/office/officeart/2005/8/layout/process4"/>
    <dgm:cxn modelId="{F05696F2-C3D7-4155-80AC-09962A47A3A9}" srcId="{F6AD582D-3645-40A9-9110-8B6D76525963}" destId="{C75F8F00-3D65-49AD-A555-348532E3F507}" srcOrd="0" destOrd="0" parTransId="{4D05E44C-D455-43A5-A228-B04421CC7736}" sibTransId="{F5E566B9-437E-46E4-BB13-8AE9B668D6B8}"/>
    <dgm:cxn modelId="{B2CBC16E-E9FF-1F47-8CC5-A97E4C1B2276}" type="presParOf" srcId="{6190657F-8C21-9A4F-8195-FB132BF7458C}" destId="{03BFCBF1-39C3-D442-9D9C-2201D3FC42F6}" srcOrd="0" destOrd="0" presId="urn:microsoft.com/office/officeart/2005/8/layout/process4"/>
    <dgm:cxn modelId="{7590B777-2E66-CC49-9194-B2E1B0AD1F9B}" type="presParOf" srcId="{03BFCBF1-39C3-D442-9D9C-2201D3FC42F6}" destId="{205EFC4C-F58B-D446-BE70-6437C59D198A}" srcOrd="0" destOrd="0" presId="urn:microsoft.com/office/officeart/2005/8/layout/process4"/>
    <dgm:cxn modelId="{A7E12CBD-905C-CD4D-80F9-9A9D264E3BDD}" type="presParOf" srcId="{03BFCBF1-39C3-D442-9D9C-2201D3FC42F6}" destId="{FEDE2045-051C-7047-95EC-732061AD945B}" srcOrd="1" destOrd="0" presId="urn:microsoft.com/office/officeart/2005/8/layout/process4"/>
    <dgm:cxn modelId="{AE6B6243-5E0C-A246-8A77-235246A1C27D}" type="presParOf" srcId="{03BFCBF1-39C3-D442-9D9C-2201D3FC42F6}" destId="{37742757-65E7-D947-9C3E-4C8E454B60D8}" srcOrd="2" destOrd="0" presId="urn:microsoft.com/office/officeart/2005/8/layout/process4"/>
    <dgm:cxn modelId="{0CDCBF6F-3676-2E4E-A356-B597DC9B8305}" type="presParOf" srcId="{37742757-65E7-D947-9C3E-4C8E454B60D8}" destId="{315FF48E-28A5-E642-8DF7-C1E4A717D719}" srcOrd="0" destOrd="0" presId="urn:microsoft.com/office/officeart/2005/8/layout/process4"/>
    <dgm:cxn modelId="{73F73479-73B9-544A-B8F3-602C360DA1F5}" type="presParOf" srcId="{37742757-65E7-D947-9C3E-4C8E454B60D8}" destId="{4E3AF788-9A35-0742-A874-BAD0247CA21F}" srcOrd="1" destOrd="0" presId="urn:microsoft.com/office/officeart/2005/8/layout/process4"/>
    <dgm:cxn modelId="{51082C4B-5A3B-3A4A-9A8E-AA2DBBF6F8C2}" type="presParOf" srcId="{37742757-65E7-D947-9C3E-4C8E454B60D8}" destId="{C996094C-EF2C-0341-9D5E-42DE160C9815}" srcOrd="2" destOrd="0" presId="urn:microsoft.com/office/officeart/2005/8/layout/process4"/>
    <dgm:cxn modelId="{5C49E90C-ACA6-1C43-A942-2B158C46485D}" type="presParOf" srcId="{6190657F-8C21-9A4F-8195-FB132BF7458C}" destId="{5D50E2A2-A6E8-3F40-96DA-A30D34BD68F9}" srcOrd="1" destOrd="0" presId="urn:microsoft.com/office/officeart/2005/8/layout/process4"/>
    <dgm:cxn modelId="{FFD2C965-CC8E-564F-9B56-15F8ABA82B5F}" type="presParOf" srcId="{6190657F-8C21-9A4F-8195-FB132BF7458C}" destId="{82C03D1F-0366-4D4C-B1E4-ECCED17E1C44}" srcOrd="2" destOrd="0" presId="urn:microsoft.com/office/officeart/2005/8/layout/process4"/>
    <dgm:cxn modelId="{9E16A9FF-E7E0-FA4E-B29A-7539383C7929}" type="presParOf" srcId="{82C03D1F-0366-4D4C-B1E4-ECCED17E1C44}" destId="{49B4612C-4E4A-5742-B66C-D5327D18AB91}"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36D4843-3C5F-4DAE-A5A6-33B090262CF4}"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CDAD9DA8-3930-4CB9-8A50-AFDDCDA2BCBB}">
      <dgm:prSet/>
      <dgm:spPr/>
      <dgm:t>
        <a:bodyPr/>
        <a:lstStyle/>
        <a:p>
          <a:r>
            <a:rPr lang="en-MY" b="1"/>
            <a:t>Malware:</a:t>
          </a:r>
          <a:r>
            <a:rPr lang="en-MY"/>
            <a:t> Viruses, worms, ransomware</a:t>
          </a:r>
          <a:endParaRPr lang="en-US"/>
        </a:p>
      </dgm:t>
    </dgm:pt>
    <dgm:pt modelId="{1148318C-AD60-4EDD-9D2E-DD3CE4873B06}" type="parTrans" cxnId="{05CAC251-A1E2-49BE-9BD9-004E6430C683}">
      <dgm:prSet/>
      <dgm:spPr/>
      <dgm:t>
        <a:bodyPr/>
        <a:lstStyle/>
        <a:p>
          <a:endParaRPr lang="en-US"/>
        </a:p>
      </dgm:t>
    </dgm:pt>
    <dgm:pt modelId="{C1309887-DBDE-4EDE-9AE5-62A5AE3EE6C1}" type="sibTrans" cxnId="{05CAC251-A1E2-49BE-9BD9-004E6430C683}">
      <dgm:prSet/>
      <dgm:spPr/>
      <dgm:t>
        <a:bodyPr/>
        <a:lstStyle/>
        <a:p>
          <a:endParaRPr lang="en-US"/>
        </a:p>
      </dgm:t>
    </dgm:pt>
    <dgm:pt modelId="{45C56738-237C-4FBA-99CC-A5FFFB6E04EE}">
      <dgm:prSet/>
      <dgm:spPr/>
      <dgm:t>
        <a:bodyPr/>
        <a:lstStyle/>
        <a:p>
          <a:r>
            <a:rPr lang="en-MY" b="1"/>
            <a:t>Phishing:</a:t>
          </a:r>
          <a:r>
            <a:rPr lang="en-MY"/>
            <a:t> Fraudulent emails to steal information</a:t>
          </a:r>
          <a:endParaRPr lang="en-US"/>
        </a:p>
      </dgm:t>
    </dgm:pt>
    <dgm:pt modelId="{29392753-E9E9-4FE6-9B8A-6235E1876E48}" type="parTrans" cxnId="{006261EA-EBD3-46E1-A789-F8FAAEC31CF2}">
      <dgm:prSet/>
      <dgm:spPr/>
      <dgm:t>
        <a:bodyPr/>
        <a:lstStyle/>
        <a:p>
          <a:endParaRPr lang="en-US"/>
        </a:p>
      </dgm:t>
    </dgm:pt>
    <dgm:pt modelId="{D4D1B61E-96E1-4465-8373-5DD1557A7DD2}" type="sibTrans" cxnId="{006261EA-EBD3-46E1-A789-F8FAAEC31CF2}">
      <dgm:prSet/>
      <dgm:spPr/>
      <dgm:t>
        <a:bodyPr/>
        <a:lstStyle/>
        <a:p>
          <a:endParaRPr lang="en-US"/>
        </a:p>
      </dgm:t>
    </dgm:pt>
    <dgm:pt modelId="{73E8CF2A-A652-4F3E-90E6-D92DC044E446}">
      <dgm:prSet/>
      <dgm:spPr/>
      <dgm:t>
        <a:bodyPr/>
        <a:lstStyle/>
        <a:p>
          <a:r>
            <a:rPr lang="en-MY" b="1"/>
            <a:t>DDoS:</a:t>
          </a:r>
          <a:r>
            <a:rPr lang="en-MY"/>
            <a:t> Overwhelming systems with excessive traffic</a:t>
          </a:r>
          <a:endParaRPr lang="en-US"/>
        </a:p>
      </dgm:t>
    </dgm:pt>
    <dgm:pt modelId="{D0EF0523-CA1B-4D89-83B8-75AA801AC328}" type="parTrans" cxnId="{D1B28326-95F3-4F52-B890-5CE0F7E34BF0}">
      <dgm:prSet/>
      <dgm:spPr/>
      <dgm:t>
        <a:bodyPr/>
        <a:lstStyle/>
        <a:p>
          <a:endParaRPr lang="en-US"/>
        </a:p>
      </dgm:t>
    </dgm:pt>
    <dgm:pt modelId="{623B95DD-0F52-44C4-A64F-ECE020724C8B}" type="sibTrans" cxnId="{D1B28326-95F3-4F52-B890-5CE0F7E34BF0}">
      <dgm:prSet/>
      <dgm:spPr/>
      <dgm:t>
        <a:bodyPr/>
        <a:lstStyle/>
        <a:p>
          <a:endParaRPr lang="en-US"/>
        </a:p>
      </dgm:t>
    </dgm:pt>
    <dgm:pt modelId="{070C9D6D-1506-4E17-9E0B-795594D73D0B}">
      <dgm:prSet/>
      <dgm:spPr/>
      <dgm:t>
        <a:bodyPr/>
        <a:lstStyle/>
        <a:p>
          <a:r>
            <a:rPr lang="en-MY" b="1"/>
            <a:t>Man-in-the-Middle:</a:t>
          </a:r>
          <a:r>
            <a:rPr lang="en-MY"/>
            <a:t> Intercepting communications</a:t>
          </a:r>
          <a:endParaRPr lang="en-US"/>
        </a:p>
      </dgm:t>
    </dgm:pt>
    <dgm:pt modelId="{4265958A-CB84-4EB3-8412-C3449A8454CA}" type="parTrans" cxnId="{58C5688F-DCDC-44B9-95B4-34AFE83D17DD}">
      <dgm:prSet/>
      <dgm:spPr/>
      <dgm:t>
        <a:bodyPr/>
        <a:lstStyle/>
        <a:p>
          <a:endParaRPr lang="en-US"/>
        </a:p>
      </dgm:t>
    </dgm:pt>
    <dgm:pt modelId="{3050C58E-9825-4E2A-9D0C-97823F3D84B0}" type="sibTrans" cxnId="{58C5688F-DCDC-44B9-95B4-34AFE83D17DD}">
      <dgm:prSet/>
      <dgm:spPr/>
      <dgm:t>
        <a:bodyPr/>
        <a:lstStyle/>
        <a:p>
          <a:endParaRPr lang="en-US"/>
        </a:p>
      </dgm:t>
    </dgm:pt>
    <dgm:pt modelId="{EC31D3E0-F4C0-1D41-9922-993CF7E3A558}" type="pres">
      <dgm:prSet presAssocID="{F36D4843-3C5F-4DAE-A5A6-33B090262CF4}" presName="matrix" presStyleCnt="0">
        <dgm:presLayoutVars>
          <dgm:chMax val="1"/>
          <dgm:dir/>
          <dgm:resizeHandles val="exact"/>
        </dgm:presLayoutVars>
      </dgm:prSet>
      <dgm:spPr/>
    </dgm:pt>
    <dgm:pt modelId="{1057524A-56EC-C84E-B8DF-9DA580E8FC2D}" type="pres">
      <dgm:prSet presAssocID="{F36D4843-3C5F-4DAE-A5A6-33B090262CF4}" presName="diamond" presStyleLbl="bgShp" presStyleIdx="0" presStyleCnt="1"/>
      <dgm:spPr/>
    </dgm:pt>
    <dgm:pt modelId="{2F36C714-EEA3-EF41-BD5E-6F27034A9D7D}" type="pres">
      <dgm:prSet presAssocID="{F36D4843-3C5F-4DAE-A5A6-33B090262CF4}" presName="quad1" presStyleLbl="node1" presStyleIdx="0" presStyleCnt="4">
        <dgm:presLayoutVars>
          <dgm:chMax val="0"/>
          <dgm:chPref val="0"/>
          <dgm:bulletEnabled val="1"/>
        </dgm:presLayoutVars>
      </dgm:prSet>
      <dgm:spPr/>
    </dgm:pt>
    <dgm:pt modelId="{910682D0-47C5-7E41-9679-223FB869CF37}" type="pres">
      <dgm:prSet presAssocID="{F36D4843-3C5F-4DAE-A5A6-33B090262CF4}" presName="quad2" presStyleLbl="node1" presStyleIdx="1" presStyleCnt="4">
        <dgm:presLayoutVars>
          <dgm:chMax val="0"/>
          <dgm:chPref val="0"/>
          <dgm:bulletEnabled val="1"/>
        </dgm:presLayoutVars>
      </dgm:prSet>
      <dgm:spPr/>
    </dgm:pt>
    <dgm:pt modelId="{027537C5-F016-BD41-8AB3-8B6B8FF78A09}" type="pres">
      <dgm:prSet presAssocID="{F36D4843-3C5F-4DAE-A5A6-33B090262CF4}" presName="quad3" presStyleLbl="node1" presStyleIdx="2" presStyleCnt="4">
        <dgm:presLayoutVars>
          <dgm:chMax val="0"/>
          <dgm:chPref val="0"/>
          <dgm:bulletEnabled val="1"/>
        </dgm:presLayoutVars>
      </dgm:prSet>
      <dgm:spPr/>
    </dgm:pt>
    <dgm:pt modelId="{A1488566-A35A-FE43-9139-2DBD9FE4C3F1}" type="pres">
      <dgm:prSet presAssocID="{F36D4843-3C5F-4DAE-A5A6-33B090262CF4}" presName="quad4" presStyleLbl="node1" presStyleIdx="3" presStyleCnt="4">
        <dgm:presLayoutVars>
          <dgm:chMax val="0"/>
          <dgm:chPref val="0"/>
          <dgm:bulletEnabled val="1"/>
        </dgm:presLayoutVars>
      </dgm:prSet>
      <dgm:spPr/>
    </dgm:pt>
  </dgm:ptLst>
  <dgm:cxnLst>
    <dgm:cxn modelId="{9B046409-986E-384C-8FD5-94E6A779D45C}" type="presOf" srcId="{73E8CF2A-A652-4F3E-90E6-D92DC044E446}" destId="{027537C5-F016-BD41-8AB3-8B6B8FF78A09}" srcOrd="0" destOrd="0" presId="urn:microsoft.com/office/officeart/2005/8/layout/matrix3"/>
    <dgm:cxn modelId="{DEE3A221-9963-8848-9970-198E3499E27A}" type="presOf" srcId="{070C9D6D-1506-4E17-9E0B-795594D73D0B}" destId="{A1488566-A35A-FE43-9139-2DBD9FE4C3F1}" srcOrd="0" destOrd="0" presId="urn:microsoft.com/office/officeart/2005/8/layout/matrix3"/>
    <dgm:cxn modelId="{D1B28326-95F3-4F52-B890-5CE0F7E34BF0}" srcId="{F36D4843-3C5F-4DAE-A5A6-33B090262CF4}" destId="{73E8CF2A-A652-4F3E-90E6-D92DC044E446}" srcOrd="2" destOrd="0" parTransId="{D0EF0523-CA1B-4D89-83B8-75AA801AC328}" sibTransId="{623B95DD-0F52-44C4-A64F-ECE020724C8B}"/>
    <dgm:cxn modelId="{05CAC251-A1E2-49BE-9BD9-004E6430C683}" srcId="{F36D4843-3C5F-4DAE-A5A6-33B090262CF4}" destId="{CDAD9DA8-3930-4CB9-8A50-AFDDCDA2BCBB}" srcOrd="0" destOrd="0" parTransId="{1148318C-AD60-4EDD-9D2E-DD3CE4873B06}" sibTransId="{C1309887-DBDE-4EDE-9AE5-62A5AE3EE6C1}"/>
    <dgm:cxn modelId="{58C5688F-DCDC-44B9-95B4-34AFE83D17DD}" srcId="{F36D4843-3C5F-4DAE-A5A6-33B090262CF4}" destId="{070C9D6D-1506-4E17-9E0B-795594D73D0B}" srcOrd="3" destOrd="0" parTransId="{4265958A-CB84-4EB3-8412-C3449A8454CA}" sibTransId="{3050C58E-9825-4E2A-9D0C-97823F3D84B0}"/>
    <dgm:cxn modelId="{3778D896-C29A-F747-B1CB-0A9C9276942F}" type="presOf" srcId="{F36D4843-3C5F-4DAE-A5A6-33B090262CF4}" destId="{EC31D3E0-F4C0-1D41-9922-993CF7E3A558}" srcOrd="0" destOrd="0" presId="urn:microsoft.com/office/officeart/2005/8/layout/matrix3"/>
    <dgm:cxn modelId="{F24E15E5-7A96-3343-AA8E-F6498A01D8DE}" type="presOf" srcId="{CDAD9DA8-3930-4CB9-8A50-AFDDCDA2BCBB}" destId="{2F36C714-EEA3-EF41-BD5E-6F27034A9D7D}" srcOrd="0" destOrd="0" presId="urn:microsoft.com/office/officeart/2005/8/layout/matrix3"/>
    <dgm:cxn modelId="{006261EA-EBD3-46E1-A789-F8FAAEC31CF2}" srcId="{F36D4843-3C5F-4DAE-A5A6-33B090262CF4}" destId="{45C56738-237C-4FBA-99CC-A5FFFB6E04EE}" srcOrd="1" destOrd="0" parTransId="{29392753-E9E9-4FE6-9B8A-6235E1876E48}" sibTransId="{D4D1B61E-96E1-4465-8373-5DD1557A7DD2}"/>
    <dgm:cxn modelId="{3FE637F6-BFC2-9745-A59B-74BCBC6DC08B}" type="presOf" srcId="{45C56738-237C-4FBA-99CC-A5FFFB6E04EE}" destId="{910682D0-47C5-7E41-9679-223FB869CF37}" srcOrd="0" destOrd="0" presId="urn:microsoft.com/office/officeart/2005/8/layout/matrix3"/>
    <dgm:cxn modelId="{893382DD-A6CC-174F-BD85-EEEEC9A99DFB}" type="presParOf" srcId="{EC31D3E0-F4C0-1D41-9922-993CF7E3A558}" destId="{1057524A-56EC-C84E-B8DF-9DA580E8FC2D}" srcOrd="0" destOrd="0" presId="urn:microsoft.com/office/officeart/2005/8/layout/matrix3"/>
    <dgm:cxn modelId="{01E71A8B-8D92-4446-BBC2-196CF1E43075}" type="presParOf" srcId="{EC31D3E0-F4C0-1D41-9922-993CF7E3A558}" destId="{2F36C714-EEA3-EF41-BD5E-6F27034A9D7D}" srcOrd="1" destOrd="0" presId="urn:microsoft.com/office/officeart/2005/8/layout/matrix3"/>
    <dgm:cxn modelId="{45022343-9317-BA48-A76D-0D4BD88E036A}" type="presParOf" srcId="{EC31D3E0-F4C0-1D41-9922-993CF7E3A558}" destId="{910682D0-47C5-7E41-9679-223FB869CF37}" srcOrd="2" destOrd="0" presId="urn:microsoft.com/office/officeart/2005/8/layout/matrix3"/>
    <dgm:cxn modelId="{4FD50E84-CFDF-174F-8D5A-94679DA3C21A}" type="presParOf" srcId="{EC31D3E0-F4C0-1D41-9922-993CF7E3A558}" destId="{027537C5-F016-BD41-8AB3-8B6B8FF78A09}" srcOrd="3" destOrd="0" presId="urn:microsoft.com/office/officeart/2005/8/layout/matrix3"/>
    <dgm:cxn modelId="{7CB92F59-D9A6-2644-A37A-5CF7B9CA66CE}" type="presParOf" srcId="{EC31D3E0-F4C0-1D41-9922-993CF7E3A558}" destId="{A1488566-A35A-FE43-9139-2DBD9FE4C3F1}"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8DD8F49-019A-40FA-8797-8C96B6243D00}" type="doc">
      <dgm:prSet loTypeId="urn:microsoft.com/office/officeart/2018/2/layout/IconCircle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62815590-F852-41BF-A219-5831901BAF33}">
      <dgm:prSet/>
      <dgm:spPr/>
      <dgm:t>
        <a:bodyPr/>
        <a:lstStyle/>
        <a:p>
          <a:r>
            <a:rPr lang="en-MY"/>
            <a:t>Data breaches leading to loss of sensitive information</a:t>
          </a:r>
          <a:endParaRPr lang="en-US"/>
        </a:p>
      </dgm:t>
    </dgm:pt>
    <dgm:pt modelId="{F14963AF-52FE-455E-B009-2AF1D8FDFCD0}" type="parTrans" cxnId="{60B44E0D-9F22-46B1-989E-A7D22FC91C97}">
      <dgm:prSet/>
      <dgm:spPr/>
      <dgm:t>
        <a:bodyPr/>
        <a:lstStyle/>
        <a:p>
          <a:endParaRPr lang="en-US"/>
        </a:p>
      </dgm:t>
    </dgm:pt>
    <dgm:pt modelId="{703F74ED-7E73-41E9-B546-FABDBE9F6117}" type="sibTrans" cxnId="{60B44E0D-9F22-46B1-989E-A7D22FC91C97}">
      <dgm:prSet/>
      <dgm:spPr/>
      <dgm:t>
        <a:bodyPr/>
        <a:lstStyle/>
        <a:p>
          <a:endParaRPr lang="en-US"/>
        </a:p>
      </dgm:t>
    </dgm:pt>
    <dgm:pt modelId="{703FF336-BD58-424E-AB59-86E9C30813A6}">
      <dgm:prSet/>
      <dgm:spPr/>
      <dgm:t>
        <a:bodyPr/>
        <a:lstStyle/>
        <a:p>
          <a:r>
            <a:rPr lang="en-MY"/>
            <a:t>Financial losses due to business disruption</a:t>
          </a:r>
          <a:endParaRPr lang="en-US"/>
        </a:p>
      </dgm:t>
    </dgm:pt>
    <dgm:pt modelId="{8A5E5BB9-6A4C-46D8-80C9-3BE70790C647}" type="parTrans" cxnId="{9A50F90E-C94B-47B9-9930-D75424DCF540}">
      <dgm:prSet/>
      <dgm:spPr/>
      <dgm:t>
        <a:bodyPr/>
        <a:lstStyle/>
        <a:p>
          <a:endParaRPr lang="en-US"/>
        </a:p>
      </dgm:t>
    </dgm:pt>
    <dgm:pt modelId="{FA2E1364-CC9C-4C95-9BC2-DA8A7938758A}" type="sibTrans" cxnId="{9A50F90E-C94B-47B9-9930-D75424DCF540}">
      <dgm:prSet/>
      <dgm:spPr/>
      <dgm:t>
        <a:bodyPr/>
        <a:lstStyle/>
        <a:p>
          <a:endParaRPr lang="en-US"/>
        </a:p>
      </dgm:t>
    </dgm:pt>
    <dgm:pt modelId="{913DFBE6-3C1A-437A-877E-6039C1CA5237}">
      <dgm:prSet/>
      <dgm:spPr/>
      <dgm:t>
        <a:bodyPr/>
        <a:lstStyle/>
        <a:p>
          <a:r>
            <a:rPr lang="en-MY"/>
            <a:t>Reputational damage affecting customer trust</a:t>
          </a:r>
          <a:endParaRPr lang="en-US"/>
        </a:p>
      </dgm:t>
    </dgm:pt>
    <dgm:pt modelId="{A46F45E4-BF25-4DFB-A3E8-84E71DFA49AB}" type="parTrans" cxnId="{FE897933-8B46-4321-B406-E44F8AA98E52}">
      <dgm:prSet/>
      <dgm:spPr/>
      <dgm:t>
        <a:bodyPr/>
        <a:lstStyle/>
        <a:p>
          <a:endParaRPr lang="en-US"/>
        </a:p>
      </dgm:t>
    </dgm:pt>
    <dgm:pt modelId="{48F2641D-317F-4722-8818-B795768913E5}" type="sibTrans" cxnId="{FE897933-8B46-4321-B406-E44F8AA98E52}">
      <dgm:prSet/>
      <dgm:spPr/>
      <dgm:t>
        <a:bodyPr/>
        <a:lstStyle/>
        <a:p>
          <a:endParaRPr lang="en-US"/>
        </a:p>
      </dgm:t>
    </dgm:pt>
    <dgm:pt modelId="{0BDBFA5A-C1EC-4957-9664-EF39237578BB}">
      <dgm:prSet/>
      <dgm:spPr/>
      <dgm:t>
        <a:bodyPr/>
        <a:lstStyle/>
        <a:p>
          <a:r>
            <a:rPr lang="en-MY"/>
            <a:t>Legal consequences from non-compliance</a:t>
          </a:r>
          <a:endParaRPr lang="en-US"/>
        </a:p>
      </dgm:t>
    </dgm:pt>
    <dgm:pt modelId="{CD50E09D-54DA-46E4-A35C-5ADD6044A6E3}" type="parTrans" cxnId="{6945DC8C-F2B5-448D-B19F-F57B61224EBA}">
      <dgm:prSet/>
      <dgm:spPr/>
      <dgm:t>
        <a:bodyPr/>
        <a:lstStyle/>
        <a:p>
          <a:endParaRPr lang="en-US"/>
        </a:p>
      </dgm:t>
    </dgm:pt>
    <dgm:pt modelId="{01B75694-D3EA-4AE9-BE3F-E21E33DF813E}" type="sibTrans" cxnId="{6945DC8C-F2B5-448D-B19F-F57B61224EBA}">
      <dgm:prSet/>
      <dgm:spPr/>
      <dgm:t>
        <a:bodyPr/>
        <a:lstStyle/>
        <a:p>
          <a:endParaRPr lang="en-US"/>
        </a:p>
      </dgm:t>
    </dgm:pt>
    <dgm:pt modelId="{B4F75171-F404-4B57-9295-7FEABE75B8A7}" type="pres">
      <dgm:prSet presAssocID="{B8DD8F49-019A-40FA-8797-8C96B6243D00}" presName="root" presStyleCnt="0">
        <dgm:presLayoutVars>
          <dgm:dir/>
          <dgm:resizeHandles val="exact"/>
        </dgm:presLayoutVars>
      </dgm:prSet>
      <dgm:spPr/>
    </dgm:pt>
    <dgm:pt modelId="{1CABC9B4-D543-4A53-A3F9-E8AB906918F2}" type="pres">
      <dgm:prSet presAssocID="{B8DD8F49-019A-40FA-8797-8C96B6243D00}" presName="container" presStyleCnt="0">
        <dgm:presLayoutVars>
          <dgm:dir/>
          <dgm:resizeHandles val="exact"/>
        </dgm:presLayoutVars>
      </dgm:prSet>
      <dgm:spPr/>
    </dgm:pt>
    <dgm:pt modelId="{3B250013-21AC-4DFC-AEA6-8A43EA403630}" type="pres">
      <dgm:prSet presAssocID="{62815590-F852-41BF-A219-5831901BAF33}" presName="compNode" presStyleCnt="0"/>
      <dgm:spPr/>
    </dgm:pt>
    <dgm:pt modelId="{E26C2449-4269-4F7F-88F9-5F591E0EEF60}" type="pres">
      <dgm:prSet presAssocID="{62815590-F852-41BF-A219-5831901BAF33}" presName="iconBgRect" presStyleLbl="bgShp" presStyleIdx="0" presStyleCnt="4"/>
      <dgm:spPr/>
    </dgm:pt>
    <dgm:pt modelId="{6332E0BE-EF3A-48C0-AB23-80246536351B}" type="pres">
      <dgm:prSet presAssocID="{62815590-F852-41BF-A219-5831901BAF3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D941F6D4-BB95-472B-AF9F-40205706F14B}" type="pres">
      <dgm:prSet presAssocID="{62815590-F852-41BF-A219-5831901BAF33}" presName="spaceRect" presStyleCnt="0"/>
      <dgm:spPr/>
    </dgm:pt>
    <dgm:pt modelId="{36B73F03-9162-4E7B-AC7C-8A088272DB19}" type="pres">
      <dgm:prSet presAssocID="{62815590-F852-41BF-A219-5831901BAF33}" presName="textRect" presStyleLbl="revTx" presStyleIdx="0" presStyleCnt="4">
        <dgm:presLayoutVars>
          <dgm:chMax val="1"/>
          <dgm:chPref val="1"/>
        </dgm:presLayoutVars>
      </dgm:prSet>
      <dgm:spPr/>
    </dgm:pt>
    <dgm:pt modelId="{D2ED8DB1-FBA3-4F21-B228-C1FA1BACD641}" type="pres">
      <dgm:prSet presAssocID="{703F74ED-7E73-41E9-B546-FABDBE9F6117}" presName="sibTrans" presStyleLbl="sibTrans2D1" presStyleIdx="0" presStyleCnt="0"/>
      <dgm:spPr/>
    </dgm:pt>
    <dgm:pt modelId="{0921A611-9C69-422B-BD59-57A045AE52C8}" type="pres">
      <dgm:prSet presAssocID="{703FF336-BD58-424E-AB59-86E9C30813A6}" presName="compNode" presStyleCnt="0"/>
      <dgm:spPr/>
    </dgm:pt>
    <dgm:pt modelId="{A3ED65EF-698E-4E46-86B6-4B233AD08CA0}" type="pres">
      <dgm:prSet presAssocID="{703FF336-BD58-424E-AB59-86E9C30813A6}" presName="iconBgRect" presStyleLbl="bgShp" presStyleIdx="1" presStyleCnt="4"/>
      <dgm:spPr/>
    </dgm:pt>
    <dgm:pt modelId="{3612110B-D0DC-4F28-881B-D9860202B361}" type="pres">
      <dgm:prSet presAssocID="{703FF336-BD58-424E-AB59-86E9C30813A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wnward trend"/>
        </a:ext>
      </dgm:extLst>
    </dgm:pt>
    <dgm:pt modelId="{6D84FB95-B299-4E15-A1E2-AB349D5C2236}" type="pres">
      <dgm:prSet presAssocID="{703FF336-BD58-424E-AB59-86E9C30813A6}" presName="spaceRect" presStyleCnt="0"/>
      <dgm:spPr/>
    </dgm:pt>
    <dgm:pt modelId="{B5C2A411-555D-49D0-8CE4-4EDA43544FD0}" type="pres">
      <dgm:prSet presAssocID="{703FF336-BD58-424E-AB59-86E9C30813A6}" presName="textRect" presStyleLbl="revTx" presStyleIdx="1" presStyleCnt="4">
        <dgm:presLayoutVars>
          <dgm:chMax val="1"/>
          <dgm:chPref val="1"/>
        </dgm:presLayoutVars>
      </dgm:prSet>
      <dgm:spPr/>
    </dgm:pt>
    <dgm:pt modelId="{8BE3B69B-61EF-4976-AA43-C74723EB679C}" type="pres">
      <dgm:prSet presAssocID="{FA2E1364-CC9C-4C95-9BC2-DA8A7938758A}" presName="sibTrans" presStyleLbl="sibTrans2D1" presStyleIdx="0" presStyleCnt="0"/>
      <dgm:spPr/>
    </dgm:pt>
    <dgm:pt modelId="{27EF1C0D-8888-4D37-BE53-64327432E251}" type="pres">
      <dgm:prSet presAssocID="{913DFBE6-3C1A-437A-877E-6039C1CA5237}" presName="compNode" presStyleCnt="0"/>
      <dgm:spPr/>
    </dgm:pt>
    <dgm:pt modelId="{6AAED15A-A27D-45FE-B102-A9EFDF484A47}" type="pres">
      <dgm:prSet presAssocID="{913DFBE6-3C1A-437A-877E-6039C1CA5237}" presName="iconBgRect" presStyleLbl="bgShp" presStyleIdx="2" presStyleCnt="4"/>
      <dgm:spPr/>
    </dgm:pt>
    <dgm:pt modelId="{682A0F41-0D04-4308-AEDE-EA260E1B0BCB}" type="pres">
      <dgm:prSet presAssocID="{913DFBE6-3C1A-437A-877E-6039C1CA523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ad Face with No Fill"/>
        </a:ext>
      </dgm:extLst>
    </dgm:pt>
    <dgm:pt modelId="{C2701622-446E-4A6C-AEE7-A9B9783CC1BE}" type="pres">
      <dgm:prSet presAssocID="{913DFBE6-3C1A-437A-877E-6039C1CA5237}" presName="spaceRect" presStyleCnt="0"/>
      <dgm:spPr/>
    </dgm:pt>
    <dgm:pt modelId="{289E2642-BD25-4C9A-849F-8F917F639504}" type="pres">
      <dgm:prSet presAssocID="{913DFBE6-3C1A-437A-877E-6039C1CA5237}" presName="textRect" presStyleLbl="revTx" presStyleIdx="2" presStyleCnt="4">
        <dgm:presLayoutVars>
          <dgm:chMax val="1"/>
          <dgm:chPref val="1"/>
        </dgm:presLayoutVars>
      </dgm:prSet>
      <dgm:spPr/>
    </dgm:pt>
    <dgm:pt modelId="{E7D94FAC-AED1-4974-A0E9-42C3E21E620B}" type="pres">
      <dgm:prSet presAssocID="{48F2641D-317F-4722-8818-B795768913E5}" presName="sibTrans" presStyleLbl="sibTrans2D1" presStyleIdx="0" presStyleCnt="0"/>
      <dgm:spPr/>
    </dgm:pt>
    <dgm:pt modelId="{7F074447-6FB6-44BF-97A2-EF0777360E37}" type="pres">
      <dgm:prSet presAssocID="{0BDBFA5A-C1EC-4957-9664-EF39237578BB}" presName="compNode" presStyleCnt="0"/>
      <dgm:spPr/>
    </dgm:pt>
    <dgm:pt modelId="{7D33DC65-DBC5-4BB4-ACF7-51C4D6EC4421}" type="pres">
      <dgm:prSet presAssocID="{0BDBFA5A-C1EC-4957-9664-EF39237578BB}" presName="iconBgRect" presStyleLbl="bgShp" presStyleIdx="3" presStyleCnt="4"/>
      <dgm:spPr/>
    </dgm:pt>
    <dgm:pt modelId="{1A5C84AB-C0D5-4542-9BB1-EC501D96AFD2}" type="pres">
      <dgm:prSet presAssocID="{0BDBFA5A-C1EC-4957-9664-EF39237578B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vel"/>
        </a:ext>
      </dgm:extLst>
    </dgm:pt>
    <dgm:pt modelId="{B109E766-061C-455A-ABC6-5B8684CF1BE4}" type="pres">
      <dgm:prSet presAssocID="{0BDBFA5A-C1EC-4957-9664-EF39237578BB}" presName="spaceRect" presStyleCnt="0"/>
      <dgm:spPr/>
    </dgm:pt>
    <dgm:pt modelId="{42D55D44-DC2B-43FE-95E7-EDB6412C167D}" type="pres">
      <dgm:prSet presAssocID="{0BDBFA5A-C1EC-4957-9664-EF39237578BB}" presName="textRect" presStyleLbl="revTx" presStyleIdx="3" presStyleCnt="4">
        <dgm:presLayoutVars>
          <dgm:chMax val="1"/>
          <dgm:chPref val="1"/>
        </dgm:presLayoutVars>
      </dgm:prSet>
      <dgm:spPr/>
    </dgm:pt>
  </dgm:ptLst>
  <dgm:cxnLst>
    <dgm:cxn modelId="{60B44E0D-9F22-46B1-989E-A7D22FC91C97}" srcId="{B8DD8F49-019A-40FA-8797-8C96B6243D00}" destId="{62815590-F852-41BF-A219-5831901BAF33}" srcOrd="0" destOrd="0" parTransId="{F14963AF-52FE-455E-B009-2AF1D8FDFCD0}" sibTransId="{703F74ED-7E73-41E9-B546-FABDBE9F6117}"/>
    <dgm:cxn modelId="{9A50F90E-C94B-47B9-9930-D75424DCF540}" srcId="{B8DD8F49-019A-40FA-8797-8C96B6243D00}" destId="{703FF336-BD58-424E-AB59-86E9C30813A6}" srcOrd="1" destOrd="0" parTransId="{8A5E5BB9-6A4C-46D8-80C9-3BE70790C647}" sibTransId="{FA2E1364-CC9C-4C95-9BC2-DA8A7938758A}"/>
    <dgm:cxn modelId="{FE897933-8B46-4321-B406-E44F8AA98E52}" srcId="{B8DD8F49-019A-40FA-8797-8C96B6243D00}" destId="{913DFBE6-3C1A-437A-877E-6039C1CA5237}" srcOrd="2" destOrd="0" parTransId="{A46F45E4-BF25-4DFB-A3E8-84E71DFA49AB}" sibTransId="{48F2641D-317F-4722-8818-B795768913E5}"/>
    <dgm:cxn modelId="{4972715E-6AE9-44CC-A3C6-2E296B4DF8A0}" type="presOf" srcId="{62815590-F852-41BF-A219-5831901BAF33}" destId="{36B73F03-9162-4E7B-AC7C-8A088272DB19}" srcOrd="0" destOrd="0" presId="urn:microsoft.com/office/officeart/2018/2/layout/IconCircleList"/>
    <dgm:cxn modelId="{D2BF1D59-5595-4187-9E12-6B63A4572FEF}" type="presOf" srcId="{48F2641D-317F-4722-8818-B795768913E5}" destId="{E7D94FAC-AED1-4974-A0E9-42C3E21E620B}" srcOrd="0" destOrd="0" presId="urn:microsoft.com/office/officeart/2018/2/layout/IconCircleList"/>
    <dgm:cxn modelId="{6945DC8C-F2B5-448D-B19F-F57B61224EBA}" srcId="{B8DD8F49-019A-40FA-8797-8C96B6243D00}" destId="{0BDBFA5A-C1EC-4957-9664-EF39237578BB}" srcOrd="3" destOrd="0" parTransId="{CD50E09D-54DA-46E4-A35C-5ADD6044A6E3}" sibTransId="{01B75694-D3EA-4AE9-BE3F-E21E33DF813E}"/>
    <dgm:cxn modelId="{3E038B8D-B22B-4D89-86F4-3C65D6D0B4D8}" type="presOf" srcId="{703F74ED-7E73-41E9-B546-FABDBE9F6117}" destId="{D2ED8DB1-FBA3-4F21-B228-C1FA1BACD641}" srcOrd="0" destOrd="0" presId="urn:microsoft.com/office/officeart/2018/2/layout/IconCircleList"/>
    <dgm:cxn modelId="{BCA6279C-AD3B-4AC1-BF87-A6AB722B5ABC}" type="presOf" srcId="{913DFBE6-3C1A-437A-877E-6039C1CA5237}" destId="{289E2642-BD25-4C9A-849F-8F917F639504}" srcOrd="0" destOrd="0" presId="urn:microsoft.com/office/officeart/2018/2/layout/IconCircleList"/>
    <dgm:cxn modelId="{91F59BB8-A033-4430-97A3-ECFF8CC16D65}" type="presOf" srcId="{B8DD8F49-019A-40FA-8797-8C96B6243D00}" destId="{B4F75171-F404-4B57-9295-7FEABE75B8A7}" srcOrd="0" destOrd="0" presId="urn:microsoft.com/office/officeart/2018/2/layout/IconCircleList"/>
    <dgm:cxn modelId="{028770C8-9923-4A83-8564-CCF26E088681}" type="presOf" srcId="{703FF336-BD58-424E-AB59-86E9C30813A6}" destId="{B5C2A411-555D-49D0-8CE4-4EDA43544FD0}" srcOrd="0" destOrd="0" presId="urn:microsoft.com/office/officeart/2018/2/layout/IconCircleList"/>
    <dgm:cxn modelId="{2F163FD8-C444-43E2-A92E-0D32DB1C6A7E}" type="presOf" srcId="{FA2E1364-CC9C-4C95-9BC2-DA8A7938758A}" destId="{8BE3B69B-61EF-4976-AA43-C74723EB679C}" srcOrd="0" destOrd="0" presId="urn:microsoft.com/office/officeart/2018/2/layout/IconCircleList"/>
    <dgm:cxn modelId="{87A3CCE4-21DE-4BC1-B65F-B3FC4903D916}" type="presOf" srcId="{0BDBFA5A-C1EC-4957-9664-EF39237578BB}" destId="{42D55D44-DC2B-43FE-95E7-EDB6412C167D}" srcOrd="0" destOrd="0" presId="urn:microsoft.com/office/officeart/2018/2/layout/IconCircleList"/>
    <dgm:cxn modelId="{AE7D1BE1-97E2-4132-96F3-9D165FF20B04}" type="presParOf" srcId="{B4F75171-F404-4B57-9295-7FEABE75B8A7}" destId="{1CABC9B4-D543-4A53-A3F9-E8AB906918F2}" srcOrd="0" destOrd="0" presId="urn:microsoft.com/office/officeart/2018/2/layout/IconCircleList"/>
    <dgm:cxn modelId="{37C9B96E-F4DF-45F7-97EB-9B3FA5E51E2C}" type="presParOf" srcId="{1CABC9B4-D543-4A53-A3F9-E8AB906918F2}" destId="{3B250013-21AC-4DFC-AEA6-8A43EA403630}" srcOrd="0" destOrd="0" presId="urn:microsoft.com/office/officeart/2018/2/layout/IconCircleList"/>
    <dgm:cxn modelId="{371DCD93-B29D-4E7F-B670-1E80AC3C3144}" type="presParOf" srcId="{3B250013-21AC-4DFC-AEA6-8A43EA403630}" destId="{E26C2449-4269-4F7F-88F9-5F591E0EEF60}" srcOrd="0" destOrd="0" presId="urn:microsoft.com/office/officeart/2018/2/layout/IconCircleList"/>
    <dgm:cxn modelId="{96AEBBAE-13F4-4E7C-85E7-34BD4B2DB41D}" type="presParOf" srcId="{3B250013-21AC-4DFC-AEA6-8A43EA403630}" destId="{6332E0BE-EF3A-48C0-AB23-80246536351B}" srcOrd="1" destOrd="0" presId="urn:microsoft.com/office/officeart/2018/2/layout/IconCircleList"/>
    <dgm:cxn modelId="{23CA4A8E-4443-4292-B044-BEF44B5C78A1}" type="presParOf" srcId="{3B250013-21AC-4DFC-AEA6-8A43EA403630}" destId="{D941F6D4-BB95-472B-AF9F-40205706F14B}" srcOrd="2" destOrd="0" presId="urn:microsoft.com/office/officeart/2018/2/layout/IconCircleList"/>
    <dgm:cxn modelId="{5ACCB204-9AED-478D-BDF4-2C218EDD3E59}" type="presParOf" srcId="{3B250013-21AC-4DFC-AEA6-8A43EA403630}" destId="{36B73F03-9162-4E7B-AC7C-8A088272DB19}" srcOrd="3" destOrd="0" presId="urn:microsoft.com/office/officeart/2018/2/layout/IconCircleList"/>
    <dgm:cxn modelId="{E91B2BEA-CF40-4103-9F8F-B27232C9E36E}" type="presParOf" srcId="{1CABC9B4-D543-4A53-A3F9-E8AB906918F2}" destId="{D2ED8DB1-FBA3-4F21-B228-C1FA1BACD641}" srcOrd="1" destOrd="0" presId="urn:microsoft.com/office/officeart/2018/2/layout/IconCircleList"/>
    <dgm:cxn modelId="{32C3218A-8E63-4A84-B7FC-95DC17B223EC}" type="presParOf" srcId="{1CABC9B4-D543-4A53-A3F9-E8AB906918F2}" destId="{0921A611-9C69-422B-BD59-57A045AE52C8}" srcOrd="2" destOrd="0" presId="urn:microsoft.com/office/officeart/2018/2/layout/IconCircleList"/>
    <dgm:cxn modelId="{F5853539-9751-4F67-B4E8-770435010A06}" type="presParOf" srcId="{0921A611-9C69-422B-BD59-57A045AE52C8}" destId="{A3ED65EF-698E-4E46-86B6-4B233AD08CA0}" srcOrd="0" destOrd="0" presId="urn:microsoft.com/office/officeart/2018/2/layout/IconCircleList"/>
    <dgm:cxn modelId="{EF1C9302-2D98-4205-B116-034D230EA01A}" type="presParOf" srcId="{0921A611-9C69-422B-BD59-57A045AE52C8}" destId="{3612110B-D0DC-4F28-881B-D9860202B361}" srcOrd="1" destOrd="0" presId="urn:microsoft.com/office/officeart/2018/2/layout/IconCircleList"/>
    <dgm:cxn modelId="{3508D40A-28F8-4B73-A435-FB87E9A86AB8}" type="presParOf" srcId="{0921A611-9C69-422B-BD59-57A045AE52C8}" destId="{6D84FB95-B299-4E15-A1E2-AB349D5C2236}" srcOrd="2" destOrd="0" presId="urn:microsoft.com/office/officeart/2018/2/layout/IconCircleList"/>
    <dgm:cxn modelId="{BA3F9148-235C-47D1-A073-3D064536E5B1}" type="presParOf" srcId="{0921A611-9C69-422B-BD59-57A045AE52C8}" destId="{B5C2A411-555D-49D0-8CE4-4EDA43544FD0}" srcOrd="3" destOrd="0" presId="urn:microsoft.com/office/officeart/2018/2/layout/IconCircleList"/>
    <dgm:cxn modelId="{5BBDD04F-05C0-45DA-B846-24E8950D39F8}" type="presParOf" srcId="{1CABC9B4-D543-4A53-A3F9-E8AB906918F2}" destId="{8BE3B69B-61EF-4976-AA43-C74723EB679C}" srcOrd="3" destOrd="0" presId="urn:microsoft.com/office/officeart/2018/2/layout/IconCircleList"/>
    <dgm:cxn modelId="{F85AFDF7-DD81-4618-821E-115210B00C6B}" type="presParOf" srcId="{1CABC9B4-D543-4A53-A3F9-E8AB906918F2}" destId="{27EF1C0D-8888-4D37-BE53-64327432E251}" srcOrd="4" destOrd="0" presId="urn:microsoft.com/office/officeart/2018/2/layout/IconCircleList"/>
    <dgm:cxn modelId="{028B4944-F9FE-40F3-AF4C-0F8DC519350A}" type="presParOf" srcId="{27EF1C0D-8888-4D37-BE53-64327432E251}" destId="{6AAED15A-A27D-45FE-B102-A9EFDF484A47}" srcOrd="0" destOrd="0" presId="urn:microsoft.com/office/officeart/2018/2/layout/IconCircleList"/>
    <dgm:cxn modelId="{6C6773E5-67EA-4526-846F-E80587F6AFDE}" type="presParOf" srcId="{27EF1C0D-8888-4D37-BE53-64327432E251}" destId="{682A0F41-0D04-4308-AEDE-EA260E1B0BCB}" srcOrd="1" destOrd="0" presId="urn:microsoft.com/office/officeart/2018/2/layout/IconCircleList"/>
    <dgm:cxn modelId="{2B8CE7B9-C063-47EA-9D50-A0AEF6BD84AD}" type="presParOf" srcId="{27EF1C0D-8888-4D37-BE53-64327432E251}" destId="{C2701622-446E-4A6C-AEE7-A9B9783CC1BE}" srcOrd="2" destOrd="0" presId="urn:microsoft.com/office/officeart/2018/2/layout/IconCircleList"/>
    <dgm:cxn modelId="{DCECF2C6-E4E0-4B18-BC67-6852C2A45AB4}" type="presParOf" srcId="{27EF1C0D-8888-4D37-BE53-64327432E251}" destId="{289E2642-BD25-4C9A-849F-8F917F639504}" srcOrd="3" destOrd="0" presId="urn:microsoft.com/office/officeart/2018/2/layout/IconCircleList"/>
    <dgm:cxn modelId="{CA47C825-63EC-4235-9405-1928F3ABFACA}" type="presParOf" srcId="{1CABC9B4-D543-4A53-A3F9-E8AB906918F2}" destId="{E7D94FAC-AED1-4974-A0E9-42C3E21E620B}" srcOrd="5" destOrd="0" presId="urn:microsoft.com/office/officeart/2018/2/layout/IconCircleList"/>
    <dgm:cxn modelId="{196B1F45-9420-4216-B250-D1F68F091244}" type="presParOf" srcId="{1CABC9B4-D543-4A53-A3F9-E8AB906918F2}" destId="{7F074447-6FB6-44BF-97A2-EF0777360E37}" srcOrd="6" destOrd="0" presId="urn:microsoft.com/office/officeart/2018/2/layout/IconCircleList"/>
    <dgm:cxn modelId="{8336BB3F-6A54-4732-B680-DCF85F7BE798}" type="presParOf" srcId="{7F074447-6FB6-44BF-97A2-EF0777360E37}" destId="{7D33DC65-DBC5-4BB4-ACF7-51C4D6EC4421}" srcOrd="0" destOrd="0" presId="urn:microsoft.com/office/officeart/2018/2/layout/IconCircleList"/>
    <dgm:cxn modelId="{9D29F7CA-A3E1-4586-AA6D-EC020C501308}" type="presParOf" srcId="{7F074447-6FB6-44BF-97A2-EF0777360E37}" destId="{1A5C84AB-C0D5-4542-9BB1-EC501D96AFD2}" srcOrd="1" destOrd="0" presId="urn:microsoft.com/office/officeart/2018/2/layout/IconCircleList"/>
    <dgm:cxn modelId="{E02D96AB-DB80-4517-BF70-60EDBA8159C9}" type="presParOf" srcId="{7F074447-6FB6-44BF-97A2-EF0777360E37}" destId="{B109E766-061C-455A-ABC6-5B8684CF1BE4}" srcOrd="2" destOrd="0" presId="urn:microsoft.com/office/officeart/2018/2/layout/IconCircleList"/>
    <dgm:cxn modelId="{606954F4-86FF-4EC7-99A1-2619CF327AC4}" type="presParOf" srcId="{7F074447-6FB6-44BF-97A2-EF0777360E37}" destId="{42D55D44-DC2B-43FE-95E7-EDB6412C167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1FE0FD0E-A7CC-4561-AA76-A5EEC2312BEC}"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05F0FCC0-F08E-4624-8B38-A2DDA5C358E7}">
      <dgm:prSet/>
      <dgm:spPr/>
      <dgm:t>
        <a:bodyPr/>
        <a:lstStyle/>
        <a:p>
          <a:r>
            <a:rPr lang="en-MY" b="1"/>
            <a:t>Unauthorized Access:</a:t>
          </a:r>
          <a:r>
            <a:rPr lang="en-MY"/>
            <a:t> Gaining entry without permission</a:t>
          </a:r>
          <a:endParaRPr lang="en-US"/>
        </a:p>
      </dgm:t>
    </dgm:pt>
    <dgm:pt modelId="{944E5740-21D3-46E0-A657-BEF30B767876}" type="parTrans" cxnId="{216CD414-B4C6-47FA-B5C3-649FAFE2EC13}">
      <dgm:prSet/>
      <dgm:spPr/>
      <dgm:t>
        <a:bodyPr/>
        <a:lstStyle/>
        <a:p>
          <a:endParaRPr lang="en-US"/>
        </a:p>
      </dgm:t>
    </dgm:pt>
    <dgm:pt modelId="{9FD3B7EA-03B7-4F40-A78E-78E480DA62DF}" type="sibTrans" cxnId="{216CD414-B4C6-47FA-B5C3-649FAFE2EC13}">
      <dgm:prSet/>
      <dgm:spPr/>
      <dgm:t>
        <a:bodyPr/>
        <a:lstStyle/>
        <a:p>
          <a:endParaRPr lang="en-US"/>
        </a:p>
      </dgm:t>
    </dgm:pt>
    <dgm:pt modelId="{FECB5AB8-2E90-4171-811A-D44AFF05F2BF}">
      <dgm:prSet/>
      <dgm:spPr/>
      <dgm:t>
        <a:bodyPr/>
        <a:lstStyle/>
        <a:p>
          <a:r>
            <a:rPr lang="en-MY" b="1"/>
            <a:t>Privilege Escalation:</a:t>
          </a:r>
          <a:r>
            <a:rPr lang="en-MY"/>
            <a:t> Increasing access to sensitive areas</a:t>
          </a:r>
          <a:endParaRPr lang="en-US"/>
        </a:p>
      </dgm:t>
    </dgm:pt>
    <dgm:pt modelId="{7EA24901-B179-4F27-B4C4-9329CEC0E96D}" type="parTrans" cxnId="{FC4F85E9-1140-4CA3-A2CF-32C13434DCAB}">
      <dgm:prSet/>
      <dgm:spPr/>
      <dgm:t>
        <a:bodyPr/>
        <a:lstStyle/>
        <a:p>
          <a:endParaRPr lang="en-US"/>
        </a:p>
      </dgm:t>
    </dgm:pt>
    <dgm:pt modelId="{6273BAF0-946E-47EB-9C6C-AEA98E2A4BCB}" type="sibTrans" cxnId="{FC4F85E9-1140-4CA3-A2CF-32C13434DCAB}">
      <dgm:prSet/>
      <dgm:spPr/>
      <dgm:t>
        <a:bodyPr/>
        <a:lstStyle/>
        <a:p>
          <a:endParaRPr lang="en-US"/>
        </a:p>
      </dgm:t>
    </dgm:pt>
    <dgm:pt modelId="{D9375D88-5F58-4174-B727-95077A292957}">
      <dgm:prSet/>
      <dgm:spPr/>
      <dgm:t>
        <a:bodyPr/>
        <a:lstStyle/>
        <a:p>
          <a:r>
            <a:rPr lang="en-MY" b="1"/>
            <a:t>Insider Threats:</a:t>
          </a:r>
          <a:r>
            <a:rPr lang="en-MY"/>
            <a:t> Employees misusing access</a:t>
          </a:r>
          <a:endParaRPr lang="en-US"/>
        </a:p>
      </dgm:t>
    </dgm:pt>
    <dgm:pt modelId="{7ECF86ED-15B9-4167-BA8F-D90F3A1DE6F3}" type="parTrans" cxnId="{078F418A-77A2-4D64-B202-26FA83D3D402}">
      <dgm:prSet/>
      <dgm:spPr/>
      <dgm:t>
        <a:bodyPr/>
        <a:lstStyle/>
        <a:p>
          <a:endParaRPr lang="en-US"/>
        </a:p>
      </dgm:t>
    </dgm:pt>
    <dgm:pt modelId="{82C28119-67C9-45E4-8271-0B83E3003815}" type="sibTrans" cxnId="{078F418A-77A2-4D64-B202-26FA83D3D402}">
      <dgm:prSet/>
      <dgm:spPr/>
      <dgm:t>
        <a:bodyPr/>
        <a:lstStyle/>
        <a:p>
          <a:endParaRPr lang="en-US"/>
        </a:p>
      </dgm:t>
    </dgm:pt>
    <dgm:pt modelId="{44D8B8A1-324F-4DC3-B793-78DC41E67DD8}">
      <dgm:prSet/>
      <dgm:spPr/>
      <dgm:t>
        <a:bodyPr/>
        <a:lstStyle/>
        <a:p>
          <a:r>
            <a:rPr lang="en-MY" b="1"/>
            <a:t>Application Vulnerabilities:</a:t>
          </a:r>
          <a:r>
            <a:rPr lang="en-MY"/>
            <a:t> Exploiting bugs in software</a:t>
          </a:r>
          <a:endParaRPr lang="en-US"/>
        </a:p>
      </dgm:t>
    </dgm:pt>
    <dgm:pt modelId="{F9BE7360-02F1-4C9B-8BFE-C828D8A4EE83}" type="parTrans" cxnId="{0E50ECC3-1DA2-4F29-AC13-6B401EC774C4}">
      <dgm:prSet/>
      <dgm:spPr/>
      <dgm:t>
        <a:bodyPr/>
        <a:lstStyle/>
        <a:p>
          <a:endParaRPr lang="en-US"/>
        </a:p>
      </dgm:t>
    </dgm:pt>
    <dgm:pt modelId="{345C1D9A-0B00-4BEA-9175-E4595DDA93C6}" type="sibTrans" cxnId="{0E50ECC3-1DA2-4F29-AC13-6B401EC774C4}">
      <dgm:prSet/>
      <dgm:spPr/>
      <dgm:t>
        <a:bodyPr/>
        <a:lstStyle/>
        <a:p>
          <a:endParaRPr lang="en-US"/>
        </a:p>
      </dgm:t>
    </dgm:pt>
    <dgm:pt modelId="{8410326D-3094-45FA-8AF8-27B7ED0D7C5D}" type="pres">
      <dgm:prSet presAssocID="{1FE0FD0E-A7CC-4561-AA76-A5EEC2312BEC}" presName="root" presStyleCnt="0">
        <dgm:presLayoutVars>
          <dgm:dir/>
          <dgm:resizeHandles val="exact"/>
        </dgm:presLayoutVars>
      </dgm:prSet>
      <dgm:spPr/>
    </dgm:pt>
    <dgm:pt modelId="{844E996D-AEC6-4D71-BCC8-A1107B941247}" type="pres">
      <dgm:prSet presAssocID="{05F0FCC0-F08E-4624-8B38-A2DDA5C358E7}" presName="compNode" presStyleCnt="0"/>
      <dgm:spPr/>
    </dgm:pt>
    <dgm:pt modelId="{5B244078-A7E2-4624-BBD7-55570A34C5BA}" type="pres">
      <dgm:prSet presAssocID="{05F0FCC0-F08E-4624-8B38-A2DDA5C358E7}" presName="bgRect" presStyleLbl="bgShp" presStyleIdx="0" presStyleCnt="4"/>
      <dgm:spPr/>
    </dgm:pt>
    <dgm:pt modelId="{9456F3CD-A824-42D9-B7E8-89AC7AB882D7}" type="pres">
      <dgm:prSet presAssocID="{05F0FCC0-F08E-4624-8B38-A2DDA5C358E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lind"/>
        </a:ext>
      </dgm:extLst>
    </dgm:pt>
    <dgm:pt modelId="{28F9B38E-44B4-4915-BF20-C3E5230F0023}" type="pres">
      <dgm:prSet presAssocID="{05F0FCC0-F08E-4624-8B38-A2DDA5C358E7}" presName="spaceRect" presStyleCnt="0"/>
      <dgm:spPr/>
    </dgm:pt>
    <dgm:pt modelId="{7C312466-D339-45D2-9045-7D7EB676D1B3}" type="pres">
      <dgm:prSet presAssocID="{05F0FCC0-F08E-4624-8B38-A2DDA5C358E7}" presName="parTx" presStyleLbl="revTx" presStyleIdx="0" presStyleCnt="4">
        <dgm:presLayoutVars>
          <dgm:chMax val="0"/>
          <dgm:chPref val="0"/>
        </dgm:presLayoutVars>
      </dgm:prSet>
      <dgm:spPr/>
    </dgm:pt>
    <dgm:pt modelId="{180A5F03-9765-4123-A2DB-7AF18A02FD42}" type="pres">
      <dgm:prSet presAssocID="{9FD3B7EA-03B7-4F40-A78E-78E480DA62DF}" presName="sibTrans" presStyleCnt="0"/>
      <dgm:spPr/>
    </dgm:pt>
    <dgm:pt modelId="{0BC1C8E8-06D2-46C6-97DE-40D7B20699CC}" type="pres">
      <dgm:prSet presAssocID="{FECB5AB8-2E90-4171-811A-D44AFF05F2BF}" presName="compNode" presStyleCnt="0"/>
      <dgm:spPr/>
    </dgm:pt>
    <dgm:pt modelId="{94018048-B0ED-4026-9C2E-6BCE44D875E9}" type="pres">
      <dgm:prSet presAssocID="{FECB5AB8-2E90-4171-811A-D44AFF05F2BF}" presName="bgRect" presStyleLbl="bgShp" presStyleIdx="1" presStyleCnt="4"/>
      <dgm:spPr/>
    </dgm:pt>
    <dgm:pt modelId="{ADF44719-191B-4FFC-98C7-C955A4BBB5EB}" type="pres">
      <dgm:prSet presAssocID="{FECB5AB8-2E90-4171-811A-D44AFF05F2B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ED3CB225-DAF6-432F-B2D0-5CD0AD9DC8C5}" type="pres">
      <dgm:prSet presAssocID="{FECB5AB8-2E90-4171-811A-D44AFF05F2BF}" presName="spaceRect" presStyleCnt="0"/>
      <dgm:spPr/>
    </dgm:pt>
    <dgm:pt modelId="{69721082-6D49-40E4-A062-6AC03D420022}" type="pres">
      <dgm:prSet presAssocID="{FECB5AB8-2E90-4171-811A-D44AFF05F2BF}" presName="parTx" presStyleLbl="revTx" presStyleIdx="1" presStyleCnt="4">
        <dgm:presLayoutVars>
          <dgm:chMax val="0"/>
          <dgm:chPref val="0"/>
        </dgm:presLayoutVars>
      </dgm:prSet>
      <dgm:spPr/>
    </dgm:pt>
    <dgm:pt modelId="{5ABEF657-EEAE-41F0-B1A8-0F827B470209}" type="pres">
      <dgm:prSet presAssocID="{6273BAF0-946E-47EB-9C6C-AEA98E2A4BCB}" presName="sibTrans" presStyleCnt="0"/>
      <dgm:spPr/>
    </dgm:pt>
    <dgm:pt modelId="{3C632B45-871A-4D99-9130-5EAB420D2813}" type="pres">
      <dgm:prSet presAssocID="{D9375D88-5F58-4174-B727-95077A292957}" presName="compNode" presStyleCnt="0"/>
      <dgm:spPr/>
    </dgm:pt>
    <dgm:pt modelId="{2CE90FAD-34E9-494F-AFD7-8F4AF8D3478B}" type="pres">
      <dgm:prSet presAssocID="{D9375D88-5F58-4174-B727-95077A292957}" presName="bgRect" presStyleLbl="bgShp" presStyleIdx="2" presStyleCnt="4"/>
      <dgm:spPr/>
    </dgm:pt>
    <dgm:pt modelId="{F9A5E59D-2474-4B1C-862D-05D9DD7438F0}" type="pres">
      <dgm:prSet presAssocID="{D9375D88-5F58-4174-B727-95077A29295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02CBFFAF-2768-4D6B-9DC0-86660AF6515D}" type="pres">
      <dgm:prSet presAssocID="{D9375D88-5F58-4174-B727-95077A292957}" presName="spaceRect" presStyleCnt="0"/>
      <dgm:spPr/>
    </dgm:pt>
    <dgm:pt modelId="{1CE69565-14AA-4FC6-8ABB-04817787DC00}" type="pres">
      <dgm:prSet presAssocID="{D9375D88-5F58-4174-B727-95077A292957}" presName="parTx" presStyleLbl="revTx" presStyleIdx="2" presStyleCnt="4">
        <dgm:presLayoutVars>
          <dgm:chMax val="0"/>
          <dgm:chPref val="0"/>
        </dgm:presLayoutVars>
      </dgm:prSet>
      <dgm:spPr/>
    </dgm:pt>
    <dgm:pt modelId="{8695AD1D-4EFB-4800-8CEE-6F6F6A945C17}" type="pres">
      <dgm:prSet presAssocID="{82C28119-67C9-45E4-8271-0B83E3003815}" presName="sibTrans" presStyleCnt="0"/>
      <dgm:spPr/>
    </dgm:pt>
    <dgm:pt modelId="{F6289EB6-E732-4F17-B0BF-A35C2103F83B}" type="pres">
      <dgm:prSet presAssocID="{44D8B8A1-324F-4DC3-B793-78DC41E67DD8}" presName="compNode" presStyleCnt="0"/>
      <dgm:spPr/>
    </dgm:pt>
    <dgm:pt modelId="{9BD4F6F3-377A-4C8F-9DB7-83AA342E2AFE}" type="pres">
      <dgm:prSet presAssocID="{44D8B8A1-324F-4DC3-B793-78DC41E67DD8}" presName="bgRect" presStyleLbl="bgShp" presStyleIdx="3" presStyleCnt="4"/>
      <dgm:spPr/>
    </dgm:pt>
    <dgm:pt modelId="{EB63DC8F-6224-42E2-B822-C8A1601620CA}" type="pres">
      <dgm:prSet presAssocID="{44D8B8A1-324F-4DC3-B793-78DC41E67DD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g"/>
        </a:ext>
      </dgm:extLst>
    </dgm:pt>
    <dgm:pt modelId="{B42C75ED-6F34-459B-AAE4-E06768A80C27}" type="pres">
      <dgm:prSet presAssocID="{44D8B8A1-324F-4DC3-B793-78DC41E67DD8}" presName="spaceRect" presStyleCnt="0"/>
      <dgm:spPr/>
    </dgm:pt>
    <dgm:pt modelId="{81596512-8C8E-43B7-BD53-4A8E9C1DF3F8}" type="pres">
      <dgm:prSet presAssocID="{44D8B8A1-324F-4DC3-B793-78DC41E67DD8}" presName="parTx" presStyleLbl="revTx" presStyleIdx="3" presStyleCnt="4">
        <dgm:presLayoutVars>
          <dgm:chMax val="0"/>
          <dgm:chPref val="0"/>
        </dgm:presLayoutVars>
      </dgm:prSet>
      <dgm:spPr/>
    </dgm:pt>
  </dgm:ptLst>
  <dgm:cxnLst>
    <dgm:cxn modelId="{DDF6EE0B-774D-46EA-B0BA-169676B24CC1}" type="presOf" srcId="{44D8B8A1-324F-4DC3-B793-78DC41E67DD8}" destId="{81596512-8C8E-43B7-BD53-4A8E9C1DF3F8}" srcOrd="0" destOrd="0" presId="urn:microsoft.com/office/officeart/2018/2/layout/IconVerticalSolidList"/>
    <dgm:cxn modelId="{216CD414-B4C6-47FA-B5C3-649FAFE2EC13}" srcId="{1FE0FD0E-A7CC-4561-AA76-A5EEC2312BEC}" destId="{05F0FCC0-F08E-4624-8B38-A2DDA5C358E7}" srcOrd="0" destOrd="0" parTransId="{944E5740-21D3-46E0-A657-BEF30B767876}" sibTransId="{9FD3B7EA-03B7-4F40-A78E-78E480DA62DF}"/>
    <dgm:cxn modelId="{89175353-2CB5-4DAC-AFFE-D1D7D0677C95}" type="presOf" srcId="{05F0FCC0-F08E-4624-8B38-A2DDA5C358E7}" destId="{7C312466-D339-45D2-9045-7D7EB676D1B3}" srcOrd="0" destOrd="0" presId="urn:microsoft.com/office/officeart/2018/2/layout/IconVerticalSolidList"/>
    <dgm:cxn modelId="{078F418A-77A2-4D64-B202-26FA83D3D402}" srcId="{1FE0FD0E-A7CC-4561-AA76-A5EEC2312BEC}" destId="{D9375D88-5F58-4174-B727-95077A292957}" srcOrd="2" destOrd="0" parTransId="{7ECF86ED-15B9-4167-BA8F-D90F3A1DE6F3}" sibTransId="{82C28119-67C9-45E4-8271-0B83E3003815}"/>
    <dgm:cxn modelId="{A5CE0CA2-20FC-4373-B36B-6A5B8C402F74}" type="presOf" srcId="{D9375D88-5F58-4174-B727-95077A292957}" destId="{1CE69565-14AA-4FC6-8ABB-04817787DC00}" srcOrd="0" destOrd="0" presId="urn:microsoft.com/office/officeart/2018/2/layout/IconVerticalSolidList"/>
    <dgm:cxn modelId="{56AFD1B1-BF87-4525-BD8E-3BC1884756E1}" type="presOf" srcId="{FECB5AB8-2E90-4171-811A-D44AFF05F2BF}" destId="{69721082-6D49-40E4-A062-6AC03D420022}" srcOrd="0" destOrd="0" presId="urn:microsoft.com/office/officeart/2018/2/layout/IconVerticalSolidList"/>
    <dgm:cxn modelId="{0E50ECC3-1DA2-4F29-AC13-6B401EC774C4}" srcId="{1FE0FD0E-A7CC-4561-AA76-A5EEC2312BEC}" destId="{44D8B8A1-324F-4DC3-B793-78DC41E67DD8}" srcOrd="3" destOrd="0" parTransId="{F9BE7360-02F1-4C9B-8BFE-C828D8A4EE83}" sibTransId="{345C1D9A-0B00-4BEA-9175-E4595DDA93C6}"/>
    <dgm:cxn modelId="{FC4F85E9-1140-4CA3-A2CF-32C13434DCAB}" srcId="{1FE0FD0E-A7CC-4561-AA76-A5EEC2312BEC}" destId="{FECB5AB8-2E90-4171-811A-D44AFF05F2BF}" srcOrd="1" destOrd="0" parTransId="{7EA24901-B179-4F27-B4C4-9329CEC0E96D}" sibTransId="{6273BAF0-946E-47EB-9C6C-AEA98E2A4BCB}"/>
    <dgm:cxn modelId="{C3E44DEB-C426-4930-8617-F3154450B620}" type="presOf" srcId="{1FE0FD0E-A7CC-4561-AA76-A5EEC2312BEC}" destId="{8410326D-3094-45FA-8AF8-27B7ED0D7C5D}" srcOrd="0" destOrd="0" presId="urn:microsoft.com/office/officeart/2018/2/layout/IconVerticalSolidList"/>
    <dgm:cxn modelId="{FF9C5EAC-7EB1-4964-8247-B595FA9D04AA}" type="presParOf" srcId="{8410326D-3094-45FA-8AF8-27B7ED0D7C5D}" destId="{844E996D-AEC6-4D71-BCC8-A1107B941247}" srcOrd="0" destOrd="0" presId="urn:microsoft.com/office/officeart/2018/2/layout/IconVerticalSolidList"/>
    <dgm:cxn modelId="{9CCCB638-F49E-45CA-8702-48A7D842EB1B}" type="presParOf" srcId="{844E996D-AEC6-4D71-BCC8-A1107B941247}" destId="{5B244078-A7E2-4624-BBD7-55570A34C5BA}" srcOrd="0" destOrd="0" presId="urn:microsoft.com/office/officeart/2018/2/layout/IconVerticalSolidList"/>
    <dgm:cxn modelId="{D5CBC5C5-59C8-4C21-B6E1-354764415147}" type="presParOf" srcId="{844E996D-AEC6-4D71-BCC8-A1107B941247}" destId="{9456F3CD-A824-42D9-B7E8-89AC7AB882D7}" srcOrd="1" destOrd="0" presId="urn:microsoft.com/office/officeart/2018/2/layout/IconVerticalSolidList"/>
    <dgm:cxn modelId="{64464C45-CD04-44ED-B226-1ABED2FAC829}" type="presParOf" srcId="{844E996D-AEC6-4D71-BCC8-A1107B941247}" destId="{28F9B38E-44B4-4915-BF20-C3E5230F0023}" srcOrd="2" destOrd="0" presId="urn:microsoft.com/office/officeart/2018/2/layout/IconVerticalSolidList"/>
    <dgm:cxn modelId="{6A5062B9-BC57-4EE0-A71A-C2D327E661E7}" type="presParOf" srcId="{844E996D-AEC6-4D71-BCC8-A1107B941247}" destId="{7C312466-D339-45D2-9045-7D7EB676D1B3}" srcOrd="3" destOrd="0" presId="urn:microsoft.com/office/officeart/2018/2/layout/IconVerticalSolidList"/>
    <dgm:cxn modelId="{FC491B65-A50B-46A7-A3E9-028C1ED1CFE5}" type="presParOf" srcId="{8410326D-3094-45FA-8AF8-27B7ED0D7C5D}" destId="{180A5F03-9765-4123-A2DB-7AF18A02FD42}" srcOrd="1" destOrd="0" presId="urn:microsoft.com/office/officeart/2018/2/layout/IconVerticalSolidList"/>
    <dgm:cxn modelId="{A03836A1-E3D2-4ECE-B1CF-7573BBD1B5AD}" type="presParOf" srcId="{8410326D-3094-45FA-8AF8-27B7ED0D7C5D}" destId="{0BC1C8E8-06D2-46C6-97DE-40D7B20699CC}" srcOrd="2" destOrd="0" presId="urn:microsoft.com/office/officeart/2018/2/layout/IconVerticalSolidList"/>
    <dgm:cxn modelId="{3D889853-8EDF-452D-B153-E8FD8B68AC08}" type="presParOf" srcId="{0BC1C8E8-06D2-46C6-97DE-40D7B20699CC}" destId="{94018048-B0ED-4026-9C2E-6BCE44D875E9}" srcOrd="0" destOrd="0" presId="urn:microsoft.com/office/officeart/2018/2/layout/IconVerticalSolidList"/>
    <dgm:cxn modelId="{00448ED9-69A5-4905-94E7-232C4A12051E}" type="presParOf" srcId="{0BC1C8E8-06D2-46C6-97DE-40D7B20699CC}" destId="{ADF44719-191B-4FFC-98C7-C955A4BBB5EB}" srcOrd="1" destOrd="0" presId="urn:microsoft.com/office/officeart/2018/2/layout/IconVerticalSolidList"/>
    <dgm:cxn modelId="{2EA8A856-B909-4B0A-94E2-EFEDAB23E0EE}" type="presParOf" srcId="{0BC1C8E8-06D2-46C6-97DE-40D7B20699CC}" destId="{ED3CB225-DAF6-432F-B2D0-5CD0AD9DC8C5}" srcOrd="2" destOrd="0" presId="urn:microsoft.com/office/officeart/2018/2/layout/IconVerticalSolidList"/>
    <dgm:cxn modelId="{AB9C7A54-C8B7-4CDD-8B72-1C6DB713A693}" type="presParOf" srcId="{0BC1C8E8-06D2-46C6-97DE-40D7B20699CC}" destId="{69721082-6D49-40E4-A062-6AC03D420022}" srcOrd="3" destOrd="0" presId="urn:microsoft.com/office/officeart/2018/2/layout/IconVerticalSolidList"/>
    <dgm:cxn modelId="{4B1C220A-2BC2-419A-BA6D-5C16D7889B40}" type="presParOf" srcId="{8410326D-3094-45FA-8AF8-27B7ED0D7C5D}" destId="{5ABEF657-EEAE-41F0-B1A8-0F827B470209}" srcOrd="3" destOrd="0" presId="urn:microsoft.com/office/officeart/2018/2/layout/IconVerticalSolidList"/>
    <dgm:cxn modelId="{B6690CCE-EEF7-446F-B325-554B8A7443CA}" type="presParOf" srcId="{8410326D-3094-45FA-8AF8-27B7ED0D7C5D}" destId="{3C632B45-871A-4D99-9130-5EAB420D2813}" srcOrd="4" destOrd="0" presId="urn:microsoft.com/office/officeart/2018/2/layout/IconVerticalSolidList"/>
    <dgm:cxn modelId="{90DFA14B-9C46-4213-B84B-B23BB6D2D050}" type="presParOf" srcId="{3C632B45-871A-4D99-9130-5EAB420D2813}" destId="{2CE90FAD-34E9-494F-AFD7-8F4AF8D3478B}" srcOrd="0" destOrd="0" presId="urn:microsoft.com/office/officeart/2018/2/layout/IconVerticalSolidList"/>
    <dgm:cxn modelId="{53F0E806-11E9-4718-9A63-F4DEB763C3BD}" type="presParOf" srcId="{3C632B45-871A-4D99-9130-5EAB420D2813}" destId="{F9A5E59D-2474-4B1C-862D-05D9DD7438F0}" srcOrd="1" destOrd="0" presId="urn:microsoft.com/office/officeart/2018/2/layout/IconVerticalSolidList"/>
    <dgm:cxn modelId="{A92937DD-AF62-47A6-AFD7-4A5FA45D0F1A}" type="presParOf" srcId="{3C632B45-871A-4D99-9130-5EAB420D2813}" destId="{02CBFFAF-2768-4D6B-9DC0-86660AF6515D}" srcOrd="2" destOrd="0" presId="urn:microsoft.com/office/officeart/2018/2/layout/IconVerticalSolidList"/>
    <dgm:cxn modelId="{A360A936-8279-459B-BAAF-76C9B434B706}" type="presParOf" srcId="{3C632B45-871A-4D99-9130-5EAB420D2813}" destId="{1CE69565-14AA-4FC6-8ABB-04817787DC00}" srcOrd="3" destOrd="0" presId="urn:microsoft.com/office/officeart/2018/2/layout/IconVerticalSolidList"/>
    <dgm:cxn modelId="{8856A18B-C393-40EE-A960-3C73BE38EC03}" type="presParOf" srcId="{8410326D-3094-45FA-8AF8-27B7ED0D7C5D}" destId="{8695AD1D-4EFB-4800-8CEE-6F6F6A945C17}" srcOrd="5" destOrd="0" presId="urn:microsoft.com/office/officeart/2018/2/layout/IconVerticalSolidList"/>
    <dgm:cxn modelId="{D7F2B023-F1E6-4034-81A8-74DD7F887423}" type="presParOf" srcId="{8410326D-3094-45FA-8AF8-27B7ED0D7C5D}" destId="{F6289EB6-E732-4F17-B0BF-A35C2103F83B}" srcOrd="6" destOrd="0" presId="urn:microsoft.com/office/officeart/2018/2/layout/IconVerticalSolidList"/>
    <dgm:cxn modelId="{9625C23A-628E-4217-9325-E45674B3D990}" type="presParOf" srcId="{F6289EB6-E732-4F17-B0BF-A35C2103F83B}" destId="{9BD4F6F3-377A-4C8F-9DB7-83AA342E2AFE}" srcOrd="0" destOrd="0" presId="urn:microsoft.com/office/officeart/2018/2/layout/IconVerticalSolidList"/>
    <dgm:cxn modelId="{DA5E1FE7-A45F-4D3B-AF1D-B4A2E344C1F7}" type="presParOf" srcId="{F6289EB6-E732-4F17-B0BF-A35C2103F83B}" destId="{EB63DC8F-6224-42E2-B822-C8A1601620CA}" srcOrd="1" destOrd="0" presId="urn:microsoft.com/office/officeart/2018/2/layout/IconVerticalSolidList"/>
    <dgm:cxn modelId="{BCE0A9D5-7A6F-43F9-9725-0DAC0C654828}" type="presParOf" srcId="{F6289EB6-E732-4F17-B0BF-A35C2103F83B}" destId="{B42C75ED-6F34-459B-AAE4-E06768A80C27}" srcOrd="2" destOrd="0" presId="urn:microsoft.com/office/officeart/2018/2/layout/IconVerticalSolidList"/>
    <dgm:cxn modelId="{2D956612-AA25-4BAF-9F6E-FD1CF4D30282}" type="presParOf" srcId="{F6289EB6-E732-4F17-B0BF-A35C2103F83B}" destId="{81596512-8C8E-43B7-BD53-4A8E9C1DF3F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8BF3F544-0865-4987-AE13-3398F6F60DC4}"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6D81777-CB18-4BE2-BD7B-18ADE025BCAB}">
      <dgm:prSet/>
      <dgm:spPr/>
      <dgm:t>
        <a:bodyPr/>
        <a:lstStyle/>
        <a:p>
          <a:pPr>
            <a:defRPr cap="all"/>
          </a:pPr>
          <a:r>
            <a:rPr lang="en-MY" b="1"/>
            <a:t>Packet Sniffing:</a:t>
          </a:r>
          <a:r>
            <a:rPr lang="en-MY"/>
            <a:t> Capturing data packets during transmission</a:t>
          </a:r>
          <a:endParaRPr lang="en-US"/>
        </a:p>
      </dgm:t>
    </dgm:pt>
    <dgm:pt modelId="{16DDE15C-4F67-4CAE-B6CF-74309F0809C6}" type="parTrans" cxnId="{6C73B694-C3DE-43AC-905C-DEDEAE31599C}">
      <dgm:prSet/>
      <dgm:spPr/>
      <dgm:t>
        <a:bodyPr/>
        <a:lstStyle/>
        <a:p>
          <a:endParaRPr lang="en-US"/>
        </a:p>
      </dgm:t>
    </dgm:pt>
    <dgm:pt modelId="{74BF96C0-9BB3-4D7D-B2F6-7B27E83FE9DB}" type="sibTrans" cxnId="{6C73B694-C3DE-43AC-905C-DEDEAE31599C}">
      <dgm:prSet/>
      <dgm:spPr/>
      <dgm:t>
        <a:bodyPr/>
        <a:lstStyle/>
        <a:p>
          <a:endParaRPr lang="en-US"/>
        </a:p>
      </dgm:t>
    </dgm:pt>
    <dgm:pt modelId="{187A9B5E-308B-42F9-8524-B08F9B11DC42}">
      <dgm:prSet/>
      <dgm:spPr/>
      <dgm:t>
        <a:bodyPr/>
        <a:lstStyle/>
        <a:p>
          <a:pPr>
            <a:defRPr cap="all"/>
          </a:pPr>
          <a:r>
            <a:rPr lang="en-MY" b="1"/>
            <a:t>IP Spoofing:</a:t>
          </a:r>
          <a:r>
            <a:rPr lang="en-MY"/>
            <a:t> Impersonating trusted devices</a:t>
          </a:r>
          <a:endParaRPr lang="en-US"/>
        </a:p>
      </dgm:t>
    </dgm:pt>
    <dgm:pt modelId="{33BBFF5A-89F7-445C-85B5-D9889E7AF0CA}" type="parTrans" cxnId="{E9ADAAD5-72AF-47CD-B543-BC128FA0BEB5}">
      <dgm:prSet/>
      <dgm:spPr/>
      <dgm:t>
        <a:bodyPr/>
        <a:lstStyle/>
        <a:p>
          <a:endParaRPr lang="en-US"/>
        </a:p>
      </dgm:t>
    </dgm:pt>
    <dgm:pt modelId="{659C8643-E3D4-40EE-85BA-000074F581CF}" type="sibTrans" cxnId="{E9ADAAD5-72AF-47CD-B543-BC128FA0BEB5}">
      <dgm:prSet/>
      <dgm:spPr/>
      <dgm:t>
        <a:bodyPr/>
        <a:lstStyle/>
        <a:p>
          <a:endParaRPr lang="en-US"/>
        </a:p>
      </dgm:t>
    </dgm:pt>
    <dgm:pt modelId="{F6371075-4080-4A1C-A361-4FF893974020}">
      <dgm:prSet/>
      <dgm:spPr/>
      <dgm:t>
        <a:bodyPr/>
        <a:lstStyle/>
        <a:p>
          <a:pPr>
            <a:defRPr cap="all"/>
          </a:pPr>
          <a:r>
            <a:rPr lang="en-MY" b="1"/>
            <a:t>DNS Poisoning:</a:t>
          </a:r>
          <a:r>
            <a:rPr lang="en-MY"/>
            <a:t> Redirecting traffic to malicious sites</a:t>
          </a:r>
          <a:endParaRPr lang="en-US"/>
        </a:p>
      </dgm:t>
    </dgm:pt>
    <dgm:pt modelId="{B03C80B1-65A0-438C-9053-F4C3F8435572}" type="parTrans" cxnId="{ACBDDDAA-5BA4-4B66-83A4-E542D537AD8E}">
      <dgm:prSet/>
      <dgm:spPr/>
      <dgm:t>
        <a:bodyPr/>
        <a:lstStyle/>
        <a:p>
          <a:endParaRPr lang="en-US"/>
        </a:p>
      </dgm:t>
    </dgm:pt>
    <dgm:pt modelId="{9F240282-530A-4C86-BB89-266ABAD86F9E}" type="sibTrans" cxnId="{ACBDDDAA-5BA4-4B66-83A4-E542D537AD8E}">
      <dgm:prSet/>
      <dgm:spPr/>
      <dgm:t>
        <a:bodyPr/>
        <a:lstStyle/>
        <a:p>
          <a:endParaRPr lang="en-US"/>
        </a:p>
      </dgm:t>
    </dgm:pt>
    <dgm:pt modelId="{CF54148D-C1AC-4E12-B1A9-9DD4B6AB7CA1}">
      <dgm:prSet/>
      <dgm:spPr/>
      <dgm:t>
        <a:bodyPr/>
        <a:lstStyle/>
        <a:p>
          <a:pPr>
            <a:defRPr cap="all"/>
          </a:pPr>
          <a:r>
            <a:rPr lang="en-MY" b="1"/>
            <a:t>Zero-Day Exploits:</a:t>
          </a:r>
          <a:r>
            <a:rPr lang="en-MY"/>
            <a:t> Attacks exploiting undisclosed vulnerabilities</a:t>
          </a:r>
          <a:endParaRPr lang="en-US"/>
        </a:p>
      </dgm:t>
    </dgm:pt>
    <dgm:pt modelId="{7607CA72-8AEA-40FE-A4EF-00167CD18CD1}" type="parTrans" cxnId="{DDC75F29-424C-4AB5-BD78-6D99E63F2AD7}">
      <dgm:prSet/>
      <dgm:spPr/>
      <dgm:t>
        <a:bodyPr/>
        <a:lstStyle/>
        <a:p>
          <a:endParaRPr lang="en-US"/>
        </a:p>
      </dgm:t>
    </dgm:pt>
    <dgm:pt modelId="{F208C1FC-778D-4FC9-B051-015630D0A653}" type="sibTrans" cxnId="{DDC75F29-424C-4AB5-BD78-6D99E63F2AD7}">
      <dgm:prSet/>
      <dgm:spPr/>
      <dgm:t>
        <a:bodyPr/>
        <a:lstStyle/>
        <a:p>
          <a:endParaRPr lang="en-US"/>
        </a:p>
      </dgm:t>
    </dgm:pt>
    <dgm:pt modelId="{A7E2CE30-7BA3-4840-A4A8-5BC60CB7319A}" type="pres">
      <dgm:prSet presAssocID="{8BF3F544-0865-4987-AE13-3398F6F60DC4}" presName="root" presStyleCnt="0">
        <dgm:presLayoutVars>
          <dgm:dir/>
          <dgm:resizeHandles val="exact"/>
        </dgm:presLayoutVars>
      </dgm:prSet>
      <dgm:spPr/>
    </dgm:pt>
    <dgm:pt modelId="{A1332090-CA64-4FF8-A122-4FE42BD84CEC}" type="pres">
      <dgm:prSet presAssocID="{06D81777-CB18-4BE2-BD7B-18ADE025BCAB}" presName="compNode" presStyleCnt="0"/>
      <dgm:spPr/>
    </dgm:pt>
    <dgm:pt modelId="{74314D12-7A03-44DE-AF85-32DBB50C8BD1}" type="pres">
      <dgm:prSet presAssocID="{06D81777-CB18-4BE2-BD7B-18ADE025BCAB}" presName="iconBgRect" presStyleLbl="bgShp" presStyleIdx="0" presStyleCnt="4"/>
      <dgm:spPr>
        <a:prstGeom prst="round2DiagRect">
          <a:avLst>
            <a:gd name="adj1" fmla="val 29727"/>
            <a:gd name="adj2" fmla="val 0"/>
          </a:avLst>
        </a:prstGeom>
      </dgm:spPr>
    </dgm:pt>
    <dgm:pt modelId="{CC314C4D-32FF-4A09-B443-1B6623C0667E}" type="pres">
      <dgm:prSet presAssocID="{06D81777-CB18-4BE2-BD7B-18ADE025BCA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3E983575-5480-4091-AA34-0D2A2E698BC7}" type="pres">
      <dgm:prSet presAssocID="{06D81777-CB18-4BE2-BD7B-18ADE025BCAB}" presName="spaceRect" presStyleCnt="0"/>
      <dgm:spPr/>
    </dgm:pt>
    <dgm:pt modelId="{561D270E-57D6-4937-BFEB-0E06EE50F2F0}" type="pres">
      <dgm:prSet presAssocID="{06D81777-CB18-4BE2-BD7B-18ADE025BCAB}" presName="textRect" presStyleLbl="revTx" presStyleIdx="0" presStyleCnt="4">
        <dgm:presLayoutVars>
          <dgm:chMax val="1"/>
          <dgm:chPref val="1"/>
        </dgm:presLayoutVars>
      </dgm:prSet>
      <dgm:spPr/>
    </dgm:pt>
    <dgm:pt modelId="{2A3E5E74-7A69-42C8-BF79-F2A60514F4D3}" type="pres">
      <dgm:prSet presAssocID="{74BF96C0-9BB3-4D7D-B2F6-7B27E83FE9DB}" presName="sibTrans" presStyleCnt="0"/>
      <dgm:spPr/>
    </dgm:pt>
    <dgm:pt modelId="{953FC3BF-1856-4C1D-A4C1-536802014938}" type="pres">
      <dgm:prSet presAssocID="{187A9B5E-308B-42F9-8524-B08F9B11DC42}" presName="compNode" presStyleCnt="0"/>
      <dgm:spPr/>
    </dgm:pt>
    <dgm:pt modelId="{BC40B852-994F-4AD5-B723-11FFEC974810}" type="pres">
      <dgm:prSet presAssocID="{187A9B5E-308B-42F9-8524-B08F9B11DC42}" presName="iconBgRect" presStyleLbl="bgShp" presStyleIdx="1" presStyleCnt="4"/>
      <dgm:spPr>
        <a:prstGeom prst="round2DiagRect">
          <a:avLst>
            <a:gd name="adj1" fmla="val 29727"/>
            <a:gd name="adj2" fmla="val 0"/>
          </a:avLst>
        </a:prstGeom>
      </dgm:spPr>
    </dgm:pt>
    <dgm:pt modelId="{8C390B74-AEA8-438A-9C7A-B39FF0A1A6D5}" type="pres">
      <dgm:prSet presAssocID="{187A9B5E-308B-42F9-8524-B08F9B11DC4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694204B3-EE18-47C6-8F4C-553D845DFFE8}" type="pres">
      <dgm:prSet presAssocID="{187A9B5E-308B-42F9-8524-B08F9B11DC42}" presName="spaceRect" presStyleCnt="0"/>
      <dgm:spPr/>
    </dgm:pt>
    <dgm:pt modelId="{D9D8555D-4250-430F-A580-B778B3776DDE}" type="pres">
      <dgm:prSet presAssocID="{187A9B5E-308B-42F9-8524-B08F9B11DC42}" presName="textRect" presStyleLbl="revTx" presStyleIdx="1" presStyleCnt="4">
        <dgm:presLayoutVars>
          <dgm:chMax val="1"/>
          <dgm:chPref val="1"/>
        </dgm:presLayoutVars>
      </dgm:prSet>
      <dgm:spPr/>
    </dgm:pt>
    <dgm:pt modelId="{C739B5EC-9C49-4932-A358-645222302CBC}" type="pres">
      <dgm:prSet presAssocID="{659C8643-E3D4-40EE-85BA-000074F581CF}" presName="sibTrans" presStyleCnt="0"/>
      <dgm:spPr/>
    </dgm:pt>
    <dgm:pt modelId="{8F5B1855-D3A2-48BD-A6FE-0449BCF69B1F}" type="pres">
      <dgm:prSet presAssocID="{F6371075-4080-4A1C-A361-4FF893974020}" presName="compNode" presStyleCnt="0"/>
      <dgm:spPr/>
    </dgm:pt>
    <dgm:pt modelId="{4CD55AEE-E094-416D-BCA8-8FF9B27DAD43}" type="pres">
      <dgm:prSet presAssocID="{F6371075-4080-4A1C-A361-4FF893974020}" presName="iconBgRect" presStyleLbl="bgShp" presStyleIdx="2" presStyleCnt="4"/>
      <dgm:spPr>
        <a:prstGeom prst="round2DiagRect">
          <a:avLst>
            <a:gd name="adj1" fmla="val 29727"/>
            <a:gd name="adj2" fmla="val 0"/>
          </a:avLst>
        </a:prstGeom>
      </dgm:spPr>
    </dgm:pt>
    <dgm:pt modelId="{CA66476C-10FF-4F0A-8E46-6E7AA21D51A5}" type="pres">
      <dgm:prSet presAssocID="{F6371075-4080-4A1C-A361-4FF89397402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nger"/>
        </a:ext>
      </dgm:extLst>
    </dgm:pt>
    <dgm:pt modelId="{71DC1E76-1A22-4777-8566-1C18350F7EBB}" type="pres">
      <dgm:prSet presAssocID="{F6371075-4080-4A1C-A361-4FF893974020}" presName="spaceRect" presStyleCnt="0"/>
      <dgm:spPr/>
    </dgm:pt>
    <dgm:pt modelId="{AA62A3B1-2396-42FB-A669-315D3F202190}" type="pres">
      <dgm:prSet presAssocID="{F6371075-4080-4A1C-A361-4FF893974020}" presName="textRect" presStyleLbl="revTx" presStyleIdx="2" presStyleCnt="4">
        <dgm:presLayoutVars>
          <dgm:chMax val="1"/>
          <dgm:chPref val="1"/>
        </dgm:presLayoutVars>
      </dgm:prSet>
      <dgm:spPr/>
    </dgm:pt>
    <dgm:pt modelId="{243A31F3-3C29-4B5B-83D5-81C8FDC882B4}" type="pres">
      <dgm:prSet presAssocID="{9F240282-530A-4C86-BB89-266ABAD86F9E}" presName="sibTrans" presStyleCnt="0"/>
      <dgm:spPr/>
    </dgm:pt>
    <dgm:pt modelId="{CE716129-F3BD-4B80-8F19-6B9986FCCE84}" type="pres">
      <dgm:prSet presAssocID="{CF54148D-C1AC-4E12-B1A9-9DD4B6AB7CA1}" presName="compNode" presStyleCnt="0"/>
      <dgm:spPr/>
    </dgm:pt>
    <dgm:pt modelId="{AE12FBC1-EC52-42FC-86BE-FDA3EA9B4A49}" type="pres">
      <dgm:prSet presAssocID="{CF54148D-C1AC-4E12-B1A9-9DD4B6AB7CA1}" presName="iconBgRect" presStyleLbl="bgShp" presStyleIdx="3" presStyleCnt="4"/>
      <dgm:spPr>
        <a:prstGeom prst="round2DiagRect">
          <a:avLst>
            <a:gd name="adj1" fmla="val 29727"/>
            <a:gd name="adj2" fmla="val 0"/>
          </a:avLst>
        </a:prstGeom>
      </dgm:spPr>
    </dgm:pt>
    <dgm:pt modelId="{96A7FAEC-3EB7-4E83-B7B4-3BB236E2BAE5}" type="pres">
      <dgm:prSet presAssocID="{CF54148D-C1AC-4E12-B1A9-9DD4B6AB7CA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2BB2259F-055C-4E76-91C7-69DE86B014FB}" type="pres">
      <dgm:prSet presAssocID="{CF54148D-C1AC-4E12-B1A9-9DD4B6AB7CA1}" presName="spaceRect" presStyleCnt="0"/>
      <dgm:spPr/>
    </dgm:pt>
    <dgm:pt modelId="{4EE40147-CB29-42D1-A509-9DBA294249E4}" type="pres">
      <dgm:prSet presAssocID="{CF54148D-C1AC-4E12-B1A9-9DD4B6AB7CA1}" presName="textRect" presStyleLbl="revTx" presStyleIdx="3" presStyleCnt="4">
        <dgm:presLayoutVars>
          <dgm:chMax val="1"/>
          <dgm:chPref val="1"/>
        </dgm:presLayoutVars>
      </dgm:prSet>
      <dgm:spPr/>
    </dgm:pt>
  </dgm:ptLst>
  <dgm:cxnLst>
    <dgm:cxn modelId="{267F1D1A-8777-46FC-9C92-2AB731C53CE7}" type="presOf" srcId="{CF54148D-C1AC-4E12-B1A9-9DD4B6AB7CA1}" destId="{4EE40147-CB29-42D1-A509-9DBA294249E4}" srcOrd="0" destOrd="0" presId="urn:microsoft.com/office/officeart/2018/5/layout/IconLeafLabelList"/>
    <dgm:cxn modelId="{DDC75F29-424C-4AB5-BD78-6D99E63F2AD7}" srcId="{8BF3F544-0865-4987-AE13-3398F6F60DC4}" destId="{CF54148D-C1AC-4E12-B1A9-9DD4B6AB7CA1}" srcOrd="3" destOrd="0" parTransId="{7607CA72-8AEA-40FE-A4EF-00167CD18CD1}" sibTransId="{F208C1FC-778D-4FC9-B051-015630D0A653}"/>
    <dgm:cxn modelId="{0C936165-81FB-4F89-912F-CE481A0CEA2F}" type="presOf" srcId="{F6371075-4080-4A1C-A361-4FF893974020}" destId="{AA62A3B1-2396-42FB-A669-315D3F202190}" srcOrd="0" destOrd="0" presId="urn:microsoft.com/office/officeart/2018/5/layout/IconLeafLabelList"/>
    <dgm:cxn modelId="{F5CA8C74-B0E5-411B-BD24-6A7D3F82BEEF}" type="presOf" srcId="{8BF3F544-0865-4987-AE13-3398F6F60DC4}" destId="{A7E2CE30-7BA3-4840-A4A8-5BC60CB7319A}" srcOrd="0" destOrd="0" presId="urn:microsoft.com/office/officeart/2018/5/layout/IconLeafLabelList"/>
    <dgm:cxn modelId="{6C73B694-C3DE-43AC-905C-DEDEAE31599C}" srcId="{8BF3F544-0865-4987-AE13-3398F6F60DC4}" destId="{06D81777-CB18-4BE2-BD7B-18ADE025BCAB}" srcOrd="0" destOrd="0" parTransId="{16DDE15C-4F67-4CAE-B6CF-74309F0809C6}" sibTransId="{74BF96C0-9BB3-4D7D-B2F6-7B27E83FE9DB}"/>
    <dgm:cxn modelId="{ACBDDDAA-5BA4-4B66-83A4-E542D537AD8E}" srcId="{8BF3F544-0865-4987-AE13-3398F6F60DC4}" destId="{F6371075-4080-4A1C-A361-4FF893974020}" srcOrd="2" destOrd="0" parTransId="{B03C80B1-65A0-438C-9053-F4C3F8435572}" sibTransId="{9F240282-530A-4C86-BB89-266ABAD86F9E}"/>
    <dgm:cxn modelId="{1F9886C0-FE5D-48D2-B784-DEC3F1A050F4}" type="presOf" srcId="{187A9B5E-308B-42F9-8524-B08F9B11DC42}" destId="{D9D8555D-4250-430F-A580-B778B3776DDE}" srcOrd="0" destOrd="0" presId="urn:microsoft.com/office/officeart/2018/5/layout/IconLeafLabelList"/>
    <dgm:cxn modelId="{82387FCB-E177-4245-836B-88076421AB8E}" type="presOf" srcId="{06D81777-CB18-4BE2-BD7B-18ADE025BCAB}" destId="{561D270E-57D6-4937-BFEB-0E06EE50F2F0}" srcOrd="0" destOrd="0" presId="urn:microsoft.com/office/officeart/2018/5/layout/IconLeafLabelList"/>
    <dgm:cxn modelId="{E9ADAAD5-72AF-47CD-B543-BC128FA0BEB5}" srcId="{8BF3F544-0865-4987-AE13-3398F6F60DC4}" destId="{187A9B5E-308B-42F9-8524-B08F9B11DC42}" srcOrd="1" destOrd="0" parTransId="{33BBFF5A-89F7-445C-85B5-D9889E7AF0CA}" sibTransId="{659C8643-E3D4-40EE-85BA-000074F581CF}"/>
    <dgm:cxn modelId="{54336DA5-CD4F-4603-B54A-0684C0B98374}" type="presParOf" srcId="{A7E2CE30-7BA3-4840-A4A8-5BC60CB7319A}" destId="{A1332090-CA64-4FF8-A122-4FE42BD84CEC}" srcOrd="0" destOrd="0" presId="urn:microsoft.com/office/officeart/2018/5/layout/IconLeafLabelList"/>
    <dgm:cxn modelId="{7EE42735-540D-452A-92F6-6DB3DF2C81AE}" type="presParOf" srcId="{A1332090-CA64-4FF8-A122-4FE42BD84CEC}" destId="{74314D12-7A03-44DE-AF85-32DBB50C8BD1}" srcOrd="0" destOrd="0" presId="urn:microsoft.com/office/officeart/2018/5/layout/IconLeafLabelList"/>
    <dgm:cxn modelId="{E9593965-B6DC-4976-ACB0-80852A344A2C}" type="presParOf" srcId="{A1332090-CA64-4FF8-A122-4FE42BD84CEC}" destId="{CC314C4D-32FF-4A09-B443-1B6623C0667E}" srcOrd="1" destOrd="0" presId="urn:microsoft.com/office/officeart/2018/5/layout/IconLeafLabelList"/>
    <dgm:cxn modelId="{27401B5E-EFB7-4C9C-A604-F0A45AD5354A}" type="presParOf" srcId="{A1332090-CA64-4FF8-A122-4FE42BD84CEC}" destId="{3E983575-5480-4091-AA34-0D2A2E698BC7}" srcOrd="2" destOrd="0" presId="urn:microsoft.com/office/officeart/2018/5/layout/IconLeafLabelList"/>
    <dgm:cxn modelId="{24DCB74B-28C5-44F2-9ABD-3EC3AB1C876B}" type="presParOf" srcId="{A1332090-CA64-4FF8-A122-4FE42BD84CEC}" destId="{561D270E-57D6-4937-BFEB-0E06EE50F2F0}" srcOrd="3" destOrd="0" presId="urn:microsoft.com/office/officeart/2018/5/layout/IconLeafLabelList"/>
    <dgm:cxn modelId="{CBC155B9-3E84-440A-AF82-3371E9FC8171}" type="presParOf" srcId="{A7E2CE30-7BA3-4840-A4A8-5BC60CB7319A}" destId="{2A3E5E74-7A69-42C8-BF79-F2A60514F4D3}" srcOrd="1" destOrd="0" presId="urn:microsoft.com/office/officeart/2018/5/layout/IconLeafLabelList"/>
    <dgm:cxn modelId="{8CB7ECE4-315C-49BF-A214-CE574DB94C4F}" type="presParOf" srcId="{A7E2CE30-7BA3-4840-A4A8-5BC60CB7319A}" destId="{953FC3BF-1856-4C1D-A4C1-536802014938}" srcOrd="2" destOrd="0" presId="urn:microsoft.com/office/officeart/2018/5/layout/IconLeafLabelList"/>
    <dgm:cxn modelId="{6B161508-6460-431F-BC0C-F7CCA3921DB6}" type="presParOf" srcId="{953FC3BF-1856-4C1D-A4C1-536802014938}" destId="{BC40B852-994F-4AD5-B723-11FFEC974810}" srcOrd="0" destOrd="0" presId="urn:microsoft.com/office/officeart/2018/5/layout/IconLeafLabelList"/>
    <dgm:cxn modelId="{5CA1E8F0-54FE-4262-B192-4A8E7AC61D10}" type="presParOf" srcId="{953FC3BF-1856-4C1D-A4C1-536802014938}" destId="{8C390B74-AEA8-438A-9C7A-B39FF0A1A6D5}" srcOrd="1" destOrd="0" presId="urn:microsoft.com/office/officeart/2018/5/layout/IconLeafLabelList"/>
    <dgm:cxn modelId="{D028B51D-A097-43B7-942B-9ACE9E0838A1}" type="presParOf" srcId="{953FC3BF-1856-4C1D-A4C1-536802014938}" destId="{694204B3-EE18-47C6-8F4C-553D845DFFE8}" srcOrd="2" destOrd="0" presId="urn:microsoft.com/office/officeart/2018/5/layout/IconLeafLabelList"/>
    <dgm:cxn modelId="{875DCC73-DC99-4B1E-AA61-835036DDABAC}" type="presParOf" srcId="{953FC3BF-1856-4C1D-A4C1-536802014938}" destId="{D9D8555D-4250-430F-A580-B778B3776DDE}" srcOrd="3" destOrd="0" presId="urn:microsoft.com/office/officeart/2018/5/layout/IconLeafLabelList"/>
    <dgm:cxn modelId="{111E04D4-765F-4180-9CFE-94E14EEBF431}" type="presParOf" srcId="{A7E2CE30-7BA3-4840-A4A8-5BC60CB7319A}" destId="{C739B5EC-9C49-4932-A358-645222302CBC}" srcOrd="3" destOrd="0" presId="urn:microsoft.com/office/officeart/2018/5/layout/IconLeafLabelList"/>
    <dgm:cxn modelId="{899061E8-1964-4D55-8288-AB13265F3D50}" type="presParOf" srcId="{A7E2CE30-7BA3-4840-A4A8-5BC60CB7319A}" destId="{8F5B1855-D3A2-48BD-A6FE-0449BCF69B1F}" srcOrd="4" destOrd="0" presId="urn:microsoft.com/office/officeart/2018/5/layout/IconLeafLabelList"/>
    <dgm:cxn modelId="{942A55F6-940D-4724-854C-A21B8671C131}" type="presParOf" srcId="{8F5B1855-D3A2-48BD-A6FE-0449BCF69B1F}" destId="{4CD55AEE-E094-416D-BCA8-8FF9B27DAD43}" srcOrd="0" destOrd="0" presId="urn:microsoft.com/office/officeart/2018/5/layout/IconLeafLabelList"/>
    <dgm:cxn modelId="{9DDCFFA4-303B-4C6C-AB0A-FB29A9C4F247}" type="presParOf" srcId="{8F5B1855-D3A2-48BD-A6FE-0449BCF69B1F}" destId="{CA66476C-10FF-4F0A-8E46-6E7AA21D51A5}" srcOrd="1" destOrd="0" presId="urn:microsoft.com/office/officeart/2018/5/layout/IconLeafLabelList"/>
    <dgm:cxn modelId="{563F43A2-A625-4F42-9465-34535C7E0CF9}" type="presParOf" srcId="{8F5B1855-D3A2-48BD-A6FE-0449BCF69B1F}" destId="{71DC1E76-1A22-4777-8566-1C18350F7EBB}" srcOrd="2" destOrd="0" presId="urn:microsoft.com/office/officeart/2018/5/layout/IconLeafLabelList"/>
    <dgm:cxn modelId="{CC41C295-AC16-44E3-B68C-E7EB63F4A684}" type="presParOf" srcId="{8F5B1855-D3A2-48BD-A6FE-0449BCF69B1F}" destId="{AA62A3B1-2396-42FB-A669-315D3F202190}" srcOrd="3" destOrd="0" presId="urn:microsoft.com/office/officeart/2018/5/layout/IconLeafLabelList"/>
    <dgm:cxn modelId="{D36D5C02-182B-4091-B020-2FEB42EFA6A5}" type="presParOf" srcId="{A7E2CE30-7BA3-4840-A4A8-5BC60CB7319A}" destId="{243A31F3-3C29-4B5B-83D5-81C8FDC882B4}" srcOrd="5" destOrd="0" presId="urn:microsoft.com/office/officeart/2018/5/layout/IconLeafLabelList"/>
    <dgm:cxn modelId="{8ADA4660-4EE7-40E7-AA31-17C33F3A7726}" type="presParOf" srcId="{A7E2CE30-7BA3-4840-A4A8-5BC60CB7319A}" destId="{CE716129-F3BD-4B80-8F19-6B9986FCCE84}" srcOrd="6" destOrd="0" presId="urn:microsoft.com/office/officeart/2018/5/layout/IconLeafLabelList"/>
    <dgm:cxn modelId="{8F0A4AE3-7D19-4369-817E-340287E35055}" type="presParOf" srcId="{CE716129-F3BD-4B80-8F19-6B9986FCCE84}" destId="{AE12FBC1-EC52-42FC-86BE-FDA3EA9B4A49}" srcOrd="0" destOrd="0" presId="urn:microsoft.com/office/officeart/2018/5/layout/IconLeafLabelList"/>
    <dgm:cxn modelId="{CAF0F65D-5ABB-4FAE-841B-062F3C25B4B8}" type="presParOf" srcId="{CE716129-F3BD-4B80-8F19-6B9986FCCE84}" destId="{96A7FAEC-3EB7-4E83-B7B4-3BB236E2BAE5}" srcOrd="1" destOrd="0" presId="urn:microsoft.com/office/officeart/2018/5/layout/IconLeafLabelList"/>
    <dgm:cxn modelId="{01668CCD-1A2F-4F3B-9C4E-77D84FF70E3C}" type="presParOf" srcId="{CE716129-F3BD-4B80-8F19-6B9986FCCE84}" destId="{2BB2259F-055C-4E76-91C7-69DE86B014FB}" srcOrd="2" destOrd="0" presId="urn:microsoft.com/office/officeart/2018/5/layout/IconLeafLabelList"/>
    <dgm:cxn modelId="{10FF8670-E2AC-4C1D-A362-AB474B564946}" type="presParOf" srcId="{CE716129-F3BD-4B80-8F19-6B9986FCCE84}" destId="{4EE40147-CB29-42D1-A509-9DBA294249E4}"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A5E3EA84-ADE8-4E7F-95F3-1AE2991A8A82}"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C1002895-36FC-454F-A48D-D3C478C82871}">
      <dgm:prSet/>
      <dgm:spPr/>
      <dgm:t>
        <a:bodyPr/>
        <a:lstStyle/>
        <a:p>
          <a:pPr>
            <a:defRPr cap="all"/>
          </a:pPr>
          <a:r>
            <a:rPr lang="en-MY" b="1"/>
            <a:t>Secure Protocols:</a:t>
          </a:r>
          <a:r>
            <a:rPr lang="en-MY"/>
            <a:t> Use HTTPS and VPNs for encryption</a:t>
          </a:r>
          <a:endParaRPr lang="en-US"/>
        </a:p>
      </dgm:t>
    </dgm:pt>
    <dgm:pt modelId="{48F13F9A-D8DF-4F59-ACC1-2BA589BC00D2}" type="parTrans" cxnId="{626D2032-D178-4F47-8F46-D6708318FAAB}">
      <dgm:prSet/>
      <dgm:spPr/>
      <dgm:t>
        <a:bodyPr/>
        <a:lstStyle/>
        <a:p>
          <a:endParaRPr lang="en-US"/>
        </a:p>
      </dgm:t>
    </dgm:pt>
    <dgm:pt modelId="{46F2DE38-5E8D-4206-9AAC-98B44F1EC67C}" type="sibTrans" cxnId="{626D2032-D178-4F47-8F46-D6708318FAAB}">
      <dgm:prSet/>
      <dgm:spPr/>
      <dgm:t>
        <a:bodyPr/>
        <a:lstStyle/>
        <a:p>
          <a:endParaRPr lang="en-US"/>
        </a:p>
      </dgm:t>
    </dgm:pt>
    <dgm:pt modelId="{DE783A1D-457E-4D68-8743-AB9010619281}">
      <dgm:prSet/>
      <dgm:spPr/>
      <dgm:t>
        <a:bodyPr/>
        <a:lstStyle/>
        <a:p>
          <a:pPr>
            <a:defRPr cap="all"/>
          </a:pPr>
          <a:r>
            <a:rPr lang="en-MY" b="1"/>
            <a:t>Network Segmentation:</a:t>
          </a:r>
          <a:r>
            <a:rPr lang="en-MY"/>
            <a:t> Isolate sensitive systems</a:t>
          </a:r>
          <a:endParaRPr lang="en-US"/>
        </a:p>
      </dgm:t>
    </dgm:pt>
    <dgm:pt modelId="{DB0F172C-8092-46DF-BD5C-B36B65B25A01}" type="parTrans" cxnId="{32B083B3-5EBA-4B61-A0ED-D7CDE9DF597F}">
      <dgm:prSet/>
      <dgm:spPr/>
      <dgm:t>
        <a:bodyPr/>
        <a:lstStyle/>
        <a:p>
          <a:endParaRPr lang="en-US"/>
        </a:p>
      </dgm:t>
    </dgm:pt>
    <dgm:pt modelId="{6DD94807-6187-4304-8345-E4B9EDB6503A}" type="sibTrans" cxnId="{32B083B3-5EBA-4B61-A0ED-D7CDE9DF597F}">
      <dgm:prSet/>
      <dgm:spPr/>
      <dgm:t>
        <a:bodyPr/>
        <a:lstStyle/>
        <a:p>
          <a:endParaRPr lang="en-US"/>
        </a:p>
      </dgm:t>
    </dgm:pt>
    <dgm:pt modelId="{0E2EFD44-BD98-4A78-870A-859693F3F09E}">
      <dgm:prSet/>
      <dgm:spPr/>
      <dgm:t>
        <a:bodyPr/>
        <a:lstStyle/>
        <a:p>
          <a:pPr>
            <a:defRPr cap="all"/>
          </a:pPr>
          <a:r>
            <a:rPr lang="en-MY" b="1"/>
            <a:t>Firewalls and IPS:</a:t>
          </a:r>
          <a:r>
            <a:rPr lang="en-MY"/>
            <a:t> Block unauthorized traffic</a:t>
          </a:r>
          <a:endParaRPr lang="en-US"/>
        </a:p>
      </dgm:t>
    </dgm:pt>
    <dgm:pt modelId="{A8F7D1C3-9D6F-47AA-B309-B5B28F7356BC}" type="parTrans" cxnId="{98D64EAB-12A6-4D3F-879D-D8465196A154}">
      <dgm:prSet/>
      <dgm:spPr/>
      <dgm:t>
        <a:bodyPr/>
        <a:lstStyle/>
        <a:p>
          <a:endParaRPr lang="en-US"/>
        </a:p>
      </dgm:t>
    </dgm:pt>
    <dgm:pt modelId="{6FFC1855-2719-47DB-8423-1ACDD22DEE5B}" type="sibTrans" cxnId="{98D64EAB-12A6-4D3F-879D-D8465196A154}">
      <dgm:prSet/>
      <dgm:spPr/>
      <dgm:t>
        <a:bodyPr/>
        <a:lstStyle/>
        <a:p>
          <a:endParaRPr lang="en-US"/>
        </a:p>
      </dgm:t>
    </dgm:pt>
    <dgm:pt modelId="{F248AD93-24AE-48BA-A680-30B3380FE9B3}">
      <dgm:prSet/>
      <dgm:spPr/>
      <dgm:t>
        <a:bodyPr/>
        <a:lstStyle/>
        <a:p>
          <a:pPr>
            <a:defRPr cap="all"/>
          </a:pPr>
          <a:r>
            <a:rPr lang="en-MY" b="1"/>
            <a:t>Patch Management:</a:t>
          </a:r>
          <a:r>
            <a:rPr lang="en-MY"/>
            <a:t> Regular software updates</a:t>
          </a:r>
          <a:endParaRPr lang="en-US"/>
        </a:p>
      </dgm:t>
    </dgm:pt>
    <dgm:pt modelId="{B62B31BE-B63D-4E96-A015-AB4D0239EBE9}" type="parTrans" cxnId="{BB3CC93E-87C2-44F6-9335-28E4D04429DD}">
      <dgm:prSet/>
      <dgm:spPr/>
      <dgm:t>
        <a:bodyPr/>
        <a:lstStyle/>
        <a:p>
          <a:endParaRPr lang="en-US"/>
        </a:p>
      </dgm:t>
    </dgm:pt>
    <dgm:pt modelId="{90A64427-6F18-4B0D-92E5-074056193E89}" type="sibTrans" cxnId="{BB3CC93E-87C2-44F6-9335-28E4D04429DD}">
      <dgm:prSet/>
      <dgm:spPr/>
      <dgm:t>
        <a:bodyPr/>
        <a:lstStyle/>
        <a:p>
          <a:endParaRPr lang="en-US"/>
        </a:p>
      </dgm:t>
    </dgm:pt>
    <dgm:pt modelId="{96DA0BE0-BA04-49EA-A3F0-6B8B826A1D0E}" type="pres">
      <dgm:prSet presAssocID="{A5E3EA84-ADE8-4E7F-95F3-1AE2991A8A82}" presName="root" presStyleCnt="0">
        <dgm:presLayoutVars>
          <dgm:dir/>
          <dgm:resizeHandles val="exact"/>
        </dgm:presLayoutVars>
      </dgm:prSet>
      <dgm:spPr/>
    </dgm:pt>
    <dgm:pt modelId="{8A989656-C3B7-421B-8B83-04F05D43F7BE}" type="pres">
      <dgm:prSet presAssocID="{C1002895-36FC-454F-A48D-D3C478C82871}" presName="compNode" presStyleCnt="0"/>
      <dgm:spPr/>
    </dgm:pt>
    <dgm:pt modelId="{3DB59742-D566-4740-91E5-B5F198A3F1E0}" type="pres">
      <dgm:prSet presAssocID="{C1002895-36FC-454F-A48D-D3C478C82871}" presName="iconBgRect" presStyleLbl="bgShp" presStyleIdx="0" presStyleCnt="4"/>
      <dgm:spPr/>
    </dgm:pt>
    <dgm:pt modelId="{E202F6C2-9AD4-4684-85EA-56FE906ECBF1}" type="pres">
      <dgm:prSet presAssocID="{C1002895-36FC-454F-A48D-D3C478C8287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8E770DF9-2785-427A-9BCB-743D788D89C5}" type="pres">
      <dgm:prSet presAssocID="{C1002895-36FC-454F-A48D-D3C478C82871}" presName="spaceRect" presStyleCnt="0"/>
      <dgm:spPr/>
    </dgm:pt>
    <dgm:pt modelId="{81F15B7C-72C5-44C7-8CF5-C096839ACDFE}" type="pres">
      <dgm:prSet presAssocID="{C1002895-36FC-454F-A48D-D3C478C82871}" presName="textRect" presStyleLbl="revTx" presStyleIdx="0" presStyleCnt="4">
        <dgm:presLayoutVars>
          <dgm:chMax val="1"/>
          <dgm:chPref val="1"/>
        </dgm:presLayoutVars>
      </dgm:prSet>
      <dgm:spPr/>
    </dgm:pt>
    <dgm:pt modelId="{38682C91-D685-4718-B58B-7FA7503B5D45}" type="pres">
      <dgm:prSet presAssocID="{46F2DE38-5E8D-4206-9AAC-98B44F1EC67C}" presName="sibTrans" presStyleCnt="0"/>
      <dgm:spPr/>
    </dgm:pt>
    <dgm:pt modelId="{11E8EA21-F612-4EB9-A25F-CB4B643AEFE6}" type="pres">
      <dgm:prSet presAssocID="{DE783A1D-457E-4D68-8743-AB9010619281}" presName="compNode" presStyleCnt="0"/>
      <dgm:spPr/>
    </dgm:pt>
    <dgm:pt modelId="{90A6E4F6-688D-4644-AFE7-6F8E3710DFA5}" type="pres">
      <dgm:prSet presAssocID="{DE783A1D-457E-4D68-8743-AB9010619281}" presName="iconBgRect" presStyleLbl="bgShp" presStyleIdx="1" presStyleCnt="4"/>
      <dgm:spPr/>
    </dgm:pt>
    <dgm:pt modelId="{F259BE81-998B-4ECB-AA64-04AA43B9BC6C}" type="pres">
      <dgm:prSet presAssocID="{DE783A1D-457E-4D68-8743-AB901061928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645BB519-E0C1-4FA5-A634-8F88836119DA}" type="pres">
      <dgm:prSet presAssocID="{DE783A1D-457E-4D68-8743-AB9010619281}" presName="spaceRect" presStyleCnt="0"/>
      <dgm:spPr/>
    </dgm:pt>
    <dgm:pt modelId="{C47F8A87-0530-4FD7-926F-7EBF8679FD50}" type="pres">
      <dgm:prSet presAssocID="{DE783A1D-457E-4D68-8743-AB9010619281}" presName="textRect" presStyleLbl="revTx" presStyleIdx="1" presStyleCnt="4">
        <dgm:presLayoutVars>
          <dgm:chMax val="1"/>
          <dgm:chPref val="1"/>
        </dgm:presLayoutVars>
      </dgm:prSet>
      <dgm:spPr/>
    </dgm:pt>
    <dgm:pt modelId="{45401665-1149-4848-8445-0590601FEDEF}" type="pres">
      <dgm:prSet presAssocID="{6DD94807-6187-4304-8345-E4B9EDB6503A}" presName="sibTrans" presStyleCnt="0"/>
      <dgm:spPr/>
    </dgm:pt>
    <dgm:pt modelId="{FDC777A0-4307-4F30-A30A-87EE53456974}" type="pres">
      <dgm:prSet presAssocID="{0E2EFD44-BD98-4A78-870A-859693F3F09E}" presName="compNode" presStyleCnt="0"/>
      <dgm:spPr/>
    </dgm:pt>
    <dgm:pt modelId="{370B8C2A-8DAA-4E18-A9A1-E58A640AFB44}" type="pres">
      <dgm:prSet presAssocID="{0E2EFD44-BD98-4A78-870A-859693F3F09E}" presName="iconBgRect" presStyleLbl="bgShp" presStyleIdx="2" presStyleCnt="4"/>
      <dgm:spPr/>
    </dgm:pt>
    <dgm:pt modelId="{C87D13B4-4858-4C38-955F-0A8DFBD8A950}" type="pres">
      <dgm:prSet presAssocID="{0E2EFD44-BD98-4A78-870A-859693F3F09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4C25BD8E-B040-47D6-9F3D-3E067615BEC5}" type="pres">
      <dgm:prSet presAssocID="{0E2EFD44-BD98-4A78-870A-859693F3F09E}" presName="spaceRect" presStyleCnt="0"/>
      <dgm:spPr/>
    </dgm:pt>
    <dgm:pt modelId="{F44B0926-ACA4-4310-82AE-20DFEEE9FB87}" type="pres">
      <dgm:prSet presAssocID="{0E2EFD44-BD98-4A78-870A-859693F3F09E}" presName="textRect" presStyleLbl="revTx" presStyleIdx="2" presStyleCnt="4">
        <dgm:presLayoutVars>
          <dgm:chMax val="1"/>
          <dgm:chPref val="1"/>
        </dgm:presLayoutVars>
      </dgm:prSet>
      <dgm:spPr/>
    </dgm:pt>
    <dgm:pt modelId="{C1EF7A6A-839A-4759-B0AD-095734822C65}" type="pres">
      <dgm:prSet presAssocID="{6FFC1855-2719-47DB-8423-1ACDD22DEE5B}" presName="sibTrans" presStyleCnt="0"/>
      <dgm:spPr/>
    </dgm:pt>
    <dgm:pt modelId="{A652D1A6-6E21-444B-9863-3C2E7B04FCEC}" type="pres">
      <dgm:prSet presAssocID="{F248AD93-24AE-48BA-A680-30B3380FE9B3}" presName="compNode" presStyleCnt="0"/>
      <dgm:spPr/>
    </dgm:pt>
    <dgm:pt modelId="{27F50494-4459-43FF-94C5-9ED93F84CFDA}" type="pres">
      <dgm:prSet presAssocID="{F248AD93-24AE-48BA-A680-30B3380FE9B3}" presName="iconBgRect" presStyleLbl="bgShp" presStyleIdx="3" presStyleCnt="4"/>
      <dgm:spPr/>
    </dgm:pt>
    <dgm:pt modelId="{B3C48642-A5A3-4D7F-B992-FB5634D74907}" type="pres">
      <dgm:prSet presAssocID="{F248AD93-24AE-48BA-A680-30B3380FE9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ick"/>
        </a:ext>
      </dgm:extLst>
    </dgm:pt>
    <dgm:pt modelId="{D6F8E3B3-BCDF-4751-A22F-DA01800D044F}" type="pres">
      <dgm:prSet presAssocID="{F248AD93-24AE-48BA-A680-30B3380FE9B3}" presName="spaceRect" presStyleCnt="0"/>
      <dgm:spPr/>
    </dgm:pt>
    <dgm:pt modelId="{CA7246B2-BEB6-4D37-92C1-CCBA61704313}" type="pres">
      <dgm:prSet presAssocID="{F248AD93-24AE-48BA-A680-30B3380FE9B3}" presName="textRect" presStyleLbl="revTx" presStyleIdx="3" presStyleCnt="4">
        <dgm:presLayoutVars>
          <dgm:chMax val="1"/>
          <dgm:chPref val="1"/>
        </dgm:presLayoutVars>
      </dgm:prSet>
      <dgm:spPr/>
    </dgm:pt>
  </dgm:ptLst>
  <dgm:cxnLst>
    <dgm:cxn modelId="{52386117-CFDB-4CBC-AB5D-D30BBBDB5C09}" type="presOf" srcId="{C1002895-36FC-454F-A48D-D3C478C82871}" destId="{81F15B7C-72C5-44C7-8CF5-C096839ACDFE}" srcOrd="0" destOrd="0" presId="urn:microsoft.com/office/officeart/2018/5/layout/IconCircleLabelList"/>
    <dgm:cxn modelId="{626D2032-D178-4F47-8F46-D6708318FAAB}" srcId="{A5E3EA84-ADE8-4E7F-95F3-1AE2991A8A82}" destId="{C1002895-36FC-454F-A48D-D3C478C82871}" srcOrd="0" destOrd="0" parTransId="{48F13F9A-D8DF-4F59-ACC1-2BA589BC00D2}" sibTransId="{46F2DE38-5E8D-4206-9AAC-98B44F1EC67C}"/>
    <dgm:cxn modelId="{E30C5F34-FEDA-4239-8972-445A578018DE}" type="presOf" srcId="{A5E3EA84-ADE8-4E7F-95F3-1AE2991A8A82}" destId="{96DA0BE0-BA04-49EA-A3F0-6B8B826A1D0E}" srcOrd="0" destOrd="0" presId="urn:microsoft.com/office/officeart/2018/5/layout/IconCircleLabelList"/>
    <dgm:cxn modelId="{BB3CC93E-87C2-44F6-9335-28E4D04429DD}" srcId="{A5E3EA84-ADE8-4E7F-95F3-1AE2991A8A82}" destId="{F248AD93-24AE-48BA-A680-30B3380FE9B3}" srcOrd="3" destOrd="0" parTransId="{B62B31BE-B63D-4E96-A015-AB4D0239EBE9}" sibTransId="{90A64427-6F18-4B0D-92E5-074056193E89}"/>
    <dgm:cxn modelId="{D66D636D-99B7-452F-99F5-C863DA3D81F5}" type="presOf" srcId="{DE783A1D-457E-4D68-8743-AB9010619281}" destId="{C47F8A87-0530-4FD7-926F-7EBF8679FD50}" srcOrd="0" destOrd="0" presId="urn:microsoft.com/office/officeart/2018/5/layout/IconCircleLabelList"/>
    <dgm:cxn modelId="{48BC5377-3294-42AB-B639-9682B4DF18B3}" type="presOf" srcId="{F248AD93-24AE-48BA-A680-30B3380FE9B3}" destId="{CA7246B2-BEB6-4D37-92C1-CCBA61704313}" srcOrd="0" destOrd="0" presId="urn:microsoft.com/office/officeart/2018/5/layout/IconCircleLabelList"/>
    <dgm:cxn modelId="{3588F098-04C4-412A-B30A-3A1AA39BD72B}" type="presOf" srcId="{0E2EFD44-BD98-4A78-870A-859693F3F09E}" destId="{F44B0926-ACA4-4310-82AE-20DFEEE9FB87}" srcOrd="0" destOrd="0" presId="urn:microsoft.com/office/officeart/2018/5/layout/IconCircleLabelList"/>
    <dgm:cxn modelId="{98D64EAB-12A6-4D3F-879D-D8465196A154}" srcId="{A5E3EA84-ADE8-4E7F-95F3-1AE2991A8A82}" destId="{0E2EFD44-BD98-4A78-870A-859693F3F09E}" srcOrd="2" destOrd="0" parTransId="{A8F7D1C3-9D6F-47AA-B309-B5B28F7356BC}" sibTransId="{6FFC1855-2719-47DB-8423-1ACDD22DEE5B}"/>
    <dgm:cxn modelId="{32B083B3-5EBA-4B61-A0ED-D7CDE9DF597F}" srcId="{A5E3EA84-ADE8-4E7F-95F3-1AE2991A8A82}" destId="{DE783A1D-457E-4D68-8743-AB9010619281}" srcOrd="1" destOrd="0" parTransId="{DB0F172C-8092-46DF-BD5C-B36B65B25A01}" sibTransId="{6DD94807-6187-4304-8345-E4B9EDB6503A}"/>
    <dgm:cxn modelId="{405277A2-6462-43E9-BDC7-49AA6D660695}" type="presParOf" srcId="{96DA0BE0-BA04-49EA-A3F0-6B8B826A1D0E}" destId="{8A989656-C3B7-421B-8B83-04F05D43F7BE}" srcOrd="0" destOrd="0" presId="urn:microsoft.com/office/officeart/2018/5/layout/IconCircleLabelList"/>
    <dgm:cxn modelId="{6073A3A1-D5DD-464F-86A5-E19961172ADD}" type="presParOf" srcId="{8A989656-C3B7-421B-8B83-04F05D43F7BE}" destId="{3DB59742-D566-4740-91E5-B5F198A3F1E0}" srcOrd="0" destOrd="0" presId="urn:microsoft.com/office/officeart/2018/5/layout/IconCircleLabelList"/>
    <dgm:cxn modelId="{03F5CD7C-9D26-4E1C-8D9C-89DF5BB9E9C4}" type="presParOf" srcId="{8A989656-C3B7-421B-8B83-04F05D43F7BE}" destId="{E202F6C2-9AD4-4684-85EA-56FE906ECBF1}" srcOrd="1" destOrd="0" presId="urn:microsoft.com/office/officeart/2018/5/layout/IconCircleLabelList"/>
    <dgm:cxn modelId="{6B239683-5360-4E1B-9318-060C56FC1AA8}" type="presParOf" srcId="{8A989656-C3B7-421B-8B83-04F05D43F7BE}" destId="{8E770DF9-2785-427A-9BCB-743D788D89C5}" srcOrd="2" destOrd="0" presId="urn:microsoft.com/office/officeart/2018/5/layout/IconCircleLabelList"/>
    <dgm:cxn modelId="{A7D48836-0FB5-4D6C-B2FA-9A72DAB925EF}" type="presParOf" srcId="{8A989656-C3B7-421B-8B83-04F05D43F7BE}" destId="{81F15B7C-72C5-44C7-8CF5-C096839ACDFE}" srcOrd="3" destOrd="0" presId="urn:microsoft.com/office/officeart/2018/5/layout/IconCircleLabelList"/>
    <dgm:cxn modelId="{5A7D0051-1E7E-465C-9CF8-D0C25704A107}" type="presParOf" srcId="{96DA0BE0-BA04-49EA-A3F0-6B8B826A1D0E}" destId="{38682C91-D685-4718-B58B-7FA7503B5D45}" srcOrd="1" destOrd="0" presId="urn:microsoft.com/office/officeart/2018/5/layout/IconCircleLabelList"/>
    <dgm:cxn modelId="{50BC6DAA-9B5F-4B1A-9247-04FFF59B45D6}" type="presParOf" srcId="{96DA0BE0-BA04-49EA-A3F0-6B8B826A1D0E}" destId="{11E8EA21-F612-4EB9-A25F-CB4B643AEFE6}" srcOrd="2" destOrd="0" presId="urn:microsoft.com/office/officeart/2018/5/layout/IconCircleLabelList"/>
    <dgm:cxn modelId="{DF8CBCDA-B2F3-4EBF-93B1-010240CE5F99}" type="presParOf" srcId="{11E8EA21-F612-4EB9-A25F-CB4B643AEFE6}" destId="{90A6E4F6-688D-4644-AFE7-6F8E3710DFA5}" srcOrd="0" destOrd="0" presId="urn:microsoft.com/office/officeart/2018/5/layout/IconCircleLabelList"/>
    <dgm:cxn modelId="{E8264E12-E7F8-4E0C-B42F-134FA073EA17}" type="presParOf" srcId="{11E8EA21-F612-4EB9-A25F-CB4B643AEFE6}" destId="{F259BE81-998B-4ECB-AA64-04AA43B9BC6C}" srcOrd="1" destOrd="0" presId="urn:microsoft.com/office/officeart/2018/5/layout/IconCircleLabelList"/>
    <dgm:cxn modelId="{B0A69085-A76C-4419-BC04-72CA43533801}" type="presParOf" srcId="{11E8EA21-F612-4EB9-A25F-CB4B643AEFE6}" destId="{645BB519-E0C1-4FA5-A634-8F88836119DA}" srcOrd="2" destOrd="0" presId="urn:microsoft.com/office/officeart/2018/5/layout/IconCircleLabelList"/>
    <dgm:cxn modelId="{16023C38-92CD-42A8-B792-AA1E482D34F3}" type="presParOf" srcId="{11E8EA21-F612-4EB9-A25F-CB4B643AEFE6}" destId="{C47F8A87-0530-4FD7-926F-7EBF8679FD50}" srcOrd="3" destOrd="0" presId="urn:microsoft.com/office/officeart/2018/5/layout/IconCircleLabelList"/>
    <dgm:cxn modelId="{8E6AC434-45DA-4335-A704-21A38D108681}" type="presParOf" srcId="{96DA0BE0-BA04-49EA-A3F0-6B8B826A1D0E}" destId="{45401665-1149-4848-8445-0590601FEDEF}" srcOrd="3" destOrd="0" presId="urn:microsoft.com/office/officeart/2018/5/layout/IconCircleLabelList"/>
    <dgm:cxn modelId="{AB260518-B544-48CE-BF58-6D77F1425396}" type="presParOf" srcId="{96DA0BE0-BA04-49EA-A3F0-6B8B826A1D0E}" destId="{FDC777A0-4307-4F30-A30A-87EE53456974}" srcOrd="4" destOrd="0" presId="urn:microsoft.com/office/officeart/2018/5/layout/IconCircleLabelList"/>
    <dgm:cxn modelId="{845308FC-7BB2-4590-BB4A-D87F8D11C9B7}" type="presParOf" srcId="{FDC777A0-4307-4F30-A30A-87EE53456974}" destId="{370B8C2A-8DAA-4E18-A9A1-E58A640AFB44}" srcOrd="0" destOrd="0" presId="urn:microsoft.com/office/officeart/2018/5/layout/IconCircleLabelList"/>
    <dgm:cxn modelId="{B27806F6-4579-492F-A617-6C957C218B72}" type="presParOf" srcId="{FDC777A0-4307-4F30-A30A-87EE53456974}" destId="{C87D13B4-4858-4C38-955F-0A8DFBD8A950}" srcOrd="1" destOrd="0" presId="urn:microsoft.com/office/officeart/2018/5/layout/IconCircleLabelList"/>
    <dgm:cxn modelId="{F6F43B76-734D-4F26-9273-8CBAC7C23CCB}" type="presParOf" srcId="{FDC777A0-4307-4F30-A30A-87EE53456974}" destId="{4C25BD8E-B040-47D6-9F3D-3E067615BEC5}" srcOrd="2" destOrd="0" presId="urn:microsoft.com/office/officeart/2018/5/layout/IconCircleLabelList"/>
    <dgm:cxn modelId="{8BFE6701-C723-4396-99F5-881A3EBFFECC}" type="presParOf" srcId="{FDC777A0-4307-4F30-A30A-87EE53456974}" destId="{F44B0926-ACA4-4310-82AE-20DFEEE9FB87}" srcOrd="3" destOrd="0" presId="urn:microsoft.com/office/officeart/2018/5/layout/IconCircleLabelList"/>
    <dgm:cxn modelId="{587BF7F1-CD0E-4A3C-9CD1-F99884179750}" type="presParOf" srcId="{96DA0BE0-BA04-49EA-A3F0-6B8B826A1D0E}" destId="{C1EF7A6A-839A-4759-B0AD-095734822C65}" srcOrd="5" destOrd="0" presId="urn:microsoft.com/office/officeart/2018/5/layout/IconCircleLabelList"/>
    <dgm:cxn modelId="{9181C3BF-416D-402E-87AE-EA2E2C1A0BBA}" type="presParOf" srcId="{96DA0BE0-BA04-49EA-A3F0-6B8B826A1D0E}" destId="{A652D1A6-6E21-444B-9863-3C2E7B04FCEC}" srcOrd="6" destOrd="0" presId="urn:microsoft.com/office/officeart/2018/5/layout/IconCircleLabelList"/>
    <dgm:cxn modelId="{E4B5BB5D-BCBE-4348-9BD0-FEB0C56287F5}" type="presParOf" srcId="{A652D1A6-6E21-444B-9863-3C2E7B04FCEC}" destId="{27F50494-4459-43FF-94C5-9ED93F84CFDA}" srcOrd="0" destOrd="0" presId="urn:microsoft.com/office/officeart/2018/5/layout/IconCircleLabelList"/>
    <dgm:cxn modelId="{5A660557-CE33-4E44-940E-80A941B29F55}" type="presParOf" srcId="{A652D1A6-6E21-444B-9863-3C2E7B04FCEC}" destId="{B3C48642-A5A3-4D7F-B992-FB5634D74907}" srcOrd="1" destOrd="0" presId="urn:microsoft.com/office/officeart/2018/5/layout/IconCircleLabelList"/>
    <dgm:cxn modelId="{464B544F-5F00-4C6E-9A8E-C4B9648E72C1}" type="presParOf" srcId="{A652D1A6-6E21-444B-9863-3C2E7B04FCEC}" destId="{D6F8E3B3-BCDF-4751-A22F-DA01800D044F}" srcOrd="2" destOrd="0" presId="urn:microsoft.com/office/officeart/2018/5/layout/IconCircleLabelList"/>
    <dgm:cxn modelId="{FE59CA7E-55B9-4883-91EE-E19E9EC5F331}" type="presParOf" srcId="{A652D1A6-6E21-444B-9863-3C2E7B04FCEC}" destId="{CA7246B2-BEB6-4D37-92C1-CCBA6170431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F81EBB7-F85F-4483-9586-5F378458977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AE38397-7B2E-49E8-B77A-D8D79769735C}">
      <dgm:prSet/>
      <dgm:spPr/>
      <dgm:t>
        <a:bodyPr/>
        <a:lstStyle/>
        <a:p>
          <a:r>
            <a:rPr lang="en-MY" b="1"/>
            <a:t>Traditional Model:</a:t>
          </a:r>
          <a:r>
            <a:rPr lang="en-MY"/>
            <a:t> Buy a license, install software on a local machine.</a:t>
          </a:r>
          <a:endParaRPr lang="en-US"/>
        </a:p>
      </dgm:t>
    </dgm:pt>
    <dgm:pt modelId="{3124B11D-6C98-4FDE-B18B-E4FE3ECD9685}" type="parTrans" cxnId="{D4263E9E-1CAA-4330-A353-B42C474EFAB3}">
      <dgm:prSet/>
      <dgm:spPr/>
      <dgm:t>
        <a:bodyPr/>
        <a:lstStyle/>
        <a:p>
          <a:endParaRPr lang="en-US"/>
        </a:p>
      </dgm:t>
    </dgm:pt>
    <dgm:pt modelId="{D0B232D2-2B05-4FB1-9DC6-84A93D654819}" type="sibTrans" cxnId="{D4263E9E-1CAA-4330-A353-B42C474EFAB3}">
      <dgm:prSet/>
      <dgm:spPr/>
      <dgm:t>
        <a:bodyPr/>
        <a:lstStyle/>
        <a:p>
          <a:endParaRPr lang="en-US"/>
        </a:p>
      </dgm:t>
    </dgm:pt>
    <dgm:pt modelId="{D5622003-246E-4C90-A817-D258A5872DF4}">
      <dgm:prSet/>
      <dgm:spPr/>
      <dgm:t>
        <a:bodyPr/>
        <a:lstStyle/>
        <a:p>
          <a:r>
            <a:rPr lang="en-MY" b="1"/>
            <a:t>SaaS Model:</a:t>
          </a:r>
          <a:r>
            <a:rPr lang="en-MY"/>
            <a:t> Access software through a web browser, pay as you go.</a:t>
          </a:r>
          <a:endParaRPr lang="en-US"/>
        </a:p>
      </dgm:t>
    </dgm:pt>
    <dgm:pt modelId="{3DB15077-3CC8-4E36-9E14-285C2C874C6C}" type="parTrans" cxnId="{232E01C9-D607-4579-9924-A43D63C054C3}">
      <dgm:prSet/>
      <dgm:spPr/>
      <dgm:t>
        <a:bodyPr/>
        <a:lstStyle/>
        <a:p>
          <a:endParaRPr lang="en-US"/>
        </a:p>
      </dgm:t>
    </dgm:pt>
    <dgm:pt modelId="{A19D2E36-1042-4174-AA82-4D3740AB0B51}" type="sibTrans" cxnId="{232E01C9-D607-4579-9924-A43D63C054C3}">
      <dgm:prSet/>
      <dgm:spPr/>
      <dgm:t>
        <a:bodyPr/>
        <a:lstStyle/>
        <a:p>
          <a:endParaRPr lang="en-US"/>
        </a:p>
      </dgm:t>
    </dgm:pt>
    <dgm:pt modelId="{9BCDC803-1854-40C1-849B-E4FF9DD0A02F}" type="pres">
      <dgm:prSet presAssocID="{AF81EBB7-F85F-4483-9586-5F3784589770}" presName="root" presStyleCnt="0">
        <dgm:presLayoutVars>
          <dgm:dir/>
          <dgm:resizeHandles val="exact"/>
        </dgm:presLayoutVars>
      </dgm:prSet>
      <dgm:spPr/>
    </dgm:pt>
    <dgm:pt modelId="{1469B9C8-C206-4AE0-9D9B-EB96086DC7D5}" type="pres">
      <dgm:prSet presAssocID="{AAE38397-7B2E-49E8-B77A-D8D79769735C}" presName="compNode" presStyleCnt="0"/>
      <dgm:spPr/>
    </dgm:pt>
    <dgm:pt modelId="{60B370CD-89B7-4E64-885D-8B145A90D52F}" type="pres">
      <dgm:prSet presAssocID="{AAE38397-7B2E-49E8-B77A-D8D79769735C}" presName="bgRect" presStyleLbl="bgShp" presStyleIdx="0" presStyleCnt="2"/>
      <dgm:spPr/>
    </dgm:pt>
    <dgm:pt modelId="{964CB5B1-E27A-4152-9FAB-EF17604C3B88}" type="pres">
      <dgm:prSet presAssocID="{AAE38397-7B2E-49E8-B77A-D8D79769735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C0F8CC15-856C-44C5-9CB7-6F330A51F550}" type="pres">
      <dgm:prSet presAssocID="{AAE38397-7B2E-49E8-B77A-D8D79769735C}" presName="spaceRect" presStyleCnt="0"/>
      <dgm:spPr/>
    </dgm:pt>
    <dgm:pt modelId="{CB1BCCAC-2FB9-422C-85BD-8889356FD8B2}" type="pres">
      <dgm:prSet presAssocID="{AAE38397-7B2E-49E8-B77A-D8D79769735C}" presName="parTx" presStyleLbl="revTx" presStyleIdx="0" presStyleCnt="2">
        <dgm:presLayoutVars>
          <dgm:chMax val="0"/>
          <dgm:chPref val="0"/>
        </dgm:presLayoutVars>
      </dgm:prSet>
      <dgm:spPr/>
    </dgm:pt>
    <dgm:pt modelId="{FFED7976-0998-4F37-90FC-74A73639FCB7}" type="pres">
      <dgm:prSet presAssocID="{D0B232D2-2B05-4FB1-9DC6-84A93D654819}" presName="sibTrans" presStyleCnt="0"/>
      <dgm:spPr/>
    </dgm:pt>
    <dgm:pt modelId="{1B95716A-2851-4E79-BF5E-B5142D49951F}" type="pres">
      <dgm:prSet presAssocID="{D5622003-246E-4C90-A817-D258A5872DF4}" presName="compNode" presStyleCnt="0"/>
      <dgm:spPr/>
    </dgm:pt>
    <dgm:pt modelId="{20AF4748-82E5-4094-B36A-725FB28F3102}" type="pres">
      <dgm:prSet presAssocID="{D5622003-246E-4C90-A817-D258A5872DF4}" presName="bgRect" presStyleLbl="bgShp" presStyleIdx="1" presStyleCnt="2"/>
      <dgm:spPr/>
    </dgm:pt>
    <dgm:pt modelId="{756A9381-88E1-4CB1-89B3-2C98C5D7441C}" type="pres">
      <dgm:prSet presAssocID="{D5622003-246E-4C90-A817-D258A5872DF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917E5ED8-2C89-4D26-97F9-DC66A05BD4B7}" type="pres">
      <dgm:prSet presAssocID="{D5622003-246E-4C90-A817-D258A5872DF4}" presName="spaceRect" presStyleCnt="0"/>
      <dgm:spPr/>
    </dgm:pt>
    <dgm:pt modelId="{27BD6198-8843-4F2B-9E62-033F9E546D55}" type="pres">
      <dgm:prSet presAssocID="{D5622003-246E-4C90-A817-D258A5872DF4}" presName="parTx" presStyleLbl="revTx" presStyleIdx="1" presStyleCnt="2">
        <dgm:presLayoutVars>
          <dgm:chMax val="0"/>
          <dgm:chPref val="0"/>
        </dgm:presLayoutVars>
      </dgm:prSet>
      <dgm:spPr/>
    </dgm:pt>
  </dgm:ptLst>
  <dgm:cxnLst>
    <dgm:cxn modelId="{76D38F5F-CA6E-4A6A-BF95-30A81B26B710}" type="presOf" srcId="{AF81EBB7-F85F-4483-9586-5F3784589770}" destId="{9BCDC803-1854-40C1-849B-E4FF9DD0A02F}" srcOrd="0" destOrd="0" presId="urn:microsoft.com/office/officeart/2018/2/layout/IconVerticalSolidList"/>
    <dgm:cxn modelId="{D4263E9E-1CAA-4330-A353-B42C474EFAB3}" srcId="{AF81EBB7-F85F-4483-9586-5F3784589770}" destId="{AAE38397-7B2E-49E8-B77A-D8D79769735C}" srcOrd="0" destOrd="0" parTransId="{3124B11D-6C98-4FDE-B18B-E4FE3ECD9685}" sibTransId="{D0B232D2-2B05-4FB1-9DC6-84A93D654819}"/>
    <dgm:cxn modelId="{0EBCE4A7-19CC-4F87-8E80-981129CF3431}" type="presOf" srcId="{AAE38397-7B2E-49E8-B77A-D8D79769735C}" destId="{CB1BCCAC-2FB9-422C-85BD-8889356FD8B2}" srcOrd="0" destOrd="0" presId="urn:microsoft.com/office/officeart/2018/2/layout/IconVerticalSolidList"/>
    <dgm:cxn modelId="{232E01C9-D607-4579-9924-A43D63C054C3}" srcId="{AF81EBB7-F85F-4483-9586-5F3784589770}" destId="{D5622003-246E-4C90-A817-D258A5872DF4}" srcOrd="1" destOrd="0" parTransId="{3DB15077-3CC8-4E36-9E14-285C2C874C6C}" sibTransId="{A19D2E36-1042-4174-AA82-4D3740AB0B51}"/>
    <dgm:cxn modelId="{590636DC-8F01-4842-86B7-098653E03495}" type="presOf" srcId="{D5622003-246E-4C90-A817-D258A5872DF4}" destId="{27BD6198-8843-4F2B-9E62-033F9E546D55}" srcOrd="0" destOrd="0" presId="urn:microsoft.com/office/officeart/2018/2/layout/IconVerticalSolidList"/>
    <dgm:cxn modelId="{331CAF4E-0AF6-41D9-A3B7-85202E8FF13C}" type="presParOf" srcId="{9BCDC803-1854-40C1-849B-E4FF9DD0A02F}" destId="{1469B9C8-C206-4AE0-9D9B-EB96086DC7D5}" srcOrd="0" destOrd="0" presId="urn:microsoft.com/office/officeart/2018/2/layout/IconVerticalSolidList"/>
    <dgm:cxn modelId="{B7B95CF6-184D-4ED2-91E1-828A76E23377}" type="presParOf" srcId="{1469B9C8-C206-4AE0-9D9B-EB96086DC7D5}" destId="{60B370CD-89B7-4E64-885D-8B145A90D52F}" srcOrd="0" destOrd="0" presId="urn:microsoft.com/office/officeart/2018/2/layout/IconVerticalSolidList"/>
    <dgm:cxn modelId="{FD428DD6-3242-4B41-8214-7B68D4D743B1}" type="presParOf" srcId="{1469B9C8-C206-4AE0-9D9B-EB96086DC7D5}" destId="{964CB5B1-E27A-4152-9FAB-EF17604C3B88}" srcOrd="1" destOrd="0" presId="urn:microsoft.com/office/officeart/2018/2/layout/IconVerticalSolidList"/>
    <dgm:cxn modelId="{4B9F6F96-DCC9-45C9-A101-CBAF9DBA4624}" type="presParOf" srcId="{1469B9C8-C206-4AE0-9D9B-EB96086DC7D5}" destId="{C0F8CC15-856C-44C5-9CB7-6F330A51F550}" srcOrd="2" destOrd="0" presId="urn:microsoft.com/office/officeart/2018/2/layout/IconVerticalSolidList"/>
    <dgm:cxn modelId="{FBFBE27F-E6F2-47E1-AA29-B03454889609}" type="presParOf" srcId="{1469B9C8-C206-4AE0-9D9B-EB96086DC7D5}" destId="{CB1BCCAC-2FB9-422C-85BD-8889356FD8B2}" srcOrd="3" destOrd="0" presId="urn:microsoft.com/office/officeart/2018/2/layout/IconVerticalSolidList"/>
    <dgm:cxn modelId="{855BCAFF-3E8A-4520-AAD9-ADF119424960}" type="presParOf" srcId="{9BCDC803-1854-40C1-849B-E4FF9DD0A02F}" destId="{FFED7976-0998-4F37-90FC-74A73639FCB7}" srcOrd="1" destOrd="0" presId="urn:microsoft.com/office/officeart/2018/2/layout/IconVerticalSolidList"/>
    <dgm:cxn modelId="{4C80A738-DFE6-4D3D-A65E-3D2EA7C0021E}" type="presParOf" srcId="{9BCDC803-1854-40C1-849B-E4FF9DD0A02F}" destId="{1B95716A-2851-4E79-BF5E-B5142D49951F}" srcOrd="2" destOrd="0" presId="urn:microsoft.com/office/officeart/2018/2/layout/IconVerticalSolidList"/>
    <dgm:cxn modelId="{1E34637F-4450-4575-A020-8086E84D89AE}" type="presParOf" srcId="{1B95716A-2851-4E79-BF5E-B5142D49951F}" destId="{20AF4748-82E5-4094-B36A-725FB28F3102}" srcOrd="0" destOrd="0" presId="urn:microsoft.com/office/officeart/2018/2/layout/IconVerticalSolidList"/>
    <dgm:cxn modelId="{F57C392E-C353-4EE2-8846-B4BD2439BA47}" type="presParOf" srcId="{1B95716A-2851-4E79-BF5E-B5142D49951F}" destId="{756A9381-88E1-4CB1-89B3-2C98C5D7441C}" srcOrd="1" destOrd="0" presId="urn:microsoft.com/office/officeart/2018/2/layout/IconVerticalSolidList"/>
    <dgm:cxn modelId="{A4DDA977-5C19-4C43-BD80-5FFA3BEA1045}" type="presParOf" srcId="{1B95716A-2851-4E79-BF5E-B5142D49951F}" destId="{917E5ED8-2C89-4D26-97F9-DC66A05BD4B7}" srcOrd="2" destOrd="0" presId="urn:microsoft.com/office/officeart/2018/2/layout/IconVerticalSolidList"/>
    <dgm:cxn modelId="{F0661AA1-68D6-49C7-8BC1-45C807C4960A}" type="presParOf" srcId="{1B95716A-2851-4E79-BF5E-B5142D49951F}" destId="{27BD6198-8843-4F2B-9E62-033F9E546D5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4894D4A2-DF57-459A-B9DF-8387B3B3E23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987D214-F387-4FD1-A7AA-00D18101706D}">
      <dgm:prSet/>
      <dgm:spPr/>
      <dgm:t>
        <a:bodyPr/>
        <a:lstStyle/>
        <a:p>
          <a:r>
            <a:rPr lang="en-MY" b="1"/>
            <a:t>Multi-Tenancy:</a:t>
          </a:r>
          <a:r>
            <a:rPr lang="en-MY"/>
            <a:t> A single instance serves multiple customers.</a:t>
          </a:r>
          <a:endParaRPr lang="en-US"/>
        </a:p>
      </dgm:t>
    </dgm:pt>
    <dgm:pt modelId="{1DF8C855-86B5-44ED-8FD5-7FFCE4B275F5}" type="parTrans" cxnId="{2E5ABF22-B3D0-4DA4-B461-27AACB107E63}">
      <dgm:prSet/>
      <dgm:spPr/>
      <dgm:t>
        <a:bodyPr/>
        <a:lstStyle/>
        <a:p>
          <a:endParaRPr lang="en-US"/>
        </a:p>
      </dgm:t>
    </dgm:pt>
    <dgm:pt modelId="{A0F301E4-FD29-427B-A5DA-F2D697053ED5}" type="sibTrans" cxnId="{2E5ABF22-B3D0-4DA4-B461-27AACB107E63}">
      <dgm:prSet/>
      <dgm:spPr/>
      <dgm:t>
        <a:bodyPr/>
        <a:lstStyle/>
        <a:p>
          <a:endParaRPr lang="en-US"/>
        </a:p>
      </dgm:t>
    </dgm:pt>
    <dgm:pt modelId="{D5AC87FE-8B08-4025-A389-E26AEA54357A}">
      <dgm:prSet/>
      <dgm:spPr/>
      <dgm:t>
        <a:bodyPr/>
        <a:lstStyle/>
        <a:p>
          <a:r>
            <a:rPr lang="en-MY" b="1"/>
            <a:t>Scalability:</a:t>
          </a:r>
          <a:r>
            <a:rPr lang="en-MY"/>
            <a:t> Can handle thousands of users without performance drop.</a:t>
          </a:r>
          <a:endParaRPr lang="en-US"/>
        </a:p>
      </dgm:t>
    </dgm:pt>
    <dgm:pt modelId="{242A9954-C5BD-44B4-9D31-5F6687EBFCEF}" type="parTrans" cxnId="{935D42A7-DEF4-4A30-8DE1-B574C7A710E9}">
      <dgm:prSet/>
      <dgm:spPr/>
      <dgm:t>
        <a:bodyPr/>
        <a:lstStyle/>
        <a:p>
          <a:endParaRPr lang="en-US"/>
        </a:p>
      </dgm:t>
    </dgm:pt>
    <dgm:pt modelId="{758E83BC-E335-4BF0-A7FD-0B1602D7B0A5}" type="sibTrans" cxnId="{935D42A7-DEF4-4A30-8DE1-B574C7A710E9}">
      <dgm:prSet/>
      <dgm:spPr/>
      <dgm:t>
        <a:bodyPr/>
        <a:lstStyle/>
        <a:p>
          <a:endParaRPr lang="en-US"/>
        </a:p>
      </dgm:t>
    </dgm:pt>
    <dgm:pt modelId="{CB0F9920-0EAA-45D0-AB4D-1D72992DC0F0}">
      <dgm:prSet/>
      <dgm:spPr/>
      <dgm:t>
        <a:bodyPr/>
        <a:lstStyle/>
        <a:p>
          <a:r>
            <a:rPr lang="en-MY" b="1"/>
            <a:t>Automatic Updates:</a:t>
          </a:r>
          <a:r>
            <a:rPr lang="en-MY"/>
            <a:t> No manual upgrades needed.</a:t>
          </a:r>
          <a:endParaRPr lang="en-US"/>
        </a:p>
      </dgm:t>
    </dgm:pt>
    <dgm:pt modelId="{025296F0-AF8C-49F6-8F5C-8C24FE0C71CC}" type="parTrans" cxnId="{9E027B94-BCD6-46F6-BA5E-0406552B5683}">
      <dgm:prSet/>
      <dgm:spPr/>
      <dgm:t>
        <a:bodyPr/>
        <a:lstStyle/>
        <a:p>
          <a:endParaRPr lang="en-US"/>
        </a:p>
      </dgm:t>
    </dgm:pt>
    <dgm:pt modelId="{3B231F6C-DB8C-4C64-998B-53F503452CDC}" type="sibTrans" cxnId="{9E027B94-BCD6-46F6-BA5E-0406552B5683}">
      <dgm:prSet/>
      <dgm:spPr/>
      <dgm:t>
        <a:bodyPr/>
        <a:lstStyle/>
        <a:p>
          <a:endParaRPr lang="en-US"/>
        </a:p>
      </dgm:t>
    </dgm:pt>
    <dgm:pt modelId="{132D05B4-4A93-4BC7-9365-AB184F2681C3}">
      <dgm:prSet/>
      <dgm:spPr/>
      <dgm:t>
        <a:bodyPr/>
        <a:lstStyle/>
        <a:p>
          <a:r>
            <a:rPr lang="en-MY" b="1"/>
            <a:t>Security &amp; Compliance:</a:t>
          </a:r>
          <a:r>
            <a:rPr lang="en-MY"/>
            <a:t> Data encryption and access control managed by the provider.</a:t>
          </a:r>
          <a:endParaRPr lang="en-US"/>
        </a:p>
      </dgm:t>
    </dgm:pt>
    <dgm:pt modelId="{7F2F2030-A32D-4D28-BE3D-0FC3B5E6280B}" type="parTrans" cxnId="{E325E755-7C06-43B9-B289-9B6C502FE3E9}">
      <dgm:prSet/>
      <dgm:spPr/>
      <dgm:t>
        <a:bodyPr/>
        <a:lstStyle/>
        <a:p>
          <a:endParaRPr lang="en-US"/>
        </a:p>
      </dgm:t>
    </dgm:pt>
    <dgm:pt modelId="{C2DCAA5E-F057-46E3-A946-C9721BAB7C04}" type="sibTrans" cxnId="{E325E755-7C06-43B9-B289-9B6C502FE3E9}">
      <dgm:prSet/>
      <dgm:spPr/>
      <dgm:t>
        <a:bodyPr/>
        <a:lstStyle/>
        <a:p>
          <a:endParaRPr lang="en-US"/>
        </a:p>
      </dgm:t>
    </dgm:pt>
    <dgm:pt modelId="{D4C88FF9-16BC-455C-A842-BFF5D3EA0A64}" type="pres">
      <dgm:prSet presAssocID="{4894D4A2-DF57-459A-B9DF-8387B3B3E230}" presName="root" presStyleCnt="0">
        <dgm:presLayoutVars>
          <dgm:dir/>
          <dgm:resizeHandles val="exact"/>
        </dgm:presLayoutVars>
      </dgm:prSet>
      <dgm:spPr/>
    </dgm:pt>
    <dgm:pt modelId="{1903ACBB-985E-4719-AF3E-864E42568616}" type="pres">
      <dgm:prSet presAssocID="{4987D214-F387-4FD1-A7AA-00D18101706D}" presName="compNode" presStyleCnt="0"/>
      <dgm:spPr/>
    </dgm:pt>
    <dgm:pt modelId="{05E015B3-BC6C-44F8-ABC7-860CBEE1DF1B}" type="pres">
      <dgm:prSet presAssocID="{4987D214-F387-4FD1-A7AA-00D18101706D}" presName="bgRect" presStyleLbl="bgShp" presStyleIdx="0" presStyleCnt="4"/>
      <dgm:spPr/>
    </dgm:pt>
    <dgm:pt modelId="{3792550E-FE8A-4F73-9363-184A9E79AA99}" type="pres">
      <dgm:prSet presAssocID="{4987D214-F387-4FD1-A7AA-00D18101706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spital"/>
        </a:ext>
      </dgm:extLst>
    </dgm:pt>
    <dgm:pt modelId="{146DD184-77D2-4D90-8AFE-C3C8C96336D4}" type="pres">
      <dgm:prSet presAssocID="{4987D214-F387-4FD1-A7AA-00D18101706D}" presName="spaceRect" presStyleCnt="0"/>
      <dgm:spPr/>
    </dgm:pt>
    <dgm:pt modelId="{899AB8BC-A171-4C45-BEDE-51DD677B1065}" type="pres">
      <dgm:prSet presAssocID="{4987D214-F387-4FD1-A7AA-00D18101706D}" presName="parTx" presStyleLbl="revTx" presStyleIdx="0" presStyleCnt="4">
        <dgm:presLayoutVars>
          <dgm:chMax val="0"/>
          <dgm:chPref val="0"/>
        </dgm:presLayoutVars>
      </dgm:prSet>
      <dgm:spPr/>
    </dgm:pt>
    <dgm:pt modelId="{387F0916-99E8-4170-A182-E9942022B4FB}" type="pres">
      <dgm:prSet presAssocID="{A0F301E4-FD29-427B-A5DA-F2D697053ED5}" presName="sibTrans" presStyleCnt="0"/>
      <dgm:spPr/>
    </dgm:pt>
    <dgm:pt modelId="{188D4E1A-A896-4D39-B9FF-6BC792BAC045}" type="pres">
      <dgm:prSet presAssocID="{D5AC87FE-8B08-4025-A389-E26AEA54357A}" presName="compNode" presStyleCnt="0"/>
      <dgm:spPr/>
    </dgm:pt>
    <dgm:pt modelId="{1BFA4C71-AAE2-41A1-AF8E-8B191FE87FAD}" type="pres">
      <dgm:prSet presAssocID="{D5AC87FE-8B08-4025-A389-E26AEA54357A}" presName="bgRect" presStyleLbl="bgShp" presStyleIdx="1" presStyleCnt="4"/>
      <dgm:spPr/>
    </dgm:pt>
    <dgm:pt modelId="{ECC41118-8832-4845-A811-74594307FF1F}" type="pres">
      <dgm:prSet presAssocID="{D5AC87FE-8B08-4025-A389-E26AEA54357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ading"/>
        </a:ext>
      </dgm:extLst>
    </dgm:pt>
    <dgm:pt modelId="{F4486BBD-CE7E-44C8-9FA2-3C9987CB3691}" type="pres">
      <dgm:prSet presAssocID="{D5AC87FE-8B08-4025-A389-E26AEA54357A}" presName="spaceRect" presStyleCnt="0"/>
      <dgm:spPr/>
    </dgm:pt>
    <dgm:pt modelId="{898B8251-6710-4862-A22B-2F96E8B918B8}" type="pres">
      <dgm:prSet presAssocID="{D5AC87FE-8B08-4025-A389-E26AEA54357A}" presName="parTx" presStyleLbl="revTx" presStyleIdx="1" presStyleCnt="4">
        <dgm:presLayoutVars>
          <dgm:chMax val="0"/>
          <dgm:chPref val="0"/>
        </dgm:presLayoutVars>
      </dgm:prSet>
      <dgm:spPr/>
    </dgm:pt>
    <dgm:pt modelId="{AD19E09E-E3A7-49CD-BA6B-3AA87AA46D55}" type="pres">
      <dgm:prSet presAssocID="{758E83BC-E335-4BF0-A7FD-0B1602D7B0A5}" presName="sibTrans" presStyleCnt="0"/>
      <dgm:spPr/>
    </dgm:pt>
    <dgm:pt modelId="{C82BCB5F-FCC1-492B-B556-5773467A089C}" type="pres">
      <dgm:prSet presAssocID="{CB0F9920-0EAA-45D0-AB4D-1D72992DC0F0}" presName="compNode" presStyleCnt="0"/>
      <dgm:spPr/>
    </dgm:pt>
    <dgm:pt modelId="{7F602CD6-3730-4C19-A9F3-F38B8F120ADF}" type="pres">
      <dgm:prSet presAssocID="{CB0F9920-0EAA-45D0-AB4D-1D72992DC0F0}" presName="bgRect" presStyleLbl="bgShp" presStyleIdx="2" presStyleCnt="4"/>
      <dgm:spPr/>
    </dgm:pt>
    <dgm:pt modelId="{EC161A61-E33A-482D-99D8-A70170F08085}" type="pres">
      <dgm:prSet presAssocID="{CB0F9920-0EAA-45D0-AB4D-1D72992DC0F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541DB22B-DA1C-4F10-946A-8C601E680A5F}" type="pres">
      <dgm:prSet presAssocID="{CB0F9920-0EAA-45D0-AB4D-1D72992DC0F0}" presName="spaceRect" presStyleCnt="0"/>
      <dgm:spPr/>
    </dgm:pt>
    <dgm:pt modelId="{5A49AE6B-4718-432C-8822-967808EFED73}" type="pres">
      <dgm:prSet presAssocID="{CB0F9920-0EAA-45D0-AB4D-1D72992DC0F0}" presName="parTx" presStyleLbl="revTx" presStyleIdx="2" presStyleCnt="4">
        <dgm:presLayoutVars>
          <dgm:chMax val="0"/>
          <dgm:chPref val="0"/>
        </dgm:presLayoutVars>
      </dgm:prSet>
      <dgm:spPr/>
    </dgm:pt>
    <dgm:pt modelId="{F0B5CF98-CC25-4987-8D70-660E6B19C9C0}" type="pres">
      <dgm:prSet presAssocID="{3B231F6C-DB8C-4C64-998B-53F503452CDC}" presName="sibTrans" presStyleCnt="0"/>
      <dgm:spPr/>
    </dgm:pt>
    <dgm:pt modelId="{C12E3B53-9756-4B09-82A4-0AFFE3EB3C0A}" type="pres">
      <dgm:prSet presAssocID="{132D05B4-4A93-4BC7-9365-AB184F2681C3}" presName="compNode" presStyleCnt="0"/>
      <dgm:spPr/>
    </dgm:pt>
    <dgm:pt modelId="{00A1154F-C4FE-4979-89D1-861E986257FE}" type="pres">
      <dgm:prSet presAssocID="{132D05B4-4A93-4BC7-9365-AB184F2681C3}" presName="bgRect" presStyleLbl="bgShp" presStyleIdx="3" presStyleCnt="4"/>
      <dgm:spPr/>
    </dgm:pt>
    <dgm:pt modelId="{DB805985-F543-4E14-A267-A4F79951565B}" type="pres">
      <dgm:prSet presAssocID="{132D05B4-4A93-4BC7-9365-AB184F2681C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290D1CFF-B891-4B2D-A301-AB214D75BAB3}" type="pres">
      <dgm:prSet presAssocID="{132D05B4-4A93-4BC7-9365-AB184F2681C3}" presName="spaceRect" presStyleCnt="0"/>
      <dgm:spPr/>
    </dgm:pt>
    <dgm:pt modelId="{D031CDE0-91E8-4E79-A703-FE33ACE8C2D7}" type="pres">
      <dgm:prSet presAssocID="{132D05B4-4A93-4BC7-9365-AB184F2681C3}" presName="parTx" presStyleLbl="revTx" presStyleIdx="3" presStyleCnt="4">
        <dgm:presLayoutVars>
          <dgm:chMax val="0"/>
          <dgm:chPref val="0"/>
        </dgm:presLayoutVars>
      </dgm:prSet>
      <dgm:spPr/>
    </dgm:pt>
  </dgm:ptLst>
  <dgm:cxnLst>
    <dgm:cxn modelId="{2E5ABF22-B3D0-4DA4-B461-27AACB107E63}" srcId="{4894D4A2-DF57-459A-B9DF-8387B3B3E230}" destId="{4987D214-F387-4FD1-A7AA-00D18101706D}" srcOrd="0" destOrd="0" parTransId="{1DF8C855-86B5-44ED-8FD5-7FFCE4B275F5}" sibTransId="{A0F301E4-FD29-427B-A5DA-F2D697053ED5}"/>
    <dgm:cxn modelId="{E325E755-7C06-43B9-B289-9B6C502FE3E9}" srcId="{4894D4A2-DF57-459A-B9DF-8387B3B3E230}" destId="{132D05B4-4A93-4BC7-9365-AB184F2681C3}" srcOrd="3" destOrd="0" parTransId="{7F2F2030-A32D-4D28-BE3D-0FC3B5E6280B}" sibTransId="{C2DCAA5E-F057-46E3-A946-C9721BAB7C04}"/>
    <dgm:cxn modelId="{A1719693-496D-46B4-BFBD-8CA5DFE6658E}" type="presOf" srcId="{132D05B4-4A93-4BC7-9365-AB184F2681C3}" destId="{D031CDE0-91E8-4E79-A703-FE33ACE8C2D7}" srcOrd="0" destOrd="0" presId="urn:microsoft.com/office/officeart/2018/2/layout/IconVerticalSolidList"/>
    <dgm:cxn modelId="{9E027B94-BCD6-46F6-BA5E-0406552B5683}" srcId="{4894D4A2-DF57-459A-B9DF-8387B3B3E230}" destId="{CB0F9920-0EAA-45D0-AB4D-1D72992DC0F0}" srcOrd="2" destOrd="0" parTransId="{025296F0-AF8C-49F6-8F5C-8C24FE0C71CC}" sibTransId="{3B231F6C-DB8C-4C64-998B-53F503452CDC}"/>
    <dgm:cxn modelId="{1F26CCA5-3997-4A67-856D-DE0167DDBC92}" type="presOf" srcId="{4987D214-F387-4FD1-A7AA-00D18101706D}" destId="{899AB8BC-A171-4C45-BEDE-51DD677B1065}" srcOrd="0" destOrd="0" presId="urn:microsoft.com/office/officeart/2018/2/layout/IconVerticalSolidList"/>
    <dgm:cxn modelId="{935D42A7-DEF4-4A30-8DE1-B574C7A710E9}" srcId="{4894D4A2-DF57-459A-B9DF-8387B3B3E230}" destId="{D5AC87FE-8B08-4025-A389-E26AEA54357A}" srcOrd="1" destOrd="0" parTransId="{242A9954-C5BD-44B4-9D31-5F6687EBFCEF}" sibTransId="{758E83BC-E335-4BF0-A7FD-0B1602D7B0A5}"/>
    <dgm:cxn modelId="{5A54D8E4-F130-442C-8A50-DFD2235679E7}" type="presOf" srcId="{4894D4A2-DF57-459A-B9DF-8387B3B3E230}" destId="{D4C88FF9-16BC-455C-A842-BFF5D3EA0A64}" srcOrd="0" destOrd="0" presId="urn:microsoft.com/office/officeart/2018/2/layout/IconVerticalSolidList"/>
    <dgm:cxn modelId="{CA6610F9-ECAF-4724-9180-4F6D7A972BEA}" type="presOf" srcId="{D5AC87FE-8B08-4025-A389-E26AEA54357A}" destId="{898B8251-6710-4862-A22B-2F96E8B918B8}" srcOrd="0" destOrd="0" presId="urn:microsoft.com/office/officeart/2018/2/layout/IconVerticalSolidList"/>
    <dgm:cxn modelId="{E39A18FB-1FBB-4DD9-A825-45CD7547ECF1}" type="presOf" srcId="{CB0F9920-0EAA-45D0-AB4D-1D72992DC0F0}" destId="{5A49AE6B-4718-432C-8822-967808EFED73}" srcOrd="0" destOrd="0" presId="urn:microsoft.com/office/officeart/2018/2/layout/IconVerticalSolidList"/>
    <dgm:cxn modelId="{7A06F5C6-CBAC-45A4-90A7-FAF0DB81BEAB}" type="presParOf" srcId="{D4C88FF9-16BC-455C-A842-BFF5D3EA0A64}" destId="{1903ACBB-985E-4719-AF3E-864E42568616}" srcOrd="0" destOrd="0" presId="urn:microsoft.com/office/officeart/2018/2/layout/IconVerticalSolidList"/>
    <dgm:cxn modelId="{DFEF7294-F21C-4604-BE06-BC2BCE1F538A}" type="presParOf" srcId="{1903ACBB-985E-4719-AF3E-864E42568616}" destId="{05E015B3-BC6C-44F8-ABC7-860CBEE1DF1B}" srcOrd="0" destOrd="0" presId="urn:microsoft.com/office/officeart/2018/2/layout/IconVerticalSolidList"/>
    <dgm:cxn modelId="{DC11B207-1C5D-4EB8-AD2D-BB43FA0CF08F}" type="presParOf" srcId="{1903ACBB-985E-4719-AF3E-864E42568616}" destId="{3792550E-FE8A-4F73-9363-184A9E79AA99}" srcOrd="1" destOrd="0" presId="urn:microsoft.com/office/officeart/2018/2/layout/IconVerticalSolidList"/>
    <dgm:cxn modelId="{019CE701-7A1E-4795-8112-7E88401C2469}" type="presParOf" srcId="{1903ACBB-985E-4719-AF3E-864E42568616}" destId="{146DD184-77D2-4D90-8AFE-C3C8C96336D4}" srcOrd="2" destOrd="0" presId="urn:microsoft.com/office/officeart/2018/2/layout/IconVerticalSolidList"/>
    <dgm:cxn modelId="{CE1205BF-6D47-4178-BEEA-373AB1ED9E1B}" type="presParOf" srcId="{1903ACBB-985E-4719-AF3E-864E42568616}" destId="{899AB8BC-A171-4C45-BEDE-51DD677B1065}" srcOrd="3" destOrd="0" presId="urn:microsoft.com/office/officeart/2018/2/layout/IconVerticalSolidList"/>
    <dgm:cxn modelId="{58979DF8-78AE-4E3B-A7B3-22F26BD9C772}" type="presParOf" srcId="{D4C88FF9-16BC-455C-A842-BFF5D3EA0A64}" destId="{387F0916-99E8-4170-A182-E9942022B4FB}" srcOrd="1" destOrd="0" presId="urn:microsoft.com/office/officeart/2018/2/layout/IconVerticalSolidList"/>
    <dgm:cxn modelId="{746813C1-1D4D-4B52-91D6-C787064AB278}" type="presParOf" srcId="{D4C88FF9-16BC-455C-A842-BFF5D3EA0A64}" destId="{188D4E1A-A896-4D39-B9FF-6BC792BAC045}" srcOrd="2" destOrd="0" presId="urn:microsoft.com/office/officeart/2018/2/layout/IconVerticalSolidList"/>
    <dgm:cxn modelId="{2981C038-787F-40FC-A8E1-1F5C5C195D0C}" type="presParOf" srcId="{188D4E1A-A896-4D39-B9FF-6BC792BAC045}" destId="{1BFA4C71-AAE2-41A1-AF8E-8B191FE87FAD}" srcOrd="0" destOrd="0" presId="urn:microsoft.com/office/officeart/2018/2/layout/IconVerticalSolidList"/>
    <dgm:cxn modelId="{B28774A9-653C-431E-8C69-A4596CCD4D65}" type="presParOf" srcId="{188D4E1A-A896-4D39-B9FF-6BC792BAC045}" destId="{ECC41118-8832-4845-A811-74594307FF1F}" srcOrd="1" destOrd="0" presId="urn:microsoft.com/office/officeart/2018/2/layout/IconVerticalSolidList"/>
    <dgm:cxn modelId="{A2C7A758-852A-4457-8FDD-EFBBC4064A06}" type="presParOf" srcId="{188D4E1A-A896-4D39-B9FF-6BC792BAC045}" destId="{F4486BBD-CE7E-44C8-9FA2-3C9987CB3691}" srcOrd="2" destOrd="0" presId="urn:microsoft.com/office/officeart/2018/2/layout/IconVerticalSolidList"/>
    <dgm:cxn modelId="{9D268AF9-9524-405D-A110-5D84558C947C}" type="presParOf" srcId="{188D4E1A-A896-4D39-B9FF-6BC792BAC045}" destId="{898B8251-6710-4862-A22B-2F96E8B918B8}" srcOrd="3" destOrd="0" presId="urn:microsoft.com/office/officeart/2018/2/layout/IconVerticalSolidList"/>
    <dgm:cxn modelId="{4CDC1605-5D5A-4CBD-8F72-36345610581F}" type="presParOf" srcId="{D4C88FF9-16BC-455C-A842-BFF5D3EA0A64}" destId="{AD19E09E-E3A7-49CD-BA6B-3AA87AA46D55}" srcOrd="3" destOrd="0" presId="urn:microsoft.com/office/officeart/2018/2/layout/IconVerticalSolidList"/>
    <dgm:cxn modelId="{2BD707B2-AEF4-4C08-B0B1-C5D0F6ED105E}" type="presParOf" srcId="{D4C88FF9-16BC-455C-A842-BFF5D3EA0A64}" destId="{C82BCB5F-FCC1-492B-B556-5773467A089C}" srcOrd="4" destOrd="0" presId="urn:microsoft.com/office/officeart/2018/2/layout/IconVerticalSolidList"/>
    <dgm:cxn modelId="{CFBCBA4B-E338-4BE6-BA45-EE36D2FF2174}" type="presParOf" srcId="{C82BCB5F-FCC1-492B-B556-5773467A089C}" destId="{7F602CD6-3730-4C19-A9F3-F38B8F120ADF}" srcOrd="0" destOrd="0" presId="urn:microsoft.com/office/officeart/2018/2/layout/IconVerticalSolidList"/>
    <dgm:cxn modelId="{BCD74BC8-BC6D-407A-851B-16CD2AA05111}" type="presParOf" srcId="{C82BCB5F-FCC1-492B-B556-5773467A089C}" destId="{EC161A61-E33A-482D-99D8-A70170F08085}" srcOrd="1" destOrd="0" presId="urn:microsoft.com/office/officeart/2018/2/layout/IconVerticalSolidList"/>
    <dgm:cxn modelId="{0EEA8A89-7662-4EEC-9942-D7C97AC6F263}" type="presParOf" srcId="{C82BCB5F-FCC1-492B-B556-5773467A089C}" destId="{541DB22B-DA1C-4F10-946A-8C601E680A5F}" srcOrd="2" destOrd="0" presId="urn:microsoft.com/office/officeart/2018/2/layout/IconVerticalSolidList"/>
    <dgm:cxn modelId="{143882F5-F911-4046-B7AF-4A722EB4F51E}" type="presParOf" srcId="{C82BCB5F-FCC1-492B-B556-5773467A089C}" destId="{5A49AE6B-4718-432C-8822-967808EFED73}" srcOrd="3" destOrd="0" presId="urn:microsoft.com/office/officeart/2018/2/layout/IconVerticalSolidList"/>
    <dgm:cxn modelId="{895AE938-5C43-4B6A-A036-9BF0D63643DA}" type="presParOf" srcId="{D4C88FF9-16BC-455C-A842-BFF5D3EA0A64}" destId="{F0B5CF98-CC25-4987-8D70-660E6B19C9C0}" srcOrd="5" destOrd="0" presId="urn:microsoft.com/office/officeart/2018/2/layout/IconVerticalSolidList"/>
    <dgm:cxn modelId="{F3F45755-D30E-491F-962D-683E95F47079}" type="presParOf" srcId="{D4C88FF9-16BC-455C-A842-BFF5D3EA0A64}" destId="{C12E3B53-9756-4B09-82A4-0AFFE3EB3C0A}" srcOrd="6" destOrd="0" presId="urn:microsoft.com/office/officeart/2018/2/layout/IconVerticalSolidList"/>
    <dgm:cxn modelId="{6CBA74D0-6ABD-4E49-9522-EC67205185FE}" type="presParOf" srcId="{C12E3B53-9756-4B09-82A4-0AFFE3EB3C0A}" destId="{00A1154F-C4FE-4979-89D1-861E986257FE}" srcOrd="0" destOrd="0" presId="urn:microsoft.com/office/officeart/2018/2/layout/IconVerticalSolidList"/>
    <dgm:cxn modelId="{947D7F70-ADCE-47B1-840C-00AAF296774D}" type="presParOf" srcId="{C12E3B53-9756-4B09-82A4-0AFFE3EB3C0A}" destId="{DB805985-F543-4E14-A267-A4F79951565B}" srcOrd="1" destOrd="0" presId="urn:microsoft.com/office/officeart/2018/2/layout/IconVerticalSolidList"/>
    <dgm:cxn modelId="{77B52E92-34D4-4DE7-A1B7-C40A25477685}" type="presParOf" srcId="{C12E3B53-9756-4B09-82A4-0AFFE3EB3C0A}" destId="{290D1CFF-B891-4B2D-A301-AB214D75BAB3}" srcOrd="2" destOrd="0" presId="urn:microsoft.com/office/officeart/2018/2/layout/IconVerticalSolidList"/>
    <dgm:cxn modelId="{09C72572-9CBC-4B81-8EF6-65D081BD1027}" type="presParOf" srcId="{C12E3B53-9756-4B09-82A4-0AFFE3EB3C0A}" destId="{D031CDE0-91E8-4E79-A703-FE33ACE8C2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ACF4EB7B-7726-460C-841B-1F9CB39394C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FE0B013-8711-470B-8477-A8499580931E}">
      <dgm:prSet/>
      <dgm:spPr/>
      <dgm:t>
        <a:bodyPr/>
        <a:lstStyle/>
        <a:p>
          <a:r>
            <a:rPr lang="en-MY" b="1"/>
            <a:t>Cost-Effective:</a:t>
          </a:r>
          <a:r>
            <a:rPr lang="en-MY"/>
            <a:t> No upfront software purchase.</a:t>
          </a:r>
          <a:endParaRPr lang="en-US"/>
        </a:p>
      </dgm:t>
    </dgm:pt>
    <dgm:pt modelId="{4518ADE6-2882-4997-98BE-C38A2DF0F931}" type="parTrans" cxnId="{2620E3CA-AF4D-4AB0-AE70-DA4EE9D33017}">
      <dgm:prSet/>
      <dgm:spPr/>
      <dgm:t>
        <a:bodyPr/>
        <a:lstStyle/>
        <a:p>
          <a:endParaRPr lang="en-US"/>
        </a:p>
      </dgm:t>
    </dgm:pt>
    <dgm:pt modelId="{2643955B-A86A-4398-9495-1067CB6D8772}" type="sibTrans" cxnId="{2620E3CA-AF4D-4AB0-AE70-DA4EE9D33017}">
      <dgm:prSet/>
      <dgm:spPr/>
      <dgm:t>
        <a:bodyPr/>
        <a:lstStyle/>
        <a:p>
          <a:endParaRPr lang="en-US"/>
        </a:p>
      </dgm:t>
    </dgm:pt>
    <dgm:pt modelId="{6AF537E8-4956-4EA3-85B9-EB4B27030A62}">
      <dgm:prSet/>
      <dgm:spPr/>
      <dgm:t>
        <a:bodyPr/>
        <a:lstStyle/>
        <a:p>
          <a:r>
            <a:rPr lang="en-MY" b="1"/>
            <a:t>Accessibility:</a:t>
          </a:r>
          <a:r>
            <a:rPr lang="en-MY"/>
            <a:t> Use from any device, anywhere.</a:t>
          </a:r>
          <a:endParaRPr lang="en-US"/>
        </a:p>
      </dgm:t>
    </dgm:pt>
    <dgm:pt modelId="{E825621C-B7A5-4BBB-A393-0081D8A6F8A8}" type="parTrans" cxnId="{F790CD1F-3400-485B-8E0E-6A5C5C8B9CEE}">
      <dgm:prSet/>
      <dgm:spPr/>
      <dgm:t>
        <a:bodyPr/>
        <a:lstStyle/>
        <a:p>
          <a:endParaRPr lang="en-US"/>
        </a:p>
      </dgm:t>
    </dgm:pt>
    <dgm:pt modelId="{C1520136-7B66-4E55-BD45-CDE77299BB8C}" type="sibTrans" cxnId="{F790CD1F-3400-485B-8E0E-6A5C5C8B9CEE}">
      <dgm:prSet/>
      <dgm:spPr/>
      <dgm:t>
        <a:bodyPr/>
        <a:lstStyle/>
        <a:p>
          <a:endParaRPr lang="en-US"/>
        </a:p>
      </dgm:t>
    </dgm:pt>
    <dgm:pt modelId="{DEBC4402-5B5F-4206-B93F-785EE8D34972}">
      <dgm:prSet/>
      <dgm:spPr/>
      <dgm:t>
        <a:bodyPr/>
        <a:lstStyle/>
        <a:p>
          <a:r>
            <a:rPr lang="en-MY" b="1"/>
            <a:t>Scalability:</a:t>
          </a:r>
          <a:r>
            <a:rPr lang="en-MY"/>
            <a:t> Grow or shrink user base easily.</a:t>
          </a:r>
          <a:endParaRPr lang="en-US"/>
        </a:p>
      </dgm:t>
    </dgm:pt>
    <dgm:pt modelId="{50E86CA6-578D-450E-8BAB-9184ABBDF3B7}" type="parTrans" cxnId="{CA8C616E-6446-4890-9C26-7AA8B60F28FF}">
      <dgm:prSet/>
      <dgm:spPr/>
      <dgm:t>
        <a:bodyPr/>
        <a:lstStyle/>
        <a:p>
          <a:endParaRPr lang="en-US"/>
        </a:p>
      </dgm:t>
    </dgm:pt>
    <dgm:pt modelId="{4B8129A1-D92C-4AFA-9B92-5E6C8A0BDDED}" type="sibTrans" cxnId="{CA8C616E-6446-4890-9C26-7AA8B60F28FF}">
      <dgm:prSet/>
      <dgm:spPr/>
      <dgm:t>
        <a:bodyPr/>
        <a:lstStyle/>
        <a:p>
          <a:endParaRPr lang="en-US"/>
        </a:p>
      </dgm:t>
    </dgm:pt>
    <dgm:pt modelId="{708667F9-023B-4233-91A5-42CE54BD160C}">
      <dgm:prSet/>
      <dgm:spPr/>
      <dgm:t>
        <a:bodyPr/>
        <a:lstStyle/>
        <a:p>
          <a:r>
            <a:rPr lang="en-MY" b="1"/>
            <a:t>Security:</a:t>
          </a:r>
          <a:r>
            <a:rPr lang="en-MY"/>
            <a:t> Handled by professionals.</a:t>
          </a:r>
          <a:endParaRPr lang="en-US"/>
        </a:p>
      </dgm:t>
    </dgm:pt>
    <dgm:pt modelId="{DE1E63A7-C944-4838-AB5B-EC17D72FC427}" type="parTrans" cxnId="{114FF2BA-BBCB-4A52-A6F9-5EF5E879A491}">
      <dgm:prSet/>
      <dgm:spPr/>
      <dgm:t>
        <a:bodyPr/>
        <a:lstStyle/>
        <a:p>
          <a:endParaRPr lang="en-US"/>
        </a:p>
      </dgm:t>
    </dgm:pt>
    <dgm:pt modelId="{FA0CC2F0-2685-434A-BF9E-AB99470A0C75}" type="sibTrans" cxnId="{114FF2BA-BBCB-4A52-A6F9-5EF5E879A491}">
      <dgm:prSet/>
      <dgm:spPr/>
      <dgm:t>
        <a:bodyPr/>
        <a:lstStyle/>
        <a:p>
          <a:endParaRPr lang="en-US"/>
        </a:p>
      </dgm:t>
    </dgm:pt>
    <dgm:pt modelId="{70EDD358-1D1E-4BA0-8EFD-CE27036B7D11}">
      <dgm:prSet/>
      <dgm:spPr/>
      <dgm:t>
        <a:bodyPr/>
        <a:lstStyle/>
        <a:p>
          <a:r>
            <a:rPr lang="en-MY" b="1"/>
            <a:t>No Maintenance:</a:t>
          </a:r>
          <a:r>
            <a:rPr lang="en-MY"/>
            <a:t> No need to update or patch software.</a:t>
          </a:r>
          <a:endParaRPr lang="en-US"/>
        </a:p>
      </dgm:t>
    </dgm:pt>
    <dgm:pt modelId="{E0B37979-E132-4F91-ABDF-98F59233AC1C}" type="parTrans" cxnId="{53F21625-6120-4A09-9472-2EDA3085A120}">
      <dgm:prSet/>
      <dgm:spPr/>
      <dgm:t>
        <a:bodyPr/>
        <a:lstStyle/>
        <a:p>
          <a:endParaRPr lang="en-US"/>
        </a:p>
      </dgm:t>
    </dgm:pt>
    <dgm:pt modelId="{757A91F0-F62B-43F7-80ED-6D24A76816B6}" type="sibTrans" cxnId="{53F21625-6120-4A09-9472-2EDA3085A120}">
      <dgm:prSet/>
      <dgm:spPr/>
      <dgm:t>
        <a:bodyPr/>
        <a:lstStyle/>
        <a:p>
          <a:endParaRPr lang="en-US"/>
        </a:p>
      </dgm:t>
    </dgm:pt>
    <dgm:pt modelId="{819622E2-C042-0849-9595-A4C7F04AA32C}" type="pres">
      <dgm:prSet presAssocID="{ACF4EB7B-7726-460C-841B-1F9CB39394C0}" presName="linear" presStyleCnt="0">
        <dgm:presLayoutVars>
          <dgm:animLvl val="lvl"/>
          <dgm:resizeHandles val="exact"/>
        </dgm:presLayoutVars>
      </dgm:prSet>
      <dgm:spPr/>
    </dgm:pt>
    <dgm:pt modelId="{8251E0F2-2496-7241-B733-6286EFB6DB2D}" type="pres">
      <dgm:prSet presAssocID="{2FE0B013-8711-470B-8477-A8499580931E}" presName="parentText" presStyleLbl="node1" presStyleIdx="0" presStyleCnt="5">
        <dgm:presLayoutVars>
          <dgm:chMax val="0"/>
          <dgm:bulletEnabled val="1"/>
        </dgm:presLayoutVars>
      </dgm:prSet>
      <dgm:spPr/>
    </dgm:pt>
    <dgm:pt modelId="{0097D41F-B2E6-AC47-9ECC-C497468C0C54}" type="pres">
      <dgm:prSet presAssocID="{2643955B-A86A-4398-9495-1067CB6D8772}" presName="spacer" presStyleCnt="0"/>
      <dgm:spPr/>
    </dgm:pt>
    <dgm:pt modelId="{1288F790-02A7-0342-BBC5-58E8B40D2D3D}" type="pres">
      <dgm:prSet presAssocID="{6AF537E8-4956-4EA3-85B9-EB4B27030A62}" presName="parentText" presStyleLbl="node1" presStyleIdx="1" presStyleCnt="5">
        <dgm:presLayoutVars>
          <dgm:chMax val="0"/>
          <dgm:bulletEnabled val="1"/>
        </dgm:presLayoutVars>
      </dgm:prSet>
      <dgm:spPr/>
    </dgm:pt>
    <dgm:pt modelId="{81E0E2D7-8805-834A-A25B-0990F9FEE93F}" type="pres">
      <dgm:prSet presAssocID="{C1520136-7B66-4E55-BD45-CDE77299BB8C}" presName="spacer" presStyleCnt="0"/>
      <dgm:spPr/>
    </dgm:pt>
    <dgm:pt modelId="{1B8D5800-1211-6848-A53E-4DD21C637436}" type="pres">
      <dgm:prSet presAssocID="{DEBC4402-5B5F-4206-B93F-785EE8D34972}" presName="parentText" presStyleLbl="node1" presStyleIdx="2" presStyleCnt="5">
        <dgm:presLayoutVars>
          <dgm:chMax val="0"/>
          <dgm:bulletEnabled val="1"/>
        </dgm:presLayoutVars>
      </dgm:prSet>
      <dgm:spPr/>
    </dgm:pt>
    <dgm:pt modelId="{8114B4E2-B8A6-014F-BCF3-B66892892B54}" type="pres">
      <dgm:prSet presAssocID="{4B8129A1-D92C-4AFA-9B92-5E6C8A0BDDED}" presName="spacer" presStyleCnt="0"/>
      <dgm:spPr/>
    </dgm:pt>
    <dgm:pt modelId="{660F5C0B-6B2E-F844-ADAA-8EE9F51B07BD}" type="pres">
      <dgm:prSet presAssocID="{708667F9-023B-4233-91A5-42CE54BD160C}" presName="parentText" presStyleLbl="node1" presStyleIdx="3" presStyleCnt="5">
        <dgm:presLayoutVars>
          <dgm:chMax val="0"/>
          <dgm:bulletEnabled val="1"/>
        </dgm:presLayoutVars>
      </dgm:prSet>
      <dgm:spPr/>
    </dgm:pt>
    <dgm:pt modelId="{2CB3486D-10F0-B441-9E4A-7F259F3667F5}" type="pres">
      <dgm:prSet presAssocID="{FA0CC2F0-2685-434A-BF9E-AB99470A0C75}" presName="spacer" presStyleCnt="0"/>
      <dgm:spPr/>
    </dgm:pt>
    <dgm:pt modelId="{F016ECA1-8FBB-D74E-A4F8-BFECE31BB948}" type="pres">
      <dgm:prSet presAssocID="{70EDD358-1D1E-4BA0-8EFD-CE27036B7D11}" presName="parentText" presStyleLbl="node1" presStyleIdx="4" presStyleCnt="5">
        <dgm:presLayoutVars>
          <dgm:chMax val="0"/>
          <dgm:bulletEnabled val="1"/>
        </dgm:presLayoutVars>
      </dgm:prSet>
      <dgm:spPr/>
    </dgm:pt>
  </dgm:ptLst>
  <dgm:cxnLst>
    <dgm:cxn modelId="{9A9BE813-93DF-EE4E-90D6-DAB1C6BD4F76}" type="presOf" srcId="{ACF4EB7B-7726-460C-841B-1F9CB39394C0}" destId="{819622E2-C042-0849-9595-A4C7F04AA32C}" srcOrd="0" destOrd="0" presId="urn:microsoft.com/office/officeart/2005/8/layout/vList2"/>
    <dgm:cxn modelId="{F790CD1F-3400-485B-8E0E-6A5C5C8B9CEE}" srcId="{ACF4EB7B-7726-460C-841B-1F9CB39394C0}" destId="{6AF537E8-4956-4EA3-85B9-EB4B27030A62}" srcOrd="1" destOrd="0" parTransId="{E825621C-B7A5-4BBB-A393-0081D8A6F8A8}" sibTransId="{C1520136-7B66-4E55-BD45-CDE77299BB8C}"/>
    <dgm:cxn modelId="{53F21625-6120-4A09-9472-2EDA3085A120}" srcId="{ACF4EB7B-7726-460C-841B-1F9CB39394C0}" destId="{70EDD358-1D1E-4BA0-8EFD-CE27036B7D11}" srcOrd="4" destOrd="0" parTransId="{E0B37979-E132-4F91-ABDF-98F59233AC1C}" sibTransId="{757A91F0-F62B-43F7-80ED-6D24A76816B6}"/>
    <dgm:cxn modelId="{0C317832-6024-3044-8D08-3816FA38C678}" type="presOf" srcId="{2FE0B013-8711-470B-8477-A8499580931E}" destId="{8251E0F2-2496-7241-B733-6286EFB6DB2D}" srcOrd="0" destOrd="0" presId="urn:microsoft.com/office/officeart/2005/8/layout/vList2"/>
    <dgm:cxn modelId="{CA8C616E-6446-4890-9C26-7AA8B60F28FF}" srcId="{ACF4EB7B-7726-460C-841B-1F9CB39394C0}" destId="{DEBC4402-5B5F-4206-B93F-785EE8D34972}" srcOrd="2" destOrd="0" parTransId="{50E86CA6-578D-450E-8BAB-9184ABBDF3B7}" sibTransId="{4B8129A1-D92C-4AFA-9B92-5E6C8A0BDDED}"/>
    <dgm:cxn modelId="{9D961775-0B4B-FF4B-83F3-9B45347EAD9F}" type="presOf" srcId="{DEBC4402-5B5F-4206-B93F-785EE8D34972}" destId="{1B8D5800-1211-6848-A53E-4DD21C637436}" srcOrd="0" destOrd="0" presId="urn:microsoft.com/office/officeart/2005/8/layout/vList2"/>
    <dgm:cxn modelId="{114FF2BA-BBCB-4A52-A6F9-5EF5E879A491}" srcId="{ACF4EB7B-7726-460C-841B-1F9CB39394C0}" destId="{708667F9-023B-4233-91A5-42CE54BD160C}" srcOrd="3" destOrd="0" parTransId="{DE1E63A7-C944-4838-AB5B-EC17D72FC427}" sibTransId="{FA0CC2F0-2685-434A-BF9E-AB99470A0C75}"/>
    <dgm:cxn modelId="{8AD2EBBB-362C-F54C-935F-977D74581371}" type="presOf" srcId="{6AF537E8-4956-4EA3-85B9-EB4B27030A62}" destId="{1288F790-02A7-0342-BBC5-58E8B40D2D3D}" srcOrd="0" destOrd="0" presId="urn:microsoft.com/office/officeart/2005/8/layout/vList2"/>
    <dgm:cxn modelId="{53577CBE-8CE8-804F-8084-2154F4497280}" type="presOf" srcId="{708667F9-023B-4233-91A5-42CE54BD160C}" destId="{660F5C0B-6B2E-F844-ADAA-8EE9F51B07BD}" srcOrd="0" destOrd="0" presId="urn:microsoft.com/office/officeart/2005/8/layout/vList2"/>
    <dgm:cxn modelId="{2620E3CA-AF4D-4AB0-AE70-DA4EE9D33017}" srcId="{ACF4EB7B-7726-460C-841B-1F9CB39394C0}" destId="{2FE0B013-8711-470B-8477-A8499580931E}" srcOrd="0" destOrd="0" parTransId="{4518ADE6-2882-4997-98BE-C38A2DF0F931}" sibTransId="{2643955B-A86A-4398-9495-1067CB6D8772}"/>
    <dgm:cxn modelId="{3972E7EC-7CF1-E644-ACAB-5052AB0AF1EB}" type="presOf" srcId="{70EDD358-1D1E-4BA0-8EFD-CE27036B7D11}" destId="{F016ECA1-8FBB-D74E-A4F8-BFECE31BB948}" srcOrd="0" destOrd="0" presId="urn:microsoft.com/office/officeart/2005/8/layout/vList2"/>
    <dgm:cxn modelId="{7FC7F521-D325-BF40-9435-34271CE6086E}" type="presParOf" srcId="{819622E2-C042-0849-9595-A4C7F04AA32C}" destId="{8251E0F2-2496-7241-B733-6286EFB6DB2D}" srcOrd="0" destOrd="0" presId="urn:microsoft.com/office/officeart/2005/8/layout/vList2"/>
    <dgm:cxn modelId="{0B31E90D-1CC0-494C-9FDD-A918B845827F}" type="presParOf" srcId="{819622E2-C042-0849-9595-A4C7F04AA32C}" destId="{0097D41F-B2E6-AC47-9ECC-C497468C0C54}" srcOrd="1" destOrd="0" presId="urn:microsoft.com/office/officeart/2005/8/layout/vList2"/>
    <dgm:cxn modelId="{1BD4BDBC-A58A-2C4D-82EA-75DB72E42BAE}" type="presParOf" srcId="{819622E2-C042-0849-9595-A4C7F04AA32C}" destId="{1288F790-02A7-0342-BBC5-58E8B40D2D3D}" srcOrd="2" destOrd="0" presId="urn:microsoft.com/office/officeart/2005/8/layout/vList2"/>
    <dgm:cxn modelId="{37A9CB0A-020E-D946-80C1-C863A80833DF}" type="presParOf" srcId="{819622E2-C042-0849-9595-A4C7F04AA32C}" destId="{81E0E2D7-8805-834A-A25B-0990F9FEE93F}" srcOrd="3" destOrd="0" presId="urn:microsoft.com/office/officeart/2005/8/layout/vList2"/>
    <dgm:cxn modelId="{C8F215E8-F525-964D-9539-1CFF548FA28F}" type="presParOf" srcId="{819622E2-C042-0849-9595-A4C7F04AA32C}" destId="{1B8D5800-1211-6848-A53E-4DD21C637436}" srcOrd="4" destOrd="0" presId="urn:microsoft.com/office/officeart/2005/8/layout/vList2"/>
    <dgm:cxn modelId="{D6CB4731-B1DC-6C42-832C-B70BBF8C0CA4}" type="presParOf" srcId="{819622E2-C042-0849-9595-A4C7F04AA32C}" destId="{8114B4E2-B8A6-014F-BCF3-B66892892B54}" srcOrd="5" destOrd="0" presId="urn:microsoft.com/office/officeart/2005/8/layout/vList2"/>
    <dgm:cxn modelId="{782C94D1-E4E7-AE43-AE72-3B9A2A3649F0}" type="presParOf" srcId="{819622E2-C042-0849-9595-A4C7F04AA32C}" destId="{660F5C0B-6B2E-F844-ADAA-8EE9F51B07BD}" srcOrd="6" destOrd="0" presId="urn:microsoft.com/office/officeart/2005/8/layout/vList2"/>
    <dgm:cxn modelId="{33B72D09-B714-5941-BA11-A1C4C2206960}" type="presParOf" srcId="{819622E2-C042-0849-9595-A4C7F04AA32C}" destId="{2CB3486D-10F0-B441-9E4A-7F259F3667F5}" srcOrd="7" destOrd="0" presId="urn:microsoft.com/office/officeart/2005/8/layout/vList2"/>
    <dgm:cxn modelId="{D62F95E5-8F01-B24A-8AFB-8320DD01F825}" type="presParOf" srcId="{819622E2-C042-0849-9595-A4C7F04AA32C}" destId="{F016ECA1-8FBB-D74E-A4F8-BFECE31BB94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C7EA0012-6B04-4850-AB77-8913186DB57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31F5051-694F-4141-8690-88735102D587}">
      <dgm:prSet/>
      <dgm:spPr/>
      <dgm:t>
        <a:bodyPr/>
        <a:lstStyle/>
        <a:p>
          <a:pPr>
            <a:defRPr cap="all"/>
          </a:pPr>
          <a:r>
            <a:rPr lang="en-MY" b="1"/>
            <a:t>Internet Dependency:</a:t>
          </a:r>
          <a:r>
            <a:rPr lang="en-MY"/>
            <a:t> No internet = no access.</a:t>
          </a:r>
          <a:endParaRPr lang="en-US"/>
        </a:p>
      </dgm:t>
    </dgm:pt>
    <dgm:pt modelId="{48CE4962-89DC-4FBA-9793-403B67999E8B}" type="parTrans" cxnId="{80733F18-5018-459D-85C5-0F9824FA3190}">
      <dgm:prSet/>
      <dgm:spPr/>
      <dgm:t>
        <a:bodyPr/>
        <a:lstStyle/>
        <a:p>
          <a:endParaRPr lang="en-US"/>
        </a:p>
      </dgm:t>
    </dgm:pt>
    <dgm:pt modelId="{0EFFE7FF-7CD6-4ABF-ACA6-E224A729A955}" type="sibTrans" cxnId="{80733F18-5018-459D-85C5-0F9824FA3190}">
      <dgm:prSet/>
      <dgm:spPr/>
      <dgm:t>
        <a:bodyPr/>
        <a:lstStyle/>
        <a:p>
          <a:endParaRPr lang="en-US"/>
        </a:p>
      </dgm:t>
    </dgm:pt>
    <dgm:pt modelId="{925E7C32-C16C-4A94-BF1E-E7F663C51D7B}">
      <dgm:prSet/>
      <dgm:spPr/>
      <dgm:t>
        <a:bodyPr/>
        <a:lstStyle/>
        <a:p>
          <a:pPr>
            <a:defRPr cap="all"/>
          </a:pPr>
          <a:r>
            <a:rPr lang="en-MY" b="1"/>
            <a:t>Limited Customization:</a:t>
          </a:r>
          <a:r>
            <a:rPr lang="en-MY"/>
            <a:t> Some SaaS apps have restrictions.</a:t>
          </a:r>
          <a:endParaRPr lang="en-US"/>
        </a:p>
      </dgm:t>
    </dgm:pt>
    <dgm:pt modelId="{863A9CF0-6447-4204-8268-3BA5AF2473DF}" type="parTrans" cxnId="{3453F3A5-3393-42F4-AD93-43162679CCBD}">
      <dgm:prSet/>
      <dgm:spPr/>
      <dgm:t>
        <a:bodyPr/>
        <a:lstStyle/>
        <a:p>
          <a:endParaRPr lang="en-US"/>
        </a:p>
      </dgm:t>
    </dgm:pt>
    <dgm:pt modelId="{311E35D5-FB9E-4E06-8EAF-2847813CAD27}" type="sibTrans" cxnId="{3453F3A5-3393-42F4-AD93-43162679CCBD}">
      <dgm:prSet/>
      <dgm:spPr/>
      <dgm:t>
        <a:bodyPr/>
        <a:lstStyle/>
        <a:p>
          <a:endParaRPr lang="en-US"/>
        </a:p>
      </dgm:t>
    </dgm:pt>
    <dgm:pt modelId="{8F17CBFC-1C63-4A6E-86CB-0E12A22257D9}">
      <dgm:prSet/>
      <dgm:spPr/>
      <dgm:t>
        <a:bodyPr/>
        <a:lstStyle/>
        <a:p>
          <a:pPr>
            <a:defRPr cap="all"/>
          </a:pPr>
          <a:r>
            <a:rPr lang="en-MY" b="1"/>
            <a:t>Security Concerns:</a:t>
          </a:r>
          <a:r>
            <a:rPr lang="en-MY"/>
            <a:t> Data is stored by a third-party provider.</a:t>
          </a:r>
          <a:endParaRPr lang="en-US"/>
        </a:p>
      </dgm:t>
    </dgm:pt>
    <dgm:pt modelId="{8545B524-7B63-418A-8834-F7B252BE70A3}" type="parTrans" cxnId="{B4C46465-791D-45BB-8580-92721B859AA3}">
      <dgm:prSet/>
      <dgm:spPr/>
      <dgm:t>
        <a:bodyPr/>
        <a:lstStyle/>
        <a:p>
          <a:endParaRPr lang="en-US"/>
        </a:p>
      </dgm:t>
    </dgm:pt>
    <dgm:pt modelId="{2303A16A-9641-41A0-84A8-0B1C4D31AEE5}" type="sibTrans" cxnId="{B4C46465-791D-45BB-8580-92721B859AA3}">
      <dgm:prSet/>
      <dgm:spPr/>
      <dgm:t>
        <a:bodyPr/>
        <a:lstStyle/>
        <a:p>
          <a:endParaRPr lang="en-US"/>
        </a:p>
      </dgm:t>
    </dgm:pt>
    <dgm:pt modelId="{77B9FF8C-4327-4661-9AA2-53C5E81622FE}">
      <dgm:prSet/>
      <dgm:spPr/>
      <dgm:t>
        <a:bodyPr/>
        <a:lstStyle/>
        <a:p>
          <a:pPr>
            <a:defRPr cap="all"/>
          </a:pPr>
          <a:r>
            <a:rPr lang="en-MY" b="1"/>
            <a:t>Vendor Lock-in:</a:t>
          </a:r>
          <a:r>
            <a:rPr lang="en-MY"/>
            <a:t> Difficult to migrate to another provider.</a:t>
          </a:r>
          <a:endParaRPr lang="en-US"/>
        </a:p>
      </dgm:t>
    </dgm:pt>
    <dgm:pt modelId="{5483A892-1587-4AEA-B77E-EA69B62D45F1}" type="parTrans" cxnId="{C844CE69-6736-465F-BAA0-C6E057A7073E}">
      <dgm:prSet/>
      <dgm:spPr/>
      <dgm:t>
        <a:bodyPr/>
        <a:lstStyle/>
        <a:p>
          <a:endParaRPr lang="en-US"/>
        </a:p>
      </dgm:t>
    </dgm:pt>
    <dgm:pt modelId="{46DD6848-840D-4898-AC2F-46F806221B4B}" type="sibTrans" cxnId="{C844CE69-6736-465F-BAA0-C6E057A7073E}">
      <dgm:prSet/>
      <dgm:spPr/>
      <dgm:t>
        <a:bodyPr/>
        <a:lstStyle/>
        <a:p>
          <a:endParaRPr lang="en-US"/>
        </a:p>
      </dgm:t>
    </dgm:pt>
    <dgm:pt modelId="{8030673D-0619-4FF5-A744-C379862B2813}" type="pres">
      <dgm:prSet presAssocID="{C7EA0012-6B04-4850-AB77-8913186DB571}" presName="root" presStyleCnt="0">
        <dgm:presLayoutVars>
          <dgm:dir/>
          <dgm:resizeHandles val="exact"/>
        </dgm:presLayoutVars>
      </dgm:prSet>
      <dgm:spPr/>
    </dgm:pt>
    <dgm:pt modelId="{57F0B4A6-DF8C-4F44-A1D8-757893A7F4A3}" type="pres">
      <dgm:prSet presAssocID="{131F5051-694F-4141-8690-88735102D587}" presName="compNode" presStyleCnt="0"/>
      <dgm:spPr/>
    </dgm:pt>
    <dgm:pt modelId="{BC3D96DE-3DD8-4C38-8763-0120872D4C29}" type="pres">
      <dgm:prSet presAssocID="{131F5051-694F-4141-8690-88735102D587}" presName="iconBgRect" presStyleLbl="bgShp" presStyleIdx="0" presStyleCnt="4"/>
      <dgm:spPr/>
    </dgm:pt>
    <dgm:pt modelId="{97B89EE0-5505-4C93-8695-893C93150459}" type="pres">
      <dgm:prSet presAssocID="{131F5051-694F-4141-8690-88735102D58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DD1D76D2-5191-4735-9287-C49E18BF0E15}" type="pres">
      <dgm:prSet presAssocID="{131F5051-694F-4141-8690-88735102D587}" presName="spaceRect" presStyleCnt="0"/>
      <dgm:spPr/>
    </dgm:pt>
    <dgm:pt modelId="{95EEFBFB-C332-4450-B48B-A555CD6B9A1B}" type="pres">
      <dgm:prSet presAssocID="{131F5051-694F-4141-8690-88735102D587}" presName="textRect" presStyleLbl="revTx" presStyleIdx="0" presStyleCnt="4">
        <dgm:presLayoutVars>
          <dgm:chMax val="1"/>
          <dgm:chPref val="1"/>
        </dgm:presLayoutVars>
      </dgm:prSet>
      <dgm:spPr/>
    </dgm:pt>
    <dgm:pt modelId="{4A810809-93F9-4886-93EA-1D31461CE2FA}" type="pres">
      <dgm:prSet presAssocID="{0EFFE7FF-7CD6-4ABF-ACA6-E224A729A955}" presName="sibTrans" presStyleCnt="0"/>
      <dgm:spPr/>
    </dgm:pt>
    <dgm:pt modelId="{0EDA00E8-B33E-447A-8341-85BAD71B2E72}" type="pres">
      <dgm:prSet presAssocID="{925E7C32-C16C-4A94-BF1E-E7F663C51D7B}" presName="compNode" presStyleCnt="0"/>
      <dgm:spPr/>
    </dgm:pt>
    <dgm:pt modelId="{FDB37E15-8B7D-448E-9F9D-51E3330E25F0}" type="pres">
      <dgm:prSet presAssocID="{925E7C32-C16C-4A94-BF1E-E7F663C51D7B}" presName="iconBgRect" presStyleLbl="bgShp" presStyleIdx="1" presStyleCnt="4"/>
      <dgm:spPr/>
    </dgm:pt>
    <dgm:pt modelId="{847D1412-D13C-4D5A-AF7A-273916B43A71}" type="pres">
      <dgm:prSet presAssocID="{925E7C32-C16C-4A94-BF1E-E7F663C51D7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95D36AB6-3759-41DF-9457-BF14CA1EF76C}" type="pres">
      <dgm:prSet presAssocID="{925E7C32-C16C-4A94-BF1E-E7F663C51D7B}" presName="spaceRect" presStyleCnt="0"/>
      <dgm:spPr/>
    </dgm:pt>
    <dgm:pt modelId="{894466B3-70E0-493C-A0E2-C1C7FBBBFFEE}" type="pres">
      <dgm:prSet presAssocID="{925E7C32-C16C-4A94-BF1E-E7F663C51D7B}" presName="textRect" presStyleLbl="revTx" presStyleIdx="1" presStyleCnt="4">
        <dgm:presLayoutVars>
          <dgm:chMax val="1"/>
          <dgm:chPref val="1"/>
        </dgm:presLayoutVars>
      </dgm:prSet>
      <dgm:spPr/>
    </dgm:pt>
    <dgm:pt modelId="{FFB792B8-24A3-4ABC-9702-DEB17A5E7B25}" type="pres">
      <dgm:prSet presAssocID="{311E35D5-FB9E-4E06-8EAF-2847813CAD27}" presName="sibTrans" presStyleCnt="0"/>
      <dgm:spPr/>
    </dgm:pt>
    <dgm:pt modelId="{9ADB1E5A-DB3C-469F-964D-14E4FB663652}" type="pres">
      <dgm:prSet presAssocID="{8F17CBFC-1C63-4A6E-86CB-0E12A22257D9}" presName="compNode" presStyleCnt="0"/>
      <dgm:spPr/>
    </dgm:pt>
    <dgm:pt modelId="{000992CE-E06E-4828-BD5F-5669250E0A7A}" type="pres">
      <dgm:prSet presAssocID="{8F17CBFC-1C63-4A6E-86CB-0E12A22257D9}" presName="iconBgRect" presStyleLbl="bgShp" presStyleIdx="2" presStyleCnt="4"/>
      <dgm:spPr/>
    </dgm:pt>
    <dgm:pt modelId="{81A9342D-9394-480F-92B2-58C0453CB1E5}" type="pres">
      <dgm:prSet presAssocID="{8F17CBFC-1C63-4A6E-86CB-0E12A22257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52DE8AD6-A376-49C5-8A2B-5A0439EACAF0}" type="pres">
      <dgm:prSet presAssocID="{8F17CBFC-1C63-4A6E-86CB-0E12A22257D9}" presName="spaceRect" presStyleCnt="0"/>
      <dgm:spPr/>
    </dgm:pt>
    <dgm:pt modelId="{3963497B-4265-41ED-A84D-3E8B992256D0}" type="pres">
      <dgm:prSet presAssocID="{8F17CBFC-1C63-4A6E-86CB-0E12A22257D9}" presName="textRect" presStyleLbl="revTx" presStyleIdx="2" presStyleCnt="4">
        <dgm:presLayoutVars>
          <dgm:chMax val="1"/>
          <dgm:chPref val="1"/>
        </dgm:presLayoutVars>
      </dgm:prSet>
      <dgm:spPr/>
    </dgm:pt>
    <dgm:pt modelId="{E77AD757-5413-483F-B539-90866DADBFF3}" type="pres">
      <dgm:prSet presAssocID="{2303A16A-9641-41A0-84A8-0B1C4D31AEE5}" presName="sibTrans" presStyleCnt="0"/>
      <dgm:spPr/>
    </dgm:pt>
    <dgm:pt modelId="{1C186FF2-C8D4-44EA-8D55-F9A9F169D58C}" type="pres">
      <dgm:prSet presAssocID="{77B9FF8C-4327-4661-9AA2-53C5E81622FE}" presName="compNode" presStyleCnt="0"/>
      <dgm:spPr/>
    </dgm:pt>
    <dgm:pt modelId="{42ADBD90-BFBB-4FC9-AFED-1DD3E75FCC0B}" type="pres">
      <dgm:prSet presAssocID="{77B9FF8C-4327-4661-9AA2-53C5E81622FE}" presName="iconBgRect" presStyleLbl="bgShp" presStyleIdx="3" presStyleCnt="4"/>
      <dgm:spPr/>
    </dgm:pt>
    <dgm:pt modelId="{943C3FF2-F231-4354-A8A5-FF66DE04CB49}" type="pres">
      <dgm:prSet presAssocID="{77B9FF8C-4327-4661-9AA2-53C5E81622F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nlock"/>
        </a:ext>
      </dgm:extLst>
    </dgm:pt>
    <dgm:pt modelId="{1899D38D-5F81-4D10-B14E-C1239E40C833}" type="pres">
      <dgm:prSet presAssocID="{77B9FF8C-4327-4661-9AA2-53C5E81622FE}" presName="spaceRect" presStyleCnt="0"/>
      <dgm:spPr/>
    </dgm:pt>
    <dgm:pt modelId="{920FEF6E-34C1-4ECA-A9CA-026F45F36395}" type="pres">
      <dgm:prSet presAssocID="{77B9FF8C-4327-4661-9AA2-53C5E81622FE}" presName="textRect" presStyleLbl="revTx" presStyleIdx="3" presStyleCnt="4">
        <dgm:presLayoutVars>
          <dgm:chMax val="1"/>
          <dgm:chPref val="1"/>
        </dgm:presLayoutVars>
      </dgm:prSet>
      <dgm:spPr/>
    </dgm:pt>
  </dgm:ptLst>
  <dgm:cxnLst>
    <dgm:cxn modelId="{E5851003-6AC5-47B6-A373-91624EE54A74}" type="presOf" srcId="{131F5051-694F-4141-8690-88735102D587}" destId="{95EEFBFB-C332-4450-B48B-A555CD6B9A1B}" srcOrd="0" destOrd="0" presId="urn:microsoft.com/office/officeart/2018/5/layout/IconCircleLabelList"/>
    <dgm:cxn modelId="{26B7B511-19B2-49AD-A837-DDA911E3A524}" type="presOf" srcId="{925E7C32-C16C-4A94-BF1E-E7F663C51D7B}" destId="{894466B3-70E0-493C-A0E2-C1C7FBBBFFEE}" srcOrd="0" destOrd="0" presId="urn:microsoft.com/office/officeart/2018/5/layout/IconCircleLabelList"/>
    <dgm:cxn modelId="{80733F18-5018-459D-85C5-0F9824FA3190}" srcId="{C7EA0012-6B04-4850-AB77-8913186DB571}" destId="{131F5051-694F-4141-8690-88735102D587}" srcOrd="0" destOrd="0" parTransId="{48CE4962-89DC-4FBA-9793-403B67999E8B}" sibTransId="{0EFFE7FF-7CD6-4ABF-ACA6-E224A729A955}"/>
    <dgm:cxn modelId="{B4C46465-791D-45BB-8580-92721B859AA3}" srcId="{C7EA0012-6B04-4850-AB77-8913186DB571}" destId="{8F17CBFC-1C63-4A6E-86CB-0E12A22257D9}" srcOrd="2" destOrd="0" parTransId="{8545B524-7B63-418A-8834-F7B252BE70A3}" sibTransId="{2303A16A-9641-41A0-84A8-0B1C4D31AEE5}"/>
    <dgm:cxn modelId="{C844CE69-6736-465F-BAA0-C6E057A7073E}" srcId="{C7EA0012-6B04-4850-AB77-8913186DB571}" destId="{77B9FF8C-4327-4661-9AA2-53C5E81622FE}" srcOrd="3" destOrd="0" parTransId="{5483A892-1587-4AEA-B77E-EA69B62D45F1}" sibTransId="{46DD6848-840D-4898-AC2F-46F806221B4B}"/>
    <dgm:cxn modelId="{EA251D4F-2654-4020-83A9-8C7AA51AB85A}" type="presOf" srcId="{C7EA0012-6B04-4850-AB77-8913186DB571}" destId="{8030673D-0619-4FF5-A744-C379862B2813}" srcOrd="0" destOrd="0" presId="urn:microsoft.com/office/officeart/2018/5/layout/IconCircleLabelList"/>
    <dgm:cxn modelId="{B330178B-2397-4BB7-904D-E776E09E6414}" type="presOf" srcId="{77B9FF8C-4327-4661-9AA2-53C5E81622FE}" destId="{920FEF6E-34C1-4ECA-A9CA-026F45F36395}" srcOrd="0" destOrd="0" presId="urn:microsoft.com/office/officeart/2018/5/layout/IconCircleLabelList"/>
    <dgm:cxn modelId="{3453F3A5-3393-42F4-AD93-43162679CCBD}" srcId="{C7EA0012-6B04-4850-AB77-8913186DB571}" destId="{925E7C32-C16C-4A94-BF1E-E7F663C51D7B}" srcOrd="1" destOrd="0" parTransId="{863A9CF0-6447-4204-8268-3BA5AF2473DF}" sibTransId="{311E35D5-FB9E-4E06-8EAF-2847813CAD27}"/>
    <dgm:cxn modelId="{324F1EF0-F490-4EC4-8318-25A887F4657C}" type="presOf" srcId="{8F17CBFC-1C63-4A6E-86CB-0E12A22257D9}" destId="{3963497B-4265-41ED-A84D-3E8B992256D0}" srcOrd="0" destOrd="0" presId="urn:microsoft.com/office/officeart/2018/5/layout/IconCircleLabelList"/>
    <dgm:cxn modelId="{8BA3432D-62DB-4523-B690-E8AF4ACC992C}" type="presParOf" srcId="{8030673D-0619-4FF5-A744-C379862B2813}" destId="{57F0B4A6-DF8C-4F44-A1D8-757893A7F4A3}" srcOrd="0" destOrd="0" presId="urn:microsoft.com/office/officeart/2018/5/layout/IconCircleLabelList"/>
    <dgm:cxn modelId="{B286BAAF-3C11-433A-9263-2B6603952E83}" type="presParOf" srcId="{57F0B4A6-DF8C-4F44-A1D8-757893A7F4A3}" destId="{BC3D96DE-3DD8-4C38-8763-0120872D4C29}" srcOrd="0" destOrd="0" presId="urn:microsoft.com/office/officeart/2018/5/layout/IconCircleLabelList"/>
    <dgm:cxn modelId="{23210478-AC16-4454-A05F-2C8ECAE3F19B}" type="presParOf" srcId="{57F0B4A6-DF8C-4F44-A1D8-757893A7F4A3}" destId="{97B89EE0-5505-4C93-8695-893C93150459}" srcOrd="1" destOrd="0" presId="urn:microsoft.com/office/officeart/2018/5/layout/IconCircleLabelList"/>
    <dgm:cxn modelId="{DE6A24DC-2952-4DA9-8C77-B1AA17B9850E}" type="presParOf" srcId="{57F0B4A6-DF8C-4F44-A1D8-757893A7F4A3}" destId="{DD1D76D2-5191-4735-9287-C49E18BF0E15}" srcOrd="2" destOrd="0" presId="urn:microsoft.com/office/officeart/2018/5/layout/IconCircleLabelList"/>
    <dgm:cxn modelId="{5943E2C5-F7AF-4FA5-9B65-AEEB4C00261B}" type="presParOf" srcId="{57F0B4A6-DF8C-4F44-A1D8-757893A7F4A3}" destId="{95EEFBFB-C332-4450-B48B-A555CD6B9A1B}" srcOrd="3" destOrd="0" presId="urn:microsoft.com/office/officeart/2018/5/layout/IconCircleLabelList"/>
    <dgm:cxn modelId="{ABAAE97F-645C-4DE7-800B-B1C014DCDC94}" type="presParOf" srcId="{8030673D-0619-4FF5-A744-C379862B2813}" destId="{4A810809-93F9-4886-93EA-1D31461CE2FA}" srcOrd="1" destOrd="0" presId="urn:microsoft.com/office/officeart/2018/5/layout/IconCircleLabelList"/>
    <dgm:cxn modelId="{7D74C366-93FF-4828-98DD-F4B9FC23150E}" type="presParOf" srcId="{8030673D-0619-4FF5-A744-C379862B2813}" destId="{0EDA00E8-B33E-447A-8341-85BAD71B2E72}" srcOrd="2" destOrd="0" presId="urn:microsoft.com/office/officeart/2018/5/layout/IconCircleLabelList"/>
    <dgm:cxn modelId="{3F2ACD97-7CEE-474E-BC38-7DA6F568BB1B}" type="presParOf" srcId="{0EDA00E8-B33E-447A-8341-85BAD71B2E72}" destId="{FDB37E15-8B7D-448E-9F9D-51E3330E25F0}" srcOrd="0" destOrd="0" presId="urn:microsoft.com/office/officeart/2018/5/layout/IconCircleLabelList"/>
    <dgm:cxn modelId="{F4260CC3-4A0D-408A-9519-639620A0F0E6}" type="presParOf" srcId="{0EDA00E8-B33E-447A-8341-85BAD71B2E72}" destId="{847D1412-D13C-4D5A-AF7A-273916B43A71}" srcOrd="1" destOrd="0" presId="urn:microsoft.com/office/officeart/2018/5/layout/IconCircleLabelList"/>
    <dgm:cxn modelId="{8DA0998F-A131-4983-A5A4-AF1CC7E66061}" type="presParOf" srcId="{0EDA00E8-B33E-447A-8341-85BAD71B2E72}" destId="{95D36AB6-3759-41DF-9457-BF14CA1EF76C}" srcOrd="2" destOrd="0" presId="urn:microsoft.com/office/officeart/2018/5/layout/IconCircleLabelList"/>
    <dgm:cxn modelId="{66A0FA83-7594-4F8F-A981-03D80FBE1580}" type="presParOf" srcId="{0EDA00E8-B33E-447A-8341-85BAD71B2E72}" destId="{894466B3-70E0-493C-A0E2-C1C7FBBBFFEE}" srcOrd="3" destOrd="0" presId="urn:microsoft.com/office/officeart/2018/5/layout/IconCircleLabelList"/>
    <dgm:cxn modelId="{7331186E-068B-4AFD-A08A-247653E5E090}" type="presParOf" srcId="{8030673D-0619-4FF5-A744-C379862B2813}" destId="{FFB792B8-24A3-4ABC-9702-DEB17A5E7B25}" srcOrd="3" destOrd="0" presId="urn:microsoft.com/office/officeart/2018/5/layout/IconCircleLabelList"/>
    <dgm:cxn modelId="{21A76090-E4A7-451A-92F8-6739149DD9FD}" type="presParOf" srcId="{8030673D-0619-4FF5-A744-C379862B2813}" destId="{9ADB1E5A-DB3C-469F-964D-14E4FB663652}" srcOrd="4" destOrd="0" presId="urn:microsoft.com/office/officeart/2018/5/layout/IconCircleLabelList"/>
    <dgm:cxn modelId="{7B804D6D-AA6C-4ADC-A682-8B5778D4BA6D}" type="presParOf" srcId="{9ADB1E5A-DB3C-469F-964D-14E4FB663652}" destId="{000992CE-E06E-4828-BD5F-5669250E0A7A}" srcOrd="0" destOrd="0" presId="urn:microsoft.com/office/officeart/2018/5/layout/IconCircleLabelList"/>
    <dgm:cxn modelId="{7ECB4894-B411-4EA6-812F-4D5CF3CF4BD8}" type="presParOf" srcId="{9ADB1E5A-DB3C-469F-964D-14E4FB663652}" destId="{81A9342D-9394-480F-92B2-58C0453CB1E5}" srcOrd="1" destOrd="0" presId="urn:microsoft.com/office/officeart/2018/5/layout/IconCircleLabelList"/>
    <dgm:cxn modelId="{33968120-CD08-4C5E-9594-29C5AEBC5695}" type="presParOf" srcId="{9ADB1E5A-DB3C-469F-964D-14E4FB663652}" destId="{52DE8AD6-A376-49C5-8A2B-5A0439EACAF0}" srcOrd="2" destOrd="0" presId="urn:microsoft.com/office/officeart/2018/5/layout/IconCircleLabelList"/>
    <dgm:cxn modelId="{51DE207B-4E1B-479D-839E-E6A3711B9260}" type="presParOf" srcId="{9ADB1E5A-DB3C-469F-964D-14E4FB663652}" destId="{3963497B-4265-41ED-A84D-3E8B992256D0}" srcOrd="3" destOrd="0" presId="urn:microsoft.com/office/officeart/2018/5/layout/IconCircleLabelList"/>
    <dgm:cxn modelId="{93A39126-41A9-4B1B-A152-8498611A570F}" type="presParOf" srcId="{8030673D-0619-4FF5-A744-C379862B2813}" destId="{E77AD757-5413-483F-B539-90866DADBFF3}" srcOrd="5" destOrd="0" presId="urn:microsoft.com/office/officeart/2018/5/layout/IconCircleLabelList"/>
    <dgm:cxn modelId="{C9FD4F00-92FE-42D8-8E00-05D694C4E528}" type="presParOf" srcId="{8030673D-0619-4FF5-A744-C379862B2813}" destId="{1C186FF2-C8D4-44EA-8D55-F9A9F169D58C}" srcOrd="6" destOrd="0" presId="urn:microsoft.com/office/officeart/2018/5/layout/IconCircleLabelList"/>
    <dgm:cxn modelId="{2421882C-8426-4EE5-A575-6BE52EEA960A}" type="presParOf" srcId="{1C186FF2-C8D4-44EA-8D55-F9A9F169D58C}" destId="{42ADBD90-BFBB-4FC9-AFED-1DD3E75FCC0B}" srcOrd="0" destOrd="0" presId="urn:microsoft.com/office/officeart/2018/5/layout/IconCircleLabelList"/>
    <dgm:cxn modelId="{9AE6513F-5E89-4259-A5DC-D274ABDC94A1}" type="presParOf" srcId="{1C186FF2-C8D4-44EA-8D55-F9A9F169D58C}" destId="{943C3FF2-F231-4354-A8A5-FF66DE04CB49}" srcOrd="1" destOrd="0" presId="urn:microsoft.com/office/officeart/2018/5/layout/IconCircleLabelList"/>
    <dgm:cxn modelId="{1C7D39C6-85DC-4ED7-8303-E9A1BC7EC29F}" type="presParOf" srcId="{1C186FF2-C8D4-44EA-8D55-F9A9F169D58C}" destId="{1899D38D-5F81-4D10-B14E-C1239E40C833}" srcOrd="2" destOrd="0" presId="urn:microsoft.com/office/officeart/2018/5/layout/IconCircleLabelList"/>
    <dgm:cxn modelId="{EC755A3A-9AA5-4AFE-8D12-8302CFFE5520}" type="presParOf" srcId="{1C186FF2-C8D4-44EA-8D55-F9A9F169D58C}" destId="{920FEF6E-34C1-4ECA-A9CA-026F45F36395}"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9122AC8E-B618-4DF2-BCD2-FBFBB20BF3E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200CC1F-EC1E-4A70-A50D-8E25380EF392}">
      <dgm:prSet/>
      <dgm:spPr/>
      <dgm:t>
        <a:bodyPr/>
        <a:lstStyle/>
        <a:p>
          <a:pPr>
            <a:defRPr cap="all"/>
          </a:pPr>
          <a:r>
            <a:rPr lang="en-MY" b="1"/>
            <a:t>Subscription-based (Monthly/Yearly)</a:t>
          </a:r>
          <a:r>
            <a:rPr lang="en-MY"/>
            <a:t> – Netflix, Office 365</a:t>
          </a:r>
          <a:endParaRPr lang="en-US"/>
        </a:p>
      </dgm:t>
    </dgm:pt>
    <dgm:pt modelId="{37FD869D-50F2-4F81-A435-A089336F5A62}" type="parTrans" cxnId="{2A9A419E-8976-42CF-8B50-1CA685DABF75}">
      <dgm:prSet/>
      <dgm:spPr/>
      <dgm:t>
        <a:bodyPr/>
        <a:lstStyle/>
        <a:p>
          <a:endParaRPr lang="en-US"/>
        </a:p>
      </dgm:t>
    </dgm:pt>
    <dgm:pt modelId="{18F498FF-2746-4C0D-98D5-14219EB0B5F2}" type="sibTrans" cxnId="{2A9A419E-8976-42CF-8B50-1CA685DABF75}">
      <dgm:prSet/>
      <dgm:spPr/>
      <dgm:t>
        <a:bodyPr/>
        <a:lstStyle/>
        <a:p>
          <a:endParaRPr lang="en-US"/>
        </a:p>
      </dgm:t>
    </dgm:pt>
    <dgm:pt modelId="{9E5ACC94-58E9-49BD-B07C-D97EA9274DE4}">
      <dgm:prSet/>
      <dgm:spPr/>
      <dgm:t>
        <a:bodyPr/>
        <a:lstStyle/>
        <a:p>
          <a:pPr>
            <a:defRPr cap="all"/>
          </a:pPr>
          <a:r>
            <a:rPr lang="en-MY" b="1"/>
            <a:t>Pay-as-you-go (Usage-based)</a:t>
          </a:r>
          <a:r>
            <a:rPr lang="en-MY"/>
            <a:t> – AWS Lambda, Twilio</a:t>
          </a:r>
          <a:endParaRPr lang="en-US"/>
        </a:p>
      </dgm:t>
    </dgm:pt>
    <dgm:pt modelId="{73ED2B7A-9367-488D-B374-FFECA79D9524}" type="parTrans" cxnId="{EECC4C52-FB9D-4EBE-BE68-34290DD9B248}">
      <dgm:prSet/>
      <dgm:spPr/>
      <dgm:t>
        <a:bodyPr/>
        <a:lstStyle/>
        <a:p>
          <a:endParaRPr lang="en-US"/>
        </a:p>
      </dgm:t>
    </dgm:pt>
    <dgm:pt modelId="{B57064F5-3B39-4158-A206-0322D7F64DF5}" type="sibTrans" cxnId="{EECC4C52-FB9D-4EBE-BE68-34290DD9B248}">
      <dgm:prSet/>
      <dgm:spPr/>
      <dgm:t>
        <a:bodyPr/>
        <a:lstStyle/>
        <a:p>
          <a:endParaRPr lang="en-US"/>
        </a:p>
      </dgm:t>
    </dgm:pt>
    <dgm:pt modelId="{37F8E8BD-CBB0-4BDD-ACEA-3506AC852FCD}">
      <dgm:prSet/>
      <dgm:spPr/>
      <dgm:t>
        <a:bodyPr/>
        <a:lstStyle/>
        <a:p>
          <a:pPr>
            <a:defRPr cap="all"/>
          </a:pPr>
          <a:r>
            <a:rPr lang="en-MY" b="1"/>
            <a:t>Freemium (Basic free, paid premium features)</a:t>
          </a:r>
          <a:r>
            <a:rPr lang="en-MY"/>
            <a:t> – Dropbox, Slack</a:t>
          </a:r>
          <a:endParaRPr lang="en-US"/>
        </a:p>
      </dgm:t>
    </dgm:pt>
    <dgm:pt modelId="{09AD1A57-E800-45E9-8CDA-13BFFED8A16C}" type="parTrans" cxnId="{D16992F8-A6F2-4A18-8032-8037A682FA1C}">
      <dgm:prSet/>
      <dgm:spPr/>
      <dgm:t>
        <a:bodyPr/>
        <a:lstStyle/>
        <a:p>
          <a:endParaRPr lang="en-US"/>
        </a:p>
      </dgm:t>
    </dgm:pt>
    <dgm:pt modelId="{762C98E8-383F-429A-8195-CDADF8E8F01C}" type="sibTrans" cxnId="{D16992F8-A6F2-4A18-8032-8037A682FA1C}">
      <dgm:prSet/>
      <dgm:spPr/>
      <dgm:t>
        <a:bodyPr/>
        <a:lstStyle/>
        <a:p>
          <a:endParaRPr lang="en-US"/>
        </a:p>
      </dgm:t>
    </dgm:pt>
    <dgm:pt modelId="{CA832678-DD3B-4499-BAE1-BF82786523B4}" type="pres">
      <dgm:prSet presAssocID="{9122AC8E-B618-4DF2-BCD2-FBFBB20BF3EE}" presName="root" presStyleCnt="0">
        <dgm:presLayoutVars>
          <dgm:dir/>
          <dgm:resizeHandles val="exact"/>
        </dgm:presLayoutVars>
      </dgm:prSet>
      <dgm:spPr/>
    </dgm:pt>
    <dgm:pt modelId="{F487C7DE-4DC7-4807-ABC3-633201647AFD}" type="pres">
      <dgm:prSet presAssocID="{0200CC1F-EC1E-4A70-A50D-8E25380EF392}" presName="compNode" presStyleCnt="0"/>
      <dgm:spPr/>
    </dgm:pt>
    <dgm:pt modelId="{E46203BA-B3D3-4B59-98B7-10CE072ED000}" type="pres">
      <dgm:prSet presAssocID="{0200CC1F-EC1E-4A70-A50D-8E25380EF392}" presName="iconBgRect" presStyleLbl="bgShp" presStyleIdx="0" presStyleCnt="3"/>
      <dgm:spPr/>
    </dgm:pt>
    <dgm:pt modelId="{E16BD442-BDB2-411C-A7FA-9C146D7425FE}" type="pres">
      <dgm:prSet presAssocID="{0200CC1F-EC1E-4A70-A50D-8E25380EF39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Yuan"/>
        </a:ext>
      </dgm:extLst>
    </dgm:pt>
    <dgm:pt modelId="{1DBE63BB-BDE4-4B07-AF81-D78B32854F8A}" type="pres">
      <dgm:prSet presAssocID="{0200CC1F-EC1E-4A70-A50D-8E25380EF392}" presName="spaceRect" presStyleCnt="0"/>
      <dgm:spPr/>
    </dgm:pt>
    <dgm:pt modelId="{26909B54-7653-46A4-AEAE-9220D1934A0F}" type="pres">
      <dgm:prSet presAssocID="{0200CC1F-EC1E-4A70-A50D-8E25380EF392}" presName="textRect" presStyleLbl="revTx" presStyleIdx="0" presStyleCnt="3">
        <dgm:presLayoutVars>
          <dgm:chMax val="1"/>
          <dgm:chPref val="1"/>
        </dgm:presLayoutVars>
      </dgm:prSet>
      <dgm:spPr/>
    </dgm:pt>
    <dgm:pt modelId="{2E2A10E7-68B1-4770-9118-3BA01F7B68DF}" type="pres">
      <dgm:prSet presAssocID="{18F498FF-2746-4C0D-98D5-14219EB0B5F2}" presName="sibTrans" presStyleCnt="0"/>
      <dgm:spPr/>
    </dgm:pt>
    <dgm:pt modelId="{69C25B46-73E1-40D7-A3C4-8F2ACB07D651}" type="pres">
      <dgm:prSet presAssocID="{9E5ACC94-58E9-49BD-B07C-D97EA9274DE4}" presName="compNode" presStyleCnt="0"/>
      <dgm:spPr/>
    </dgm:pt>
    <dgm:pt modelId="{98EF8C33-3E01-4632-B527-2A36B8416B07}" type="pres">
      <dgm:prSet presAssocID="{9E5ACC94-58E9-49BD-B07C-D97EA9274DE4}" presName="iconBgRect" presStyleLbl="bgShp" presStyleIdx="1" presStyleCnt="3"/>
      <dgm:spPr/>
    </dgm:pt>
    <dgm:pt modelId="{2CF26792-0450-4F8F-BD55-BA2915A81BEF}" type="pres">
      <dgm:prSet presAssocID="{9E5ACC94-58E9-49BD-B07C-D97EA9274DE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39ADF232-BF84-4756-8426-915396395482}" type="pres">
      <dgm:prSet presAssocID="{9E5ACC94-58E9-49BD-B07C-D97EA9274DE4}" presName="spaceRect" presStyleCnt="0"/>
      <dgm:spPr/>
    </dgm:pt>
    <dgm:pt modelId="{C7ACA567-7A10-4D54-9757-9F4A5AEA1A90}" type="pres">
      <dgm:prSet presAssocID="{9E5ACC94-58E9-49BD-B07C-D97EA9274DE4}" presName="textRect" presStyleLbl="revTx" presStyleIdx="1" presStyleCnt="3">
        <dgm:presLayoutVars>
          <dgm:chMax val="1"/>
          <dgm:chPref val="1"/>
        </dgm:presLayoutVars>
      </dgm:prSet>
      <dgm:spPr/>
    </dgm:pt>
    <dgm:pt modelId="{8475718C-B939-44A0-B167-AA80328DAB70}" type="pres">
      <dgm:prSet presAssocID="{B57064F5-3B39-4158-A206-0322D7F64DF5}" presName="sibTrans" presStyleCnt="0"/>
      <dgm:spPr/>
    </dgm:pt>
    <dgm:pt modelId="{DF2DEF0E-FB7B-41CA-B827-2915A65AFFF3}" type="pres">
      <dgm:prSet presAssocID="{37F8E8BD-CBB0-4BDD-ACEA-3506AC852FCD}" presName="compNode" presStyleCnt="0"/>
      <dgm:spPr/>
    </dgm:pt>
    <dgm:pt modelId="{0FA6B782-CE0B-4A13-891F-94C24AE209AA}" type="pres">
      <dgm:prSet presAssocID="{37F8E8BD-CBB0-4BDD-ACEA-3506AC852FCD}" presName="iconBgRect" presStyleLbl="bgShp" presStyleIdx="2" presStyleCnt="3"/>
      <dgm:spPr/>
    </dgm:pt>
    <dgm:pt modelId="{9F9D6E4F-653E-496F-8190-E4F32922B7BD}" type="pres">
      <dgm:prSet presAssocID="{37F8E8BD-CBB0-4BDD-ACEA-3506AC852FC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cycle Sign"/>
        </a:ext>
      </dgm:extLst>
    </dgm:pt>
    <dgm:pt modelId="{33D14330-FEF4-4B17-908A-AFBE8B53318A}" type="pres">
      <dgm:prSet presAssocID="{37F8E8BD-CBB0-4BDD-ACEA-3506AC852FCD}" presName="spaceRect" presStyleCnt="0"/>
      <dgm:spPr/>
    </dgm:pt>
    <dgm:pt modelId="{C503798D-C1E2-4355-B905-BCD20D126D18}" type="pres">
      <dgm:prSet presAssocID="{37F8E8BD-CBB0-4BDD-ACEA-3506AC852FCD}" presName="textRect" presStyleLbl="revTx" presStyleIdx="2" presStyleCnt="3">
        <dgm:presLayoutVars>
          <dgm:chMax val="1"/>
          <dgm:chPref val="1"/>
        </dgm:presLayoutVars>
      </dgm:prSet>
      <dgm:spPr/>
    </dgm:pt>
  </dgm:ptLst>
  <dgm:cxnLst>
    <dgm:cxn modelId="{568B1938-4FF7-499E-A0A3-648419FF9884}" type="presOf" srcId="{37F8E8BD-CBB0-4BDD-ACEA-3506AC852FCD}" destId="{C503798D-C1E2-4355-B905-BCD20D126D18}" srcOrd="0" destOrd="0" presId="urn:microsoft.com/office/officeart/2018/5/layout/IconCircleLabelList"/>
    <dgm:cxn modelId="{86E3333E-FD3B-4840-9F38-480967AF94CB}" type="presOf" srcId="{9E5ACC94-58E9-49BD-B07C-D97EA9274DE4}" destId="{C7ACA567-7A10-4D54-9757-9F4A5AEA1A90}" srcOrd="0" destOrd="0" presId="urn:microsoft.com/office/officeart/2018/5/layout/IconCircleLabelList"/>
    <dgm:cxn modelId="{231F956A-FB9F-4BF0-B54A-A3964F34552B}" type="presOf" srcId="{0200CC1F-EC1E-4A70-A50D-8E25380EF392}" destId="{26909B54-7653-46A4-AEAE-9220D1934A0F}" srcOrd="0" destOrd="0" presId="urn:microsoft.com/office/officeart/2018/5/layout/IconCircleLabelList"/>
    <dgm:cxn modelId="{EECC4C52-FB9D-4EBE-BE68-34290DD9B248}" srcId="{9122AC8E-B618-4DF2-BCD2-FBFBB20BF3EE}" destId="{9E5ACC94-58E9-49BD-B07C-D97EA9274DE4}" srcOrd="1" destOrd="0" parTransId="{73ED2B7A-9367-488D-B374-FFECA79D9524}" sibTransId="{B57064F5-3B39-4158-A206-0322D7F64DF5}"/>
    <dgm:cxn modelId="{2A9A419E-8976-42CF-8B50-1CA685DABF75}" srcId="{9122AC8E-B618-4DF2-BCD2-FBFBB20BF3EE}" destId="{0200CC1F-EC1E-4A70-A50D-8E25380EF392}" srcOrd="0" destOrd="0" parTransId="{37FD869D-50F2-4F81-A435-A089336F5A62}" sibTransId="{18F498FF-2746-4C0D-98D5-14219EB0B5F2}"/>
    <dgm:cxn modelId="{0CF87CD0-82A3-4846-9AAE-83D743FA476B}" type="presOf" srcId="{9122AC8E-B618-4DF2-BCD2-FBFBB20BF3EE}" destId="{CA832678-DD3B-4499-BAE1-BF82786523B4}" srcOrd="0" destOrd="0" presId="urn:microsoft.com/office/officeart/2018/5/layout/IconCircleLabelList"/>
    <dgm:cxn modelId="{D16992F8-A6F2-4A18-8032-8037A682FA1C}" srcId="{9122AC8E-B618-4DF2-BCD2-FBFBB20BF3EE}" destId="{37F8E8BD-CBB0-4BDD-ACEA-3506AC852FCD}" srcOrd="2" destOrd="0" parTransId="{09AD1A57-E800-45E9-8CDA-13BFFED8A16C}" sibTransId="{762C98E8-383F-429A-8195-CDADF8E8F01C}"/>
    <dgm:cxn modelId="{6263D21B-481E-4885-ACCF-AAF7DFB3C975}" type="presParOf" srcId="{CA832678-DD3B-4499-BAE1-BF82786523B4}" destId="{F487C7DE-4DC7-4807-ABC3-633201647AFD}" srcOrd="0" destOrd="0" presId="urn:microsoft.com/office/officeart/2018/5/layout/IconCircleLabelList"/>
    <dgm:cxn modelId="{088F50ED-C820-4302-8E0F-141614AF1CCC}" type="presParOf" srcId="{F487C7DE-4DC7-4807-ABC3-633201647AFD}" destId="{E46203BA-B3D3-4B59-98B7-10CE072ED000}" srcOrd="0" destOrd="0" presId="urn:microsoft.com/office/officeart/2018/5/layout/IconCircleLabelList"/>
    <dgm:cxn modelId="{EADB42C2-07E1-477A-917B-2A1D7498A25F}" type="presParOf" srcId="{F487C7DE-4DC7-4807-ABC3-633201647AFD}" destId="{E16BD442-BDB2-411C-A7FA-9C146D7425FE}" srcOrd="1" destOrd="0" presId="urn:microsoft.com/office/officeart/2018/5/layout/IconCircleLabelList"/>
    <dgm:cxn modelId="{5A190851-3B01-4FC1-A164-9850C28F852C}" type="presParOf" srcId="{F487C7DE-4DC7-4807-ABC3-633201647AFD}" destId="{1DBE63BB-BDE4-4B07-AF81-D78B32854F8A}" srcOrd="2" destOrd="0" presId="urn:microsoft.com/office/officeart/2018/5/layout/IconCircleLabelList"/>
    <dgm:cxn modelId="{FDD3CFA9-AD59-42FF-B8A5-CBFA63677890}" type="presParOf" srcId="{F487C7DE-4DC7-4807-ABC3-633201647AFD}" destId="{26909B54-7653-46A4-AEAE-9220D1934A0F}" srcOrd="3" destOrd="0" presId="urn:microsoft.com/office/officeart/2018/5/layout/IconCircleLabelList"/>
    <dgm:cxn modelId="{F8B1942A-6157-4FC1-ABC1-ABAC84E7AFDD}" type="presParOf" srcId="{CA832678-DD3B-4499-BAE1-BF82786523B4}" destId="{2E2A10E7-68B1-4770-9118-3BA01F7B68DF}" srcOrd="1" destOrd="0" presId="urn:microsoft.com/office/officeart/2018/5/layout/IconCircleLabelList"/>
    <dgm:cxn modelId="{6C15BD95-5321-4513-A992-1028E3329F97}" type="presParOf" srcId="{CA832678-DD3B-4499-BAE1-BF82786523B4}" destId="{69C25B46-73E1-40D7-A3C4-8F2ACB07D651}" srcOrd="2" destOrd="0" presId="urn:microsoft.com/office/officeart/2018/5/layout/IconCircleLabelList"/>
    <dgm:cxn modelId="{3BD3AB22-24C1-473C-B826-060B7AC83AF5}" type="presParOf" srcId="{69C25B46-73E1-40D7-A3C4-8F2ACB07D651}" destId="{98EF8C33-3E01-4632-B527-2A36B8416B07}" srcOrd="0" destOrd="0" presId="urn:microsoft.com/office/officeart/2018/5/layout/IconCircleLabelList"/>
    <dgm:cxn modelId="{F4AC75C1-B06B-4018-AF57-D1E6C918A6DB}" type="presParOf" srcId="{69C25B46-73E1-40D7-A3C4-8F2ACB07D651}" destId="{2CF26792-0450-4F8F-BD55-BA2915A81BEF}" srcOrd="1" destOrd="0" presId="urn:microsoft.com/office/officeart/2018/5/layout/IconCircleLabelList"/>
    <dgm:cxn modelId="{766A4CAA-C4A2-4C9E-8060-3DAC70552EB3}" type="presParOf" srcId="{69C25B46-73E1-40D7-A3C4-8F2ACB07D651}" destId="{39ADF232-BF84-4756-8426-915396395482}" srcOrd="2" destOrd="0" presId="urn:microsoft.com/office/officeart/2018/5/layout/IconCircleLabelList"/>
    <dgm:cxn modelId="{E730B6E0-B43B-4DE5-A01A-1571E6D2ED0E}" type="presParOf" srcId="{69C25B46-73E1-40D7-A3C4-8F2ACB07D651}" destId="{C7ACA567-7A10-4D54-9757-9F4A5AEA1A90}" srcOrd="3" destOrd="0" presId="urn:microsoft.com/office/officeart/2018/5/layout/IconCircleLabelList"/>
    <dgm:cxn modelId="{B47102F5-5637-438B-9EFC-2B6ED7A658CE}" type="presParOf" srcId="{CA832678-DD3B-4499-BAE1-BF82786523B4}" destId="{8475718C-B939-44A0-B167-AA80328DAB70}" srcOrd="3" destOrd="0" presId="urn:microsoft.com/office/officeart/2018/5/layout/IconCircleLabelList"/>
    <dgm:cxn modelId="{EA7D226D-292D-4DF6-A31F-C64B03578D91}" type="presParOf" srcId="{CA832678-DD3B-4499-BAE1-BF82786523B4}" destId="{DF2DEF0E-FB7B-41CA-B827-2915A65AFFF3}" srcOrd="4" destOrd="0" presId="urn:microsoft.com/office/officeart/2018/5/layout/IconCircleLabelList"/>
    <dgm:cxn modelId="{C78B2E36-8B79-4EA0-AF05-2E0C7B827D42}" type="presParOf" srcId="{DF2DEF0E-FB7B-41CA-B827-2915A65AFFF3}" destId="{0FA6B782-CE0B-4A13-891F-94C24AE209AA}" srcOrd="0" destOrd="0" presId="urn:microsoft.com/office/officeart/2018/5/layout/IconCircleLabelList"/>
    <dgm:cxn modelId="{8FDAA415-1EDE-438A-8A82-15F9CF3EFFEB}" type="presParOf" srcId="{DF2DEF0E-FB7B-41CA-B827-2915A65AFFF3}" destId="{9F9D6E4F-653E-496F-8190-E4F32922B7BD}" srcOrd="1" destOrd="0" presId="urn:microsoft.com/office/officeart/2018/5/layout/IconCircleLabelList"/>
    <dgm:cxn modelId="{4BE07FAA-0BDA-4271-8571-2E714A54CC2B}" type="presParOf" srcId="{DF2DEF0E-FB7B-41CA-B827-2915A65AFFF3}" destId="{33D14330-FEF4-4B17-908A-AFBE8B53318A}" srcOrd="2" destOrd="0" presId="urn:microsoft.com/office/officeart/2018/5/layout/IconCircleLabelList"/>
    <dgm:cxn modelId="{60E1F460-98E8-4B4E-8D38-2B162F930287}" type="presParOf" srcId="{DF2DEF0E-FB7B-41CA-B827-2915A65AFFF3}" destId="{C503798D-C1E2-4355-B905-BCD20D126D1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ADF5DFD8-1B03-4011-A313-66F866FD12B4}"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384127-A73A-48BF-862E-490851821C5E}">
      <dgm:prSet/>
      <dgm:spPr/>
      <dgm:t>
        <a:bodyPr/>
        <a:lstStyle/>
        <a:p>
          <a:pPr>
            <a:defRPr b="1"/>
          </a:pPr>
          <a:r>
            <a:rPr lang="en-MY" b="1"/>
            <a:t>Productivity SaaS</a:t>
          </a:r>
          <a:endParaRPr lang="en-US"/>
        </a:p>
      </dgm:t>
    </dgm:pt>
    <dgm:pt modelId="{5CBE017A-7F52-4A85-948F-48BF6738CD09}" type="parTrans" cxnId="{E7CC657B-8DEB-413A-AB61-0DD2411B3C76}">
      <dgm:prSet/>
      <dgm:spPr/>
      <dgm:t>
        <a:bodyPr/>
        <a:lstStyle/>
        <a:p>
          <a:endParaRPr lang="en-US"/>
        </a:p>
      </dgm:t>
    </dgm:pt>
    <dgm:pt modelId="{7DB4E7CA-3F34-4CD2-ABF6-0E4E08B06642}" type="sibTrans" cxnId="{E7CC657B-8DEB-413A-AB61-0DD2411B3C76}">
      <dgm:prSet/>
      <dgm:spPr/>
      <dgm:t>
        <a:bodyPr/>
        <a:lstStyle/>
        <a:p>
          <a:endParaRPr lang="en-US"/>
        </a:p>
      </dgm:t>
    </dgm:pt>
    <dgm:pt modelId="{BEF8C042-E35A-489C-8273-911928289445}">
      <dgm:prSet/>
      <dgm:spPr/>
      <dgm:t>
        <a:bodyPr/>
        <a:lstStyle/>
        <a:p>
          <a:r>
            <a:rPr lang="en-MY"/>
            <a:t>Google Workspace (Docs, Sheets, Slides)</a:t>
          </a:r>
          <a:endParaRPr lang="en-US"/>
        </a:p>
      </dgm:t>
    </dgm:pt>
    <dgm:pt modelId="{2A55279D-18AF-4B3C-9724-A802931AA75D}" type="parTrans" cxnId="{77373BB1-19A1-4346-98F2-A0E59B4D3A57}">
      <dgm:prSet/>
      <dgm:spPr/>
      <dgm:t>
        <a:bodyPr/>
        <a:lstStyle/>
        <a:p>
          <a:endParaRPr lang="en-US"/>
        </a:p>
      </dgm:t>
    </dgm:pt>
    <dgm:pt modelId="{B9B516AD-8906-4BE8-AF87-1C40029AFADA}" type="sibTrans" cxnId="{77373BB1-19A1-4346-98F2-A0E59B4D3A57}">
      <dgm:prSet/>
      <dgm:spPr/>
      <dgm:t>
        <a:bodyPr/>
        <a:lstStyle/>
        <a:p>
          <a:endParaRPr lang="en-US"/>
        </a:p>
      </dgm:t>
    </dgm:pt>
    <dgm:pt modelId="{59B7EA78-D7E3-4316-A7C9-BB627ED02693}">
      <dgm:prSet/>
      <dgm:spPr/>
      <dgm:t>
        <a:bodyPr/>
        <a:lstStyle/>
        <a:p>
          <a:r>
            <a:rPr lang="en-MY"/>
            <a:t>Microsoft 365</a:t>
          </a:r>
          <a:endParaRPr lang="en-US"/>
        </a:p>
      </dgm:t>
    </dgm:pt>
    <dgm:pt modelId="{E4623512-000F-44AE-B51C-70CCAB4B42AE}" type="parTrans" cxnId="{471C2844-1EAA-4428-96C7-3E233BBE8750}">
      <dgm:prSet/>
      <dgm:spPr/>
      <dgm:t>
        <a:bodyPr/>
        <a:lstStyle/>
        <a:p>
          <a:endParaRPr lang="en-US"/>
        </a:p>
      </dgm:t>
    </dgm:pt>
    <dgm:pt modelId="{2CD05A91-2238-4E7C-B39C-63EC047CE51B}" type="sibTrans" cxnId="{471C2844-1EAA-4428-96C7-3E233BBE8750}">
      <dgm:prSet/>
      <dgm:spPr/>
      <dgm:t>
        <a:bodyPr/>
        <a:lstStyle/>
        <a:p>
          <a:endParaRPr lang="en-US"/>
        </a:p>
      </dgm:t>
    </dgm:pt>
    <dgm:pt modelId="{6FD63F5B-AA9F-46FC-B0C5-E5E917F7DA3F}">
      <dgm:prSet/>
      <dgm:spPr/>
      <dgm:t>
        <a:bodyPr/>
        <a:lstStyle/>
        <a:p>
          <a:r>
            <a:rPr lang="en-MY"/>
            <a:t>Dropbox</a:t>
          </a:r>
          <a:endParaRPr lang="en-US"/>
        </a:p>
      </dgm:t>
    </dgm:pt>
    <dgm:pt modelId="{4B478F3E-E737-488A-8E75-9CF528A1268F}" type="parTrans" cxnId="{8FD3DAB9-B592-4FF3-B095-64ED753E81FB}">
      <dgm:prSet/>
      <dgm:spPr/>
      <dgm:t>
        <a:bodyPr/>
        <a:lstStyle/>
        <a:p>
          <a:endParaRPr lang="en-US"/>
        </a:p>
      </dgm:t>
    </dgm:pt>
    <dgm:pt modelId="{CE211DEA-2FFE-41DF-9185-A6B2735E50EA}" type="sibTrans" cxnId="{8FD3DAB9-B592-4FF3-B095-64ED753E81FB}">
      <dgm:prSet/>
      <dgm:spPr/>
      <dgm:t>
        <a:bodyPr/>
        <a:lstStyle/>
        <a:p>
          <a:endParaRPr lang="en-US"/>
        </a:p>
      </dgm:t>
    </dgm:pt>
    <dgm:pt modelId="{71B93F51-0D32-4A98-A8A0-3E5B41557CD8}">
      <dgm:prSet/>
      <dgm:spPr/>
      <dgm:t>
        <a:bodyPr/>
        <a:lstStyle/>
        <a:p>
          <a:pPr>
            <a:defRPr b="1"/>
          </a:pPr>
          <a:r>
            <a:rPr lang="en-MY" b="1"/>
            <a:t>CRM SaaS</a:t>
          </a:r>
          <a:endParaRPr lang="en-US"/>
        </a:p>
      </dgm:t>
    </dgm:pt>
    <dgm:pt modelId="{7DC8B5C9-2964-414E-8118-5B5686F14758}" type="parTrans" cxnId="{E7CFE6E0-1EFE-41EB-8775-93A39D22B2EA}">
      <dgm:prSet/>
      <dgm:spPr/>
      <dgm:t>
        <a:bodyPr/>
        <a:lstStyle/>
        <a:p>
          <a:endParaRPr lang="en-US"/>
        </a:p>
      </dgm:t>
    </dgm:pt>
    <dgm:pt modelId="{430D3B5D-0FB2-41F4-A6AA-7172DE22F044}" type="sibTrans" cxnId="{E7CFE6E0-1EFE-41EB-8775-93A39D22B2EA}">
      <dgm:prSet/>
      <dgm:spPr/>
      <dgm:t>
        <a:bodyPr/>
        <a:lstStyle/>
        <a:p>
          <a:endParaRPr lang="en-US"/>
        </a:p>
      </dgm:t>
    </dgm:pt>
    <dgm:pt modelId="{EB636C79-7E71-4F55-AD50-EC54784152A1}">
      <dgm:prSet/>
      <dgm:spPr/>
      <dgm:t>
        <a:bodyPr/>
        <a:lstStyle/>
        <a:p>
          <a:r>
            <a:rPr lang="en-MY"/>
            <a:t>Salesforce</a:t>
          </a:r>
          <a:endParaRPr lang="en-US"/>
        </a:p>
      </dgm:t>
    </dgm:pt>
    <dgm:pt modelId="{551AE794-0613-405B-BE13-B3E8F811F7AA}" type="parTrans" cxnId="{060C7BE4-F5A3-4936-8278-ABC8ABE46C5A}">
      <dgm:prSet/>
      <dgm:spPr/>
      <dgm:t>
        <a:bodyPr/>
        <a:lstStyle/>
        <a:p>
          <a:endParaRPr lang="en-US"/>
        </a:p>
      </dgm:t>
    </dgm:pt>
    <dgm:pt modelId="{20D0DEFD-DC8F-4D44-90C2-5E2BEAAF9D30}" type="sibTrans" cxnId="{060C7BE4-F5A3-4936-8278-ABC8ABE46C5A}">
      <dgm:prSet/>
      <dgm:spPr/>
      <dgm:t>
        <a:bodyPr/>
        <a:lstStyle/>
        <a:p>
          <a:endParaRPr lang="en-US"/>
        </a:p>
      </dgm:t>
    </dgm:pt>
    <dgm:pt modelId="{2004BF6D-CD65-4DF2-8C47-F158D61E56E5}">
      <dgm:prSet/>
      <dgm:spPr/>
      <dgm:t>
        <a:bodyPr/>
        <a:lstStyle/>
        <a:p>
          <a:r>
            <a:rPr lang="en-MY"/>
            <a:t>HubSpot</a:t>
          </a:r>
          <a:endParaRPr lang="en-US"/>
        </a:p>
      </dgm:t>
    </dgm:pt>
    <dgm:pt modelId="{BA2544CA-6AF8-4638-AF22-899910FC7D9C}" type="parTrans" cxnId="{17066BB0-A9FF-48E6-A01D-D4C844096999}">
      <dgm:prSet/>
      <dgm:spPr/>
      <dgm:t>
        <a:bodyPr/>
        <a:lstStyle/>
        <a:p>
          <a:endParaRPr lang="en-US"/>
        </a:p>
      </dgm:t>
    </dgm:pt>
    <dgm:pt modelId="{B8EE2FD5-68EF-4D1D-9F99-C06D725A07CD}" type="sibTrans" cxnId="{17066BB0-A9FF-48E6-A01D-D4C844096999}">
      <dgm:prSet/>
      <dgm:spPr/>
      <dgm:t>
        <a:bodyPr/>
        <a:lstStyle/>
        <a:p>
          <a:endParaRPr lang="en-US"/>
        </a:p>
      </dgm:t>
    </dgm:pt>
    <dgm:pt modelId="{09F8C690-55F7-4E59-B050-D797BF99D80B}">
      <dgm:prSet/>
      <dgm:spPr/>
      <dgm:t>
        <a:bodyPr/>
        <a:lstStyle/>
        <a:p>
          <a:r>
            <a:rPr lang="en-MY"/>
            <a:t>Zoho CRM</a:t>
          </a:r>
          <a:endParaRPr lang="en-US"/>
        </a:p>
      </dgm:t>
    </dgm:pt>
    <dgm:pt modelId="{BCC6DA73-03A3-457C-9710-4AD727FE49E5}" type="parTrans" cxnId="{9FC316E1-6120-4A44-A0B5-EC44AA007D52}">
      <dgm:prSet/>
      <dgm:spPr/>
      <dgm:t>
        <a:bodyPr/>
        <a:lstStyle/>
        <a:p>
          <a:endParaRPr lang="en-US"/>
        </a:p>
      </dgm:t>
    </dgm:pt>
    <dgm:pt modelId="{82587C38-DD7F-48F3-B872-0FA27E6B11C5}" type="sibTrans" cxnId="{9FC316E1-6120-4A44-A0B5-EC44AA007D52}">
      <dgm:prSet/>
      <dgm:spPr/>
      <dgm:t>
        <a:bodyPr/>
        <a:lstStyle/>
        <a:p>
          <a:endParaRPr lang="en-US"/>
        </a:p>
      </dgm:t>
    </dgm:pt>
    <dgm:pt modelId="{CFC705FB-6F9A-4497-B888-59194ADC5DBB}" type="pres">
      <dgm:prSet presAssocID="{ADF5DFD8-1B03-4011-A313-66F866FD12B4}" presName="root" presStyleCnt="0">
        <dgm:presLayoutVars>
          <dgm:dir/>
          <dgm:resizeHandles val="exact"/>
        </dgm:presLayoutVars>
      </dgm:prSet>
      <dgm:spPr/>
    </dgm:pt>
    <dgm:pt modelId="{8E9C5276-D921-40BD-9060-C5C04BDEF04D}" type="pres">
      <dgm:prSet presAssocID="{8C384127-A73A-48BF-862E-490851821C5E}" presName="compNode" presStyleCnt="0"/>
      <dgm:spPr/>
    </dgm:pt>
    <dgm:pt modelId="{42D5CB90-047E-4740-B168-713E47DC380F}" type="pres">
      <dgm:prSet presAssocID="{8C384127-A73A-48BF-862E-490851821C5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Folder"/>
        </a:ext>
      </dgm:extLst>
    </dgm:pt>
    <dgm:pt modelId="{03A30162-428F-4509-8EFC-1582BDA5A062}" type="pres">
      <dgm:prSet presAssocID="{8C384127-A73A-48BF-862E-490851821C5E}" presName="iconSpace" presStyleCnt="0"/>
      <dgm:spPr/>
    </dgm:pt>
    <dgm:pt modelId="{C7820801-0213-4663-B416-82E6E6AF6DFB}" type="pres">
      <dgm:prSet presAssocID="{8C384127-A73A-48BF-862E-490851821C5E}" presName="parTx" presStyleLbl="revTx" presStyleIdx="0" presStyleCnt="4">
        <dgm:presLayoutVars>
          <dgm:chMax val="0"/>
          <dgm:chPref val="0"/>
        </dgm:presLayoutVars>
      </dgm:prSet>
      <dgm:spPr/>
    </dgm:pt>
    <dgm:pt modelId="{7DE6F933-E84F-41E0-A30E-95E93EE7AE23}" type="pres">
      <dgm:prSet presAssocID="{8C384127-A73A-48BF-862E-490851821C5E}" presName="txSpace" presStyleCnt="0"/>
      <dgm:spPr/>
    </dgm:pt>
    <dgm:pt modelId="{2D02A4B2-72B6-494C-B11A-BFD5FC56616C}" type="pres">
      <dgm:prSet presAssocID="{8C384127-A73A-48BF-862E-490851821C5E}" presName="desTx" presStyleLbl="revTx" presStyleIdx="1" presStyleCnt="4">
        <dgm:presLayoutVars/>
      </dgm:prSet>
      <dgm:spPr/>
    </dgm:pt>
    <dgm:pt modelId="{487A7FB5-51EE-4CB3-8E1E-EBBA895E2199}" type="pres">
      <dgm:prSet presAssocID="{7DB4E7CA-3F34-4CD2-ABF6-0E4E08B06642}" presName="sibTrans" presStyleCnt="0"/>
      <dgm:spPr/>
    </dgm:pt>
    <dgm:pt modelId="{609CE33C-4A61-4A42-A4F0-8199AE312CF3}" type="pres">
      <dgm:prSet presAssocID="{71B93F51-0D32-4A98-A8A0-3E5B41557CD8}" presName="compNode" presStyleCnt="0"/>
      <dgm:spPr/>
    </dgm:pt>
    <dgm:pt modelId="{50A8081B-D9D1-491C-835F-8CA4F30611AD}" type="pres">
      <dgm:prSet presAssocID="{71B93F51-0D32-4A98-A8A0-3E5B41557CD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5D775FE5-79CE-4668-9877-50F961DB72F9}" type="pres">
      <dgm:prSet presAssocID="{71B93F51-0D32-4A98-A8A0-3E5B41557CD8}" presName="iconSpace" presStyleCnt="0"/>
      <dgm:spPr/>
    </dgm:pt>
    <dgm:pt modelId="{6B03B643-BE8C-443B-B9C5-6A4044979ABA}" type="pres">
      <dgm:prSet presAssocID="{71B93F51-0D32-4A98-A8A0-3E5B41557CD8}" presName="parTx" presStyleLbl="revTx" presStyleIdx="2" presStyleCnt="4">
        <dgm:presLayoutVars>
          <dgm:chMax val="0"/>
          <dgm:chPref val="0"/>
        </dgm:presLayoutVars>
      </dgm:prSet>
      <dgm:spPr/>
    </dgm:pt>
    <dgm:pt modelId="{5086DA7D-9155-48A3-9276-82F6531329F3}" type="pres">
      <dgm:prSet presAssocID="{71B93F51-0D32-4A98-A8A0-3E5B41557CD8}" presName="txSpace" presStyleCnt="0"/>
      <dgm:spPr/>
    </dgm:pt>
    <dgm:pt modelId="{7A92FF53-548C-4430-8657-3E30090AB28A}" type="pres">
      <dgm:prSet presAssocID="{71B93F51-0D32-4A98-A8A0-3E5B41557CD8}" presName="desTx" presStyleLbl="revTx" presStyleIdx="3" presStyleCnt="4">
        <dgm:presLayoutVars/>
      </dgm:prSet>
      <dgm:spPr/>
    </dgm:pt>
  </dgm:ptLst>
  <dgm:cxnLst>
    <dgm:cxn modelId="{F385C52D-570D-4EF1-8C36-0D4BE4D0BA5E}" type="presOf" srcId="{8C384127-A73A-48BF-862E-490851821C5E}" destId="{C7820801-0213-4663-B416-82E6E6AF6DFB}" srcOrd="0" destOrd="0" presId="urn:microsoft.com/office/officeart/2018/2/layout/IconLabelDescriptionList"/>
    <dgm:cxn modelId="{52EA652F-B8DD-4E41-8491-1D45F4B6CE35}" type="presOf" srcId="{6FD63F5B-AA9F-46FC-B0C5-E5E917F7DA3F}" destId="{2D02A4B2-72B6-494C-B11A-BFD5FC56616C}" srcOrd="0" destOrd="2" presId="urn:microsoft.com/office/officeart/2018/2/layout/IconLabelDescriptionList"/>
    <dgm:cxn modelId="{471C2844-1EAA-4428-96C7-3E233BBE8750}" srcId="{8C384127-A73A-48BF-862E-490851821C5E}" destId="{59B7EA78-D7E3-4316-A7C9-BB627ED02693}" srcOrd="1" destOrd="0" parTransId="{E4623512-000F-44AE-B51C-70CCAB4B42AE}" sibTransId="{2CD05A91-2238-4E7C-B39C-63EC047CE51B}"/>
    <dgm:cxn modelId="{2651006A-65B5-441B-A7CF-EA5FE59E5296}" type="presOf" srcId="{71B93F51-0D32-4A98-A8A0-3E5B41557CD8}" destId="{6B03B643-BE8C-443B-B9C5-6A4044979ABA}" srcOrd="0" destOrd="0" presId="urn:microsoft.com/office/officeart/2018/2/layout/IconLabelDescriptionList"/>
    <dgm:cxn modelId="{170FE371-0F4F-43B1-BA0D-3240251B4CF6}" type="presOf" srcId="{BEF8C042-E35A-489C-8273-911928289445}" destId="{2D02A4B2-72B6-494C-B11A-BFD5FC56616C}" srcOrd="0" destOrd="0" presId="urn:microsoft.com/office/officeart/2018/2/layout/IconLabelDescriptionList"/>
    <dgm:cxn modelId="{E7CC657B-8DEB-413A-AB61-0DD2411B3C76}" srcId="{ADF5DFD8-1B03-4011-A313-66F866FD12B4}" destId="{8C384127-A73A-48BF-862E-490851821C5E}" srcOrd="0" destOrd="0" parTransId="{5CBE017A-7F52-4A85-948F-48BF6738CD09}" sibTransId="{7DB4E7CA-3F34-4CD2-ABF6-0E4E08B06642}"/>
    <dgm:cxn modelId="{F9F2C29B-7050-4E74-B897-D9933D19D928}" type="presOf" srcId="{ADF5DFD8-1B03-4011-A313-66F866FD12B4}" destId="{CFC705FB-6F9A-4497-B888-59194ADC5DBB}" srcOrd="0" destOrd="0" presId="urn:microsoft.com/office/officeart/2018/2/layout/IconLabelDescriptionList"/>
    <dgm:cxn modelId="{F56E97A2-98FE-4716-B521-AFE7C81879D3}" type="presOf" srcId="{59B7EA78-D7E3-4316-A7C9-BB627ED02693}" destId="{2D02A4B2-72B6-494C-B11A-BFD5FC56616C}" srcOrd="0" destOrd="1" presId="urn:microsoft.com/office/officeart/2018/2/layout/IconLabelDescriptionList"/>
    <dgm:cxn modelId="{17066BB0-A9FF-48E6-A01D-D4C844096999}" srcId="{71B93F51-0D32-4A98-A8A0-3E5B41557CD8}" destId="{2004BF6D-CD65-4DF2-8C47-F158D61E56E5}" srcOrd="1" destOrd="0" parTransId="{BA2544CA-6AF8-4638-AF22-899910FC7D9C}" sibTransId="{B8EE2FD5-68EF-4D1D-9F99-C06D725A07CD}"/>
    <dgm:cxn modelId="{77373BB1-19A1-4346-98F2-A0E59B4D3A57}" srcId="{8C384127-A73A-48BF-862E-490851821C5E}" destId="{BEF8C042-E35A-489C-8273-911928289445}" srcOrd="0" destOrd="0" parTransId="{2A55279D-18AF-4B3C-9724-A802931AA75D}" sibTransId="{B9B516AD-8906-4BE8-AF87-1C40029AFADA}"/>
    <dgm:cxn modelId="{C1C125B9-8BA2-4E08-B823-09A8DDAF6F4D}" type="presOf" srcId="{2004BF6D-CD65-4DF2-8C47-F158D61E56E5}" destId="{7A92FF53-548C-4430-8657-3E30090AB28A}" srcOrd="0" destOrd="1" presId="urn:microsoft.com/office/officeart/2018/2/layout/IconLabelDescriptionList"/>
    <dgm:cxn modelId="{8FD3DAB9-B592-4FF3-B095-64ED753E81FB}" srcId="{8C384127-A73A-48BF-862E-490851821C5E}" destId="{6FD63F5B-AA9F-46FC-B0C5-E5E917F7DA3F}" srcOrd="2" destOrd="0" parTransId="{4B478F3E-E737-488A-8E75-9CF528A1268F}" sibTransId="{CE211DEA-2FFE-41DF-9185-A6B2735E50EA}"/>
    <dgm:cxn modelId="{DF9B2CCD-92CE-4CC2-9B86-A610D91E3F92}" type="presOf" srcId="{09F8C690-55F7-4E59-B050-D797BF99D80B}" destId="{7A92FF53-548C-4430-8657-3E30090AB28A}" srcOrd="0" destOrd="2" presId="urn:microsoft.com/office/officeart/2018/2/layout/IconLabelDescriptionList"/>
    <dgm:cxn modelId="{DA08BDD1-668F-4B5F-A8C4-45FF95E70662}" type="presOf" srcId="{EB636C79-7E71-4F55-AD50-EC54784152A1}" destId="{7A92FF53-548C-4430-8657-3E30090AB28A}" srcOrd="0" destOrd="0" presId="urn:microsoft.com/office/officeart/2018/2/layout/IconLabelDescriptionList"/>
    <dgm:cxn modelId="{E7CFE6E0-1EFE-41EB-8775-93A39D22B2EA}" srcId="{ADF5DFD8-1B03-4011-A313-66F866FD12B4}" destId="{71B93F51-0D32-4A98-A8A0-3E5B41557CD8}" srcOrd="1" destOrd="0" parTransId="{7DC8B5C9-2964-414E-8118-5B5686F14758}" sibTransId="{430D3B5D-0FB2-41F4-A6AA-7172DE22F044}"/>
    <dgm:cxn modelId="{9FC316E1-6120-4A44-A0B5-EC44AA007D52}" srcId="{71B93F51-0D32-4A98-A8A0-3E5B41557CD8}" destId="{09F8C690-55F7-4E59-B050-D797BF99D80B}" srcOrd="2" destOrd="0" parTransId="{BCC6DA73-03A3-457C-9710-4AD727FE49E5}" sibTransId="{82587C38-DD7F-48F3-B872-0FA27E6B11C5}"/>
    <dgm:cxn modelId="{060C7BE4-F5A3-4936-8278-ABC8ABE46C5A}" srcId="{71B93F51-0D32-4A98-A8A0-3E5B41557CD8}" destId="{EB636C79-7E71-4F55-AD50-EC54784152A1}" srcOrd="0" destOrd="0" parTransId="{551AE794-0613-405B-BE13-B3E8F811F7AA}" sibTransId="{20D0DEFD-DC8F-4D44-90C2-5E2BEAAF9D30}"/>
    <dgm:cxn modelId="{8162070F-10D3-4282-8C3E-CC5006CD2AFF}" type="presParOf" srcId="{CFC705FB-6F9A-4497-B888-59194ADC5DBB}" destId="{8E9C5276-D921-40BD-9060-C5C04BDEF04D}" srcOrd="0" destOrd="0" presId="urn:microsoft.com/office/officeart/2018/2/layout/IconLabelDescriptionList"/>
    <dgm:cxn modelId="{368527D2-7E23-4A06-B052-5D219BB97824}" type="presParOf" srcId="{8E9C5276-D921-40BD-9060-C5C04BDEF04D}" destId="{42D5CB90-047E-4740-B168-713E47DC380F}" srcOrd="0" destOrd="0" presId="urn:microsoft.com/office/officeart/2018/2/layout/IconLabelDescriptionList"/>
    <dgm:cxn modelId="{F7D0A346-AA00-4C5A-AA6D-CEF98A870880}" type="presParOf" srcId="{8E9C5276-D921-40BD-9060-C5C04BDEF04D}" destId="{03A30162-428F-4509-8EFC-1582BDA5A062}" srcOrd="1" destOrd="0" presId="urn:microsoft.com/office/officeart/2018/2/layout/IconLabelDescriptionList"/>
    <dgm:cxn modelId="{9BB8A1B6-792B-4B6D-BD1A-2AFC16B7BCE8}" type="presParOf" srcId="{8E9C5276-D921-40BD-9060-C5C04BDEF04D}" destId="{C7820801-0213-4663-B416-82E6E6AF6DFB}" srcOrd="2" destOrd="0" presId="urn:microsoft.com/office/officeart/2018/2/layout/IconLabelDescriptionList"/>
    <dgm:cxn modelId="{558B0674-B206-493D-953B-3163D6F598E3}" type="presParOf" srcId="{8E9C5276-D921-40BD-9060-C5C04BDEF04D}" destId="{7DE6F933-E84F-41E0-A30E-95E93EE7AE23}" srcOrd="3" destOrd="0" presId="urn:microsoft.com/office/officeart/2018/2/layout/IconLabelDescriptionList"/>
    <dgm:cxn modelId="{A915D620-4D27-4FE7-BE28-6BA5F8004FE0}" type="presParOf" srcId="{8E9C5276-D921-40BD-9060-C5C04BDEF04D}" destId="{2D02A4B2-72B6-494C-B11A-BFD5FC56616C}" srcOrd="4" destOrd="0" presId="urn:microsoft.com/office/officeart/2018/2/layout/IconLabelDescriptionList"/>
    <dgm:cxn modelId="{CC179C7E-9859-4F6D-83C2-C8028E189520}" type="presParOf" srcId="{CFC705FB-6F9A-4497-B888-59194ADC5DBB}" destId="{487A7FB5-51EE-4CB3-8E1E-EBBA895E2199}" srcOrd="1" destOrd="0" presId="urn:microsoft.com/office/officeart/2018/2/layout/IconLabelDescriptionList"/>
    <dgm:cxn modelId="{EB0AD403-15F7-4DDC-A8EE-4BA01D8198FC}" type="presParOf" srcId="{CFC705FB-6F9A-4497-B888-59194ADC5DBB}" destId="{609CE33C-4A61-4A42-A4F0-8199AE312CF3}" srcOrd="2" destOrd="0" presId="urn:microsoft.com/office/officeart/2018/2/layout/IconLabelDescriptionList"/>
    <dgm:cxn modelId="{EEBA4519-2895-4334-B527-02F652836A6F}" type="presParOf" srcId="{609CE33C-4A61-4A42-A4F0-8199AE312CF3}" destId="{50A8081B-D9D1-491C-835F-8CA4F30611AD}" srcOrd="0" destOrd="0" presId="urn:microsoft.com/office/officeart/2018/2/layout/IconLabelDescriptionList"/>
    <dgm:cxn modelId="{88D7CF14-E53F-491A-A385-DC0832C16EAE}" type="presParOf" srcId="{609CE33C-4A61-4A42-A4F0-8199AE312CF3}" destId="{5D775FE5-79CE-4668-9877-50F961DB72F9}" srcOrd="1" destOrd="0" presId="urn:microsoft.com/office/officeart/2018/2/layout/IconLabelDescriptionList"/>
    <dgm:cxn modelId="{C797EBAE-4778-4707-8B41-70E2A63F72F1}" type="presParOf" srcId="{609CE33C-4A61-4A42-A4F0-8199AE312CF3}" destId="{6B03B643-BE8C-443B-B9C5-6A4044979ABA}" srcOrd="2" destOrd="0" presId="urn:microsoft.com/office/officeart/2018/2/layout/IconLabelDescriptionList"/>
    <dgm:cxn modelId="{4CFC1B35-96A4-488A-B058-00C030D6FABA}" type="presParOf" srcId="{609CE33C-4A61-4A42-A4F0-8199AE312CF3}" destId="{5086DA7D-9155-48A3-9276-82F6531329F3}" srcOrd="3" destOrd="0" presId="urn:microsoft.com/office/officeart/2018/2/layout/IconLabelDescriptionList"/>
    <dgm:cxn modelId="{DD61F7D7-6FE0-43BF-B45D-EE227647FA79}" type="presParOf" srcId="{609CE33C-4A61-4A42-A4F0-8199AE312CF3}" destId="{7A92FF53-548C-4430-8657-3E30090AB28A}"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B972040D-B60A-4DF1-B070-E2F8A685A433}"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2ED03F99-ADB9-453B-ADA0-4BE1A910BF0E}">
      <dgm:prSet/>
      <dgm:spPr/>
      <dgm:t>
        <a:bodyPr/>
        <a:lstStyle/>
        <a:p>
          <a:pPr>
            <a:defRPr b="1"/>
          </a:pPr>
          <a:r>
            <a:rPr lang="en-MY"/>
            <a:t>Communication SaaS</a:t>
          </a:r>
          <a:endParaRPr lang="en-US"/>
        </a:p>
      </dgm:t>
    </dgm:pt>
    <dgm:pt modelId="{AABF793D-384F-42BE-8729-57C4844CAB85}" type="parTrans" cxnId="{5A3D03C2-1BCC-43BA-875C-70D0931B207F}">
      <dgm:prSet/>
      <dgm:spPr/>
      <dgm:t>
        <a:bodyPr/>
        <a:lstStyle/>
        <a:p>
          <a:endParaRPr lang="en-US"/>
        </a:p>
      </dgm:t>
    </dgm:pt>
    <dgm:pt modelId="{A66F9F43-BCC2-4614-B665-10858E647330}" type="sibTrans" cxnId="{5A3D03C2-1BCC-43BA-875C-70D0931B207F}">
      <dgm:prSet/>
      <dgm:spPr/>
      <dgm:t>
        <a:bodyPr/>
        <a:lstStyle/>
        <a:p>
          <a:endParaRPr lang="en-US"/>
        </a:p>
      </dgm:t>
    </dgm:pt>
    <dgm:pt modelId="{2B889A90-9351-49EA-B30C-936101472359}">
      <dgm:prSet/>
      <dgm:spPr/>
      <dgm:t>
        <a:bodyPr/>
        <a:lstStyle/>
        <a:p>
          <a:r>
            <a:rPr lang="en-MY"/>
            <a:t>Slack</a:t>
          </a:r>
          <a:endParaRPr lang="en-US"/>
        </a:p>
      </dgm:t>
    </dgm:pt>
    <dgm:pt modelId="{1C644FB1-C3A2-4736-AA48-B65B05FDD2CC}" type="parTrans" cxnId="{C3FCED92-5E48-4E30-8E34-913C25A5AC3F}">
      <dgm:prSet/>
      <dgm:spPr/>
      <dgm:t>
        <a:bodyPr/>
        <a:lstStyle/>
        <a:p>
          <a:endParaRPr lang="en-US"/>
        </a:p>
      </dgm:t>
    </dgm:pt>
    <dgm:pt modelId="{E0DA7E9F-85AC-4213-989C-2FF48B8AFB36}" type="sibTrans" cxnId="{C3FCED92-5E48-4E30-8E34-913C25A5AC3F}">
      <dgm:prSet/>
      <dgm:spPr/>
      <dgm:t>
        <a:bodyPr/>
        <a:lstStyle/>
        <a:p>
          <a:endParaRPr lang="en-US"/>
        </a:p>
      </dgm:t>
    </dgm:pt>
    <dgm:pt modelId="{81E5F7AC-24AE-4C6B-AE43-04206EE23ACE}">
      <dgm:prSet/>
      <dgm:spPr/>
      <dgm:t>
        <a:bodyPr/>
        <a:lstStyle/>
        <a:p>
          <a:r>
            <a:rPr lang="en-MY"/>
            <a:t>Zoom</a:t>
          </a:r>
          <a:endParaRPr lang="en-US"/>
        </a:p>
      </dgm:t>
    </dgm:pt>
    <dgm:pt modelId="{A432E5DC-7510-4B2C-840A-9E31721B9103}" type="parTrans" cxnId="{567860B7-BF77-4DB0-9EDB-799F07974742}">
      <dgm:prSet/>
      <dgm:spPr/>
      <dgm:t>
        <a:bodyPr/>
        <a:lstStyle/>
        <a:p>
          <a:endParaRPr lang="en-US"/>
        </a:p>
      </dgm:t>
    </dgm:pt>
    <dgm:pt modelId="{9B0A8484-A31D-4201-8734-2717DF2F4EDC}" type="sibTrans" cxnId="{567860B7-BF77-4DB0-9EDB-799F07974742}">
      <dgm:prSet/>
      <dgm:spPr/>
      <dgm:t>
        <a:bodyPr/>
        <a:lstStyle/>
        <a:p>
          <a:endParaRPr lang="en-US"/>
        </a:p>
      </dgm:t>
    </dgm:pt>
    <dgm:pt modelId="{2E58C08E-D339-40A3-8431-C4265927ABDB}">
      <dgm:prSet/>
      <dgm:spPr/>
      <dgm:t>
        <a:bodyPr/>
        <a:lstStyle/>
        <a:p>
          <a:r>
            <a:rPr lang="en-MY"/>
            <a:t>Microsoft Teams</a:t>
          </a:r>
          <a:endParaRPr lang="en-US"/>
        </a:p>
      </dgm:t>
    </dgm:pt>
    <dgm:pt modelId="{8F2690D9-424D-41BF-9D16-F37A923DFA82}" type="parTrans" cxnId="{7F3D0385-4D6D-4476-9DE9-24BA8FC109F3}">
      <dgm:prSet/>
      <dgm:spPr/>
      <dgm:t>
        <a:bodyPr/>
        <a:lstStyle/>
        <a:p>
          <a:endParaRPr lang="en-US"/>
        </a:p>
      </dgm:t>
    </dgm:pt>
    <dgm:pt modelId="{98ED531D-36F7-4124-B92A-52AEB0091BEE}" type="sibTrans" cxnId="{7F3D0385-4D6D-4476-9DE9-24BA8FC109F3}">
      <dgm:prSet/>
      <dgm:spPr/>
      <dgm:t>
        <a:bodyPr/>
        <a:lstStyle/>
        <a:p>
          <a:endParaRPr lang="en-US"/>
        </a:p>
      </dgm:t>
    </dgm:pt>
    <dgm:pt modelId="{438ADD4B-4960-4D0D-B1B2-FF167E0957C4}">
      <dgm:prSet/>
      <dgm:spPr/>
      <dgm:t>
        <a:bodyPr/>
        <a:lstStyle/>
        <a:p>
          <a:pPr>
            <a:defRPr b="1"/>
          </a:pPr>
          <a:r>
            <a:rPr lang="en-MY"/>
            <a:t>E-commerce SaaS</a:t>
          </a:r>
          <a:endParaRPr lang="en-US"/>
        </a:p>
      </dgm:t>
    </dgm:pt>
    <dgm:pt modelId="{A7E08DB8-7E72-4940-BAB6-2EA0509C675B}" type="parTrans" cxnId="{1F55670F-1FCD-4E19-A39B-AECA92F469BB}">
      <dgm:prSet/>
      <dgm:spPr/>
      <dgm:t>
        <a:bodyPr/>
        <a:lstStyle/>
        <a:p>
          <a:endParaRPr lang="en-US"/>
        </a:p>
      </dgm:t>
    </dgm:pt>
    <dgm:pt modelId="{995E16CB-23F3-4D29-AA3B-C6970F16CF36}" type="sibTrans" cxnId="{1F55670F-1FCD-4E19-A39B-AECA92F469BB}">
      <dgm:prSet/>
      <dgm:spPr/>
      <dgm:t>
        <a:bodyPr/>
        <a:lstStyle/>
        <a:p>
          <a:endParaRPr lang="en-US"/>
        </a:p>
      </dgm:t>
    </dgm:pt>
    <dgm:pt modelId="{52DE1FD0-FFC5-417B-9A5B-2940D8EF8DCA}">
      <dgm:prSet/>
      <dgm:spPr/>
      <dgm:t>
        <a:bodyPr/>
        <a:lstStyle/>
        <a:p>
          <a:r>
            <a:rPr lang="en-MY"/>
            <a:t>Shopify</a:t>
          </a:r>
          <a:endParaRPr lang="en-US"/>
        </a:p>
      </dgm:t>
    </dgm:pt>
    <dgm:pt modelId="{F9F4263B-12EF-45A4-8249-B15F21F139FC}" type="parTrans" cxnId="{F8A5D2A3-2B36-4FEF-B6B5-D598B9A770B0}">
      <dgm:prSet/>
      <dgm:spPr/>
      <dgm:t>
        <a:bodyPr/>
        <a:lstStyle/>
        <a:p>
          <a:endParaRPr lang="en-US"/>
        </a:p>
      </dgm:t>
    </dgm:pt>
    <dgm:pt modelId="{00203078-CC56-46B8-8F04-34E6C1794029}" type="sibTrans" cxnId="{F8A5D2A3-2B36-4FEF-B6B5-D598B9A770B0}">
      <dgm:prSet/>
      <dgm:spPr/>
      <dgm:t>
        <a:bodyPr/>
        <a:lstStyle/>
        <a:p>
          <a:endParaRPr lang="en-US"/>
        </a:p>
      </dgm:t>
    </dgm:pt>
    <dgm:pt modelId="{D838F81A-AA2A-4DF9-9269-CD0C98FEE097}">
      <dgm:prSet/>
      <dgm:spPr/>
      <dgm:t>
        <a:bodyPr/>
        <a:lstStyle/>
        <a:p>
          <a:r>
            <a:rPr lang="en-MY"/>
            <a:t>BigCommerce</a:t>
          </a:r>
          <a:endParaRPr lang="en-US"/>
        </a:p>
      </dgm:t>
    </dgm:pt>
    <dgm:pt modelId="{997A4632-CF66-4B86-8039-2DD3B51DAE86}" type="parTrans" cxnId="{087493D0-480F-4173-84E8-4DBF176F681E}">
      <dgm:prSet/>
      <dgm:spPr/>
      <dgm:t>
        <a:bodyPr/>
        <a:lstStyle/>
        <a:p>
          <a:endParaRPr lang="en-US"/>
        </a:p>
      </dgm:t>
    </dgm:pt>
    <dgm:pt modelId="{0D65BF47-CFD4-4270-9A93-4EA8FA4E90C3}" type="sibTrans" cxnId="{087493D0-480F-4173-84E8-4DBF176F681E}">
      <dgm:prSet/>
      <dgm:spPr/>
      <dgm:t>
        <a:bodyPr/>
        <a:lstStyle/>
        <a:p>
          <a:endParaRPr lang="en-US"/>
        </a:p>
      </dgm:t>
    </dgm:pt>
    <dgm:pt modelId="{95F3E54F-D039-4298-89EA-5351120C1DFD}">
      <dgm:prSet/>
      <dgm:spPr/>
      <dgm:t>
        <a:bodyPr/>
        <a:lstStyle/>
        <a:p>
          <a:r>
            <a:rPr lang="en-MY"/>
            <a:t>Wix</a:t>
          </a:r>
          <a:endParaRPr lang="en-US"/>
        </a:p>
      </dgm:t>
    </dgm:pt>
    <dgm:pt modelId="{C4B4B02A-1B6B-4B47-B48A-EA4E86824B61}" type="parTrans" cxnId="{55BA295E-8F1C-45BA-96E2-3C8244F7AF21}">
      <dgm:prSet/>
      <dgm:spPr/>
      <dgm:t>
        <a:bodyPr/>
        <a:lstStyle/>
        <a:p>
          <a:endParaRPr lang="en-US"/>
        </a:p>
      </dgm:t>
    </dgm:pt>
    <dgm:pt modelId="{A84BECBC-9D1E-4928-B154-2F2881BB6384}" type="sibTrans" cxnId="{55BA295E-8F1C-45BA-96E2-3C8244F7AF21}">
      <dgm:prSet/>
      <dgm:spPr/>
      <dgm:t>
        <a:bodyPr/>
        <a:lstStyle/>
        <a:p>
          <a:endParaRPr lang="en-US"/>
        </a:p>
      </dgm:t>
    </dgm:pt>
    <dgm:pt modelId="{A99FC5FC-28E3-4761-AD77-C17D0838F93D}" type="pres">
      <dgm:prSet presAssocID="{B972040D-B60A-4DF1-B070-E2F8A685A433}" presName="root" presStyleCnt="0">
        <dgm:presLayoutVars>
          <dgm:dir/>
          <dgm:resizeHandles val="exact"/>
        </dgm:presLayoutVars>
      </dgm:prSet>
      <dgm:spPr/>
    </dgm:pt>
    <dgm:pt modelId="{41A7831F-6C9A-49B0-9701-1D7F91F2C9A4}" type="pres">
      <dgm:prSet presAssocID="{2ED03F99-ADB9-453B-ADA0-4BE1A910BF0E}" presName="compNode" presStyleCnt="0"/>
      <dgm:spPr/>
    </dgm:pt>
    <dgm:pt modelId="{454F12E2-27D3-4A81-9FFC-4E3EAB2B90F7}" type="pres">
      <dgm:prSet presAssocID="{2ED03F99-ADB9-453B-ADA0-4BE1A910BF0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099AFFC4-FA74-479D-98BE-AAFD290971DE}" type="pres">
      <dgm:prSet presAssocID="{2ED03F99-ADB9-453B-ADA0-4BE1A910BF0E}" presName="iconSpace" presStyleCnt="0"/>
      <dgm:spPr/>
    </dgm:pt>
    <dgm:pt modelId="{A934B472-5014-43CC-B856-D71DAB7CFC74}" type="pres">
      <dgm:prSet presAssocID="{2ED03F99-ADB9-453B-ADA0-4BE1A910BF0E}" presName="parTx" presStyleLbl="revTx" presStyleIdx="0" presStyleCnt="4">
        <dgm:presLayoutVars>
          <dgm:chMax val="0"/>
          <dgm:chPref val="0"/>
        </dgm:presLayoutVars>
      </dgm:prSet>
      <dgm:spPr/>
    </dgm:pt>
    <dgm:pt modelId="{2D4FE3E8-1D6B-49D5-9CE0-3B11D583CA8B}" type="pres">
      <dgm:prSet presAssocID="{2ED03F99-ADB9-453B-ADA0-4BE1A910BF0E}" presName="txSpace" presStyleCnt="0"/>
      <dgm:spPr/>
    </dgm:pt>
    <dgm:pt modelId="{90B2D88F-9044-4B24-8DC0-80BA02D772F0}" type="pres">
      <dgm:prSet presAssocID="{2ED03F99-ADB9-453B-ADA0-4BE1A910BF0E}" presName="desTx" presStyleLbl="revTx" presStyleIdx="1" presStyleCnt="4">
        <dgm:presLayoutVars/>
      </dgm:prSet>
      <dgm:spPr/>
    </dgm:pt>
    <dgm:pt modelId="{BE68D238-B400-4896-92D5-E07B24622EC6}" type="pres">
      <dgm:prSet presAssocID="{A66F9F43-BCC2-4614-B665-10858E647330}" presName="sibTrans" presStyleCnt="0"/>
      <dgm:spPr/>
    </dgm:pt>
    <dgm:pt modelId="{2D08BD52-BE84-4A58-A45B-11074034A7C2}" type="pres">
      <dgm:prSet presAssocID="{438ADD4B-4960-4D0D-B1B2-FF167E0957C4}" presName="compNode" presStyleCnt="0"/>
      <dgm:spPr/>
    </dgm:pt>
    <dgm:pt modelId="{32412ABE-5CDF-44E7-9A36-B78FFA621665}" type="pres">
      <dgm:prSet presAssocID="{438ADD4B-4960-4D0D-B1B2-FF167E0957C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3D104762-2BCD-468A-989C-9C45C5444FC1}" type="pres">
      <dgm:prSet presAssocID="{438ADD4B-4960-4D0D-B1B2-FF167E0957C4}" presName="iconSpace" presStyleCnt="0"/>
      <dgm:spPr/>
    </dgm:pt>
    <dgm:pt modelId="{2873EB76-FE8F-41BD-876E-8A21ED770DD2}" type="pres">
      <dgm:prSet presAssocID="{438ADD4B-4960-4D0D-B1B2-FF167E0957C4}" presName="parTx" presStyleLbl="revTx" presStyleIdx="2" presStyleCnt="4">
        <dgm:presLayoutVars>
          <dgm:chMax val="0"/>
          <dgm:chPref val="0"/>
        </dgm:presLayoutVars>
      </dgm:prSet>
      <dgm:spPr/>
    </dgm:pt>
    <dgm:pt modelId="{B07C3859-D7FA-4BAA-9A72-B4E6A6D3592D}" type="pres">
      <dgm:prSet presAssocID="{438ADD4B-4960-4D0D-B1B2-FF167E0957C4}" presName="txSpace" presStyleCnt="0"/>
      <dgm:spPr/>
    </dgm:pt>
    <dgm:pt modelId="{7CB7EB19-6359-4E54-940B-0B83514349AD}" type="pres">
      <dgm:prSet presAssocID="{438ADD4B-4960-4D0D-B1B2-FF167E0957C4}" presName="desTx" presStyleLbl="revTx" presStyleIdx="3" presStyleCnt="4">
        <dgm:presLayoutVars/>
      </dgm:prSet>
      <dgm:spPr/>
    </dgm:pt>
  </dgm:ptLst>
  <dgm:cxnLst>
    <dgm:cxn modelId="{FED44E00-86E9-458E-8D2B-52EF9A9C59D8}" type="presOf" srcId="{2E58C08E-D339-40A3-8431-C4265927ABDB}" destId="{90B2D88F-9044-4B24-8DC0-80BA02D772F0}" srcOrd="0" destOrd="2" presId="urn:microsoft.com/office/officeart/2018/2/layout/IconLabelDescriptionList"/>
    <dgm:cxn modelId="{AEB8630B-7DDA-4119-A507-FF6127ED9FE0}" type="presOf" srcId="{52DE1FD0-FFC5-417B-9A5B-2940D8EF8DCA}" destId="{7CB7EB19-6359-4E54-940B-0B83514349AD}" srcOrd="0" destOrd="0" presId="urn:microsoft.com/office/officeart/2018/2/layout/IconLabelDescriptionList"/>
    <dgm:cxn modelId="{1F55670F-1FCD-4E19-A39B-AECA92F469BB}" srcId="{B972040D-B60A-4DF1-B070-E2F8A685A433}" destId="{438ADD4B-4960-4D0D-B1B2-FF167E0957C4}" srcOrd="1" destOrd="0" parTransId="{A7E08DB8-7E72-4940-BAB6-2EA0509C675B}" sibTransId="{995E16CB-23F3-4D29-AA3B-C6970F16CF36}"/>
    <dgm:cxn modelId="{BE789529-6AA0-47BA-99E0-BDD28CE5BA43}" type="presOf" srcId="{D838F81A-AA2A-4DF9-9269-CD0C98FEE097}" destId="{7CB7EB19-6359-4E54-940B-0B83514349AD}" srcOrd="0" destOrd="1" presId="urn:microsoft.com/office/officeart/2018/2/layout/IconLabelDescriptionList"/>
    <dgm:cxn modelId="{77B30C34-280A-4C23-8DBD-91054E5039EA}" type="presOf" srcId="{B972040D-B60A-4DF1-B070-E2F8A685A433}" destId="{A99FC5FC-28E3-4761-AD77-C17D0838F93D}" srcOrd="0" destOrd="0" presId="urn:microsoft.com/office/officeart/2018/2/layout/IconLabelDescriptionList"/>
    <dgm:cxn modelId="{55BA295E-8F1C-45BA-96E2-3C8244F7AF21}" srcId="{438ADD4B-4960-4D0D-B1B2-FF167E0957C4}" destId="{95F3E54F-D039-4298-89EA-5351120C1DFD}" srcOrd="2" destOrd="0" parTransId="{C4B4B02A-1B6B-4B47-B48A-EA4E86824B61}" sibTransId="{A84BECBC-9D1E-4928-B154-2F2881BB6384}"/>
    <dgm:cxn modelId="{A0058876-4B7D-4A7B-8B20-43F626C87F84}" type="presOf" srcId="{438ADD4B-4960-4D0D-B1B2-FF167E0957C4}" destId="{2873EB76-FE8F-41BD-876E-8A21ED770DD2}" srcOrd="0" destOrd="0" presId="urn:microsoft.com/office/officeart/2018/2/layout/IconLabelDescriptionList"/>
    <dgm:cxn modelId="{7F3D0385-4D6D-4476-9DE9-24BA8FC109F3}" srcId="{2ED03F99-ADB9-453B-ADA0-4BE1A910BF0E}" destId="{2E58C08E-D339-40A3-8431-C4265927ABDB}" srcOrd="2" destOrd="0" parTransId="{8F2690D9-424D-41BF-9D16-F37A923DFA82}" sibTransId="{98ED531D-36F7-4124-B92A-52AEB0091BEE}"/>
    <dgm:cxn modelId="{D1CFEE8A-848F-4E7C-BF22-0AE8B2338D18}" type="presOf" srcId="{2ED03F99-ADB9-453B-ADA0-4BE1A910BF0E}" destId="{A934B472-5014-43CC-B856-D71DAB7CFC74}" srcOrd="0" destOrd="0" presId="urn:microsoft.com/office/officeart/2018/2/layout/IconLabelDescriptionList"/>
    <dgm:cxn modelId="{C3FCED92-5E48-4E30-8E34-913C25A5AC3F}" srcId="{2ED03F99-ADB9-453B-ADA0-4BE1A910BF0E}" destId="{2B889A90-9351-49EA-B30C-936101472359}" srcOrd="0" destOrd="0" parTransId="{1C644FB1-C3A2-4736-AA48-B65B05FDD2CC}" sibTransId="{E0DA7E9F-85AC-4213-989C-2FF48B8AFB36}"/>
    <dgm:cxn modelId="{F8A5D2A3-2B36-4FEF-B6B5-D598B9A770B0}" srcId="{438ADD4B-4960-4D0D-B1B2-FF167E0957C4}" destId="{52DE1FD0-FFC5-417B-9A5B-2940D8EF8DCA}" srcOrd="0" destOrd="0" parTransId="{F9F4263B-12EF-45A4-8249-B15F21F139FC}" sibTransId="{00203078-CC56-46B8-8F04-34E6C1794029}"/>
    <dgm:cxn modelId="{567860B7-BF77-4DB0-9EDB-799F07974742}" srcId="{2ED03F99-ADB9-453B-ADA0-4BE1A910BF0E}" destId="{81E5F7AC-24AE-4C6B-AE43-04206EE23ACE}" srcOrd="1" destOrd="0" parTransId="{A432E5DC-7510-4B2C-840A-9E31721B9103}" sibTransId="{9B0A8484-A31D-4201-8734-2717DF2F4EDC}"/>
    <dgm:cxn modelId="{5A3D03C2-1BCC-43BA-875C-70D0931B207F}" srcId="{B972040D-B60A-4DF1-B070-E2F8A685A433}" destId="{2ED03F99-ADB9-453B-ADA0-4BE1A910BF0E}" srcOrd="0" destOrd="0" parTransId="{AABF793D-384F-42BE-8729-57C4844CAB85}" sibTransId="{A66F9F43-BCC2-4614-B665-10858E647330}"/>
    <dgm:cxn modelId="{2C5287CF-3A4B-41B8-B1CD-9F266C1D4DA0}" type="presOf" srcId="{81E5F7AC-24AE-4C6B-AE43-04206EE23ACE}" destId="{90B2D88F-9044-4B24-8DC0-80BA02D772F0}" srcOrd="0" destOrd="1" presId="urn:microsoft.com/office/officeart/2018/2/layout/IconLabelDescriptionList"/>
    <dgm:cxn modelId="{087493D0-480F-4173-84E8-4DBF176F681E}" srcId="{438ADD4B-4960-4D0D-B1B2-FF167E0957C4}" destId="{D838F81A-AA2A-4DF9-9269-CD0C98FEE097}" srcOrd="1" destOrd="0" parTransId="{997A4632-CF66-4B86-8039-2DD3B51DAE86}" sibTransId="{0D65BF47-CFD4-4270-9A93-4EA8FA4E90C3}"/>
    <dgm:cxn modelId="{E93137E8-69FF-4226-84A3-AB82B3CDE0AE}" type="presOf" srcId="{95F3E54F-D039-4298-89EA-5351120C1DFD}" destId="{7CB7EB19-6359-4E54-940B-0B83514349AD}" srcOrd="0" destOrd="2" presId="urn:microsoft.com/office/officeart/2018/2/layout/IconLabelDescriptionList"/>
    <dgm:cxn modelId="{4A46E8FE-C9DE-44BA-A50F-7DD09AA931B3}" type="presOf" srcId="{2B889A90-9351-49EA-B30C-936101472359}" destId="{90B2D88F-9044-4B24-8DC0-80BA02D772F0}" srcOrd="0" destOrd="0" presId="urn:microsoft.com/office/officeart/2018/2/layout/IconLabelDescriptionList"/>
    <dgm:cxn modelId="{D2A20A6D-5BD7-42B1-8548-E9489800E4D6}" type="presParOf" srcId="{A99FC5FC-28E3-4761-AD77-C17D0838F93D}" destId="{41A7831F-6C9A-49B0-9701-1D7F91F2C9A4}" srcOrd="0" destOrd="0" presId="urn:microsoft.com/office/officeart/2018/2/layout/IconLabelDescriptionList"/>
    <dgm:cxn modelId="{94B1E89D-2356-4A53-8538-B008FA9F74EF}" type="presParOf" srcId="{41A7831F-6C9A-49B0-9701-1D7F91F2C9A4}" destId="{454F12E2-27D3-4A81-9FFC-4E3EAB2B90F7}" srcOrd="0" destOrd="0" presId="urn:microsoft.com/office/officeart/2018/2/layout/IconLabelDescriptionList"/>
    <dgm:cxn modelId="{5E606636-D5A5-4365-BD3F-A437F01B0985}" type="presParOf" srcId="{41A7831F-6C9A-49B0-9701-1D7F91F2C9A4}" destId="{099AFFC4-FA74-479D-98BE-AAFD290971DE}" srcOrd="1" destOrd="0" presId="urn:microsoft.com/office/officeart/2018/2/layout/IconLabelDescriptionList"/>
    <dgm:cxn modelId="{5CC1EB66-1290-4D77-B9E0-2B90AB9F75BD}" type="presParOf" srcId="{41A7831F-6C9A-49B0-9701-1D7F91F2C9A4}" destId="{A934B472-5014-43CC-B856-D71DAB7CFC74}" srcOrd="2" destOrd="0" presId="urn:microsoft.com/office/officeart/2018/2/layout/IconLabelDescriptionList"/>
    <dgm:cxn modelId="{346027D7-5AA9-4872-84DA-71E9652D089D}" type="presParOf" srcId="{41A7831F-6C9A-49B0-9701-1D7F91F2C9A4}" destId="{2D4FE3E8-1D6B-49D5-9CE0-3B11D583CA8B}" srcOrd="3" destOrd="0" presId="urn:microsoft.com/office/officeart/2018/2/layout/IconLabelDescriptionList"/>
    <dgm:cxn modelId="{27BFA4CF-297D-43D1-816C-AEBDC77AB1CE}" type="presParOf" srcId="{41A7831F-6C9A-49B0-9701-1D7F91F2C9A4}" destId="{90B2D88F-9044-4B24-8DC0-80BA02D772F0}" srcOrd="4" destOrd="0" presId="urn:microsoft.com/office/officeart/2018/2/layout/IconLabelDescriptionList"/>
    <dgm:cxn modelId="{254B6DB2-D3D1-4437-871B-6242818F8548}" type="presParOf" srcId="{A99FC5FC-28E3-4761-AD77-C17D0838F93D}" destId="{BE68D238-B400-4896-92D5-E07B24622EC6}" srcOrd="1" destOrd="0" presId="urn:microsoft.com/office/officeart/2018/2/layout/IconLabelDescriptionList"/>
    <dgm:cxn modelId="{C85B4F30-9C2B-4629-B09B-421841F1DE5A}" type="presParOf" srcId="{A99FC5FC-28E3-4761-AD77-C17D0838F93D}" destId="{2D08BD52-BE84-4A58-A45B-11074034A7C2}" srcOrd="2" destOrd="0" presId="urn:microsoft.com/office/officeart/2018/2/layout/IconLabelDescriptionList"/>
    <dgm:cxn modelId="{92B09256-EFCA-46C7-B1CB-845C1265D891}" type="presParOf" srcId="{2D08BD52-BE84-4A58-A45B-11074034A7C2}" destId="{32412ABE-5CDF-44E7-9A36-B78FFA621665}" srcOrd="0" destOrd="0" presId="urn:microsoft.com/office/officeart/2018/2/layout/IconLabelDescriptionList"/>
    <dgm:cxn modelId="{53F23EE8-DC99-4BE9-AFBF-88B49CB07C41}" type="presParOf" srcId="{2D08BD52-BE84-4A58-A45B-11074034A7C2}" destId="{3D104762-2BCD-468A-989C-9C45C5444FC1}" srcOrd="1" destOrd="0" presId="urn:microsoft.com/office/officeart/2018/2/layout/IconLabelDescriptionList"/>
    <dgm:cxn modelId="{0A8C153D-3F16-4908-B4D8-4A119541DFA9}" type="presParOf" srcId="{2D08BD52-BE84-4A58-A45B-11074034A7C2}" destId="{2873EB76-FE8F-41BD-876E-8A21ED770DD2}" srcOrd="2" destOrd="0" presId="urn:microsoft.com/office/officeart/2018/2/layout/IconLabelDescriptionList"/>
    <dgm:cxn modelId="{78EAE451-DF99-42CB-97D3-23EF4612DC76}" type="presParOf" srcId="{2D08BD52-BE84-4A58-A45B-11074034A7C2}" destId="{B07C3859-D7FA-4BAA-9A72-B4E6A6D3592D}" srcOrd="3" destOrd="0" presId="urn:microsoft.com/office/officeart/2018/2/layout/IconLabelDescriptionList"/>
    <dgm:cxn modelId="{E21DBEEA-0011-4D8A-9B40-62B34FE730D9}" type="presParOf" srcId="{2D08BD52-BE84-4A58-A45B-11074034A7C2}" destId="{7CB7EB19-6359-4E54-940B-0B83514349A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1B9C73D1-CC19-43B6-B94F-CF6D546BF0C5}" type="doc">
      <dgm:prSet loTypeId="urn:microsoft.com/office/officeart/2016/7/layout/VerticalDownArrowProcess" loCatId="process" qsTypeId="urn:microsoft.com/office/officeart/2005/8/quickstyle/simple1" qsCatId="simple" csTypeId="urn:microsoft.com/office/officeart/2005/8/colors/colorful5" csCatId="colorful"/>
      <dgm:spPr/>
      <dgm:t>
        <a:bodyPr/>
        <a:lstStyle/>
        <a:p>
          <a:endParaRPr lang="en-US"/>
        </a:p>
      </dgm:t>
    </dgm:pt>
    <dgm:pt modelId="{ED5F577E-5C63-41B2-9579-C12217395EF8}">
      <dgm:prSet/>
      <dgm:spPr/>
      <dgm:t>
        <a:bodyPr/>
        <a:lstStyle/>
        <a:p>
          <a:r>
            <a:rPr lang="en-MY" b="1"/>
            <a:t>1. SaaS in Business</a:t>
          </a:r>
          <a:endParaRPr lang="en-US"/>
        </a:p>
      </dgm:t>
    </dgm:pt>
    <dgm:pt modelId="{463DCC6F-587D-4716-9B9F-C159D8B8357F}" type="parTrans" cxnId="{5F92949A-7F97-456B-B2DB-CBC1EB99993C}">
      <dgm:prSet/>
      <dgm:spPr/>
      <dgm:t>
        <a:bodyPr/>
        <a:lstStyle/>
        <a:p>
          <a:endParaRPr lang="en-US"/>
        </a:p>
      </dgm:t>
    </dgm:pt>
    <dgm:pt modelId="{4498768C-4305-4BB5-9C8D-F99415AB0266}" type="sibTrans" cxnId="{5F92949A-7F97-456B-B2DB-CBC1EB99993C}">
      <dgm:prSet/>
      <dgm:spPr/>
      <dgm:t>
        <a:bodyPr/>
        <a:lstStyle/>
        <a:p>
          <a:endParaRPr lang="en-US"/>
        </a:p>
      </dgm:t>
    </dgm:pt>
    <dgm:pt modelId="{AAFDFAC3-E4EE-47A4-A5F4-91BC73AA1379}">
      <dgm:prSet/>
      <dgm:spPr/>
      <dgm:t>
        <a:bodyPr/>
        <a:lstStyle/>
        <a:p>
          <a:r>
            <a:rPr lang="en-MY"/>
            <a:t>Cloud-based accounting (QuickBooks)</a:t>
          </a:r>
          <a:endParaRPr lang="en-US"/>
        </a:p>
      </dgm:t>
    </dgm:pt>
    <dgm:pt modelId="{A7C2E158-80BE-4F72-8F42-0B6457F5D63E}" type="parTrans" cxnId="{7ECE75F9-F957-486D-B691-C24AFE7ACD3A}">
      <dgm:prSet/>
      <dgm:spPr/>
      <dgm:t>
        <a:bodyPr/>
        <a:lstStyle/>
        <a:p>
          <a:endParaRPr lang="en-US"/>
        </a:p>
      </dgm:t>
    </dgm:pt>
    <dgm:pt modelId="{DA3B179F-293D-4E20-BE1B-2D384D6EB063}" type="sibTrans" cxnId="{7ECE75F9-F957-486D-B691-C24AFE7ACD3A}">
      <dgm:prSet/>
      <dgm:spPr/>
      <dgm:t>
        <a:bodyPr/>
        <a:lstStyle/>
        <a:p>
          <a:endParaRPr lang="en-US"/>
        </a:p>
      </dgm:t>
    </dgm:pt>
    <dgm:pt modelId="{C0B23B01-C069-4E93-B154-379343855AEA}">
      <dgm:prSet/>
      <dgm:spPr/>
      <dgm:t>
        <a:bodyPr/>
        <a:lstStyle/>
        <a:p>
          <a:r>
            <a:rPr lang="en-MY"/>
            <a:t>HR &amp; Payroll (BambooHR, Workday)</a:t>
          </a:r>
          <a:endParaRPr lang="en-US"/>
        </a:p>
      </dgm:t>
    </dgm:pt>
    <dgm:pt modelId="{D25233D2-0BD1-47EC-A988-12AC8E8D7341}" type="parTrans" cxnId="{E85834F6-50C2-4232-A414-391B3CDD730F}">
      <dgm:prSet/>
      <dgm:spPr/>
      <dgm:t>
        <a:bodyPr/>
        <a:lstStyle/>
        <a:p>
          <a:endParaRPr lang="en-US"/>
        </a:p>
      </dgm:t>
    </dgm:pt>
    <dgm:pt modelId="{EBE2FB42-B1EF-4550-9B62-21949C771C0B}" type="sibTrans" cxnId="{E85834F6-50C2-4232-A414-391B3CDD730F}">
      <dgm:prSet/>
      <dgm:spPr/>
      <dgm:t>
        <a:bodyPr/>
        <a:lstStyle/>
        <a:p>
          <a:endParaRPr lang="en-US"/>
        </a:p>
      </dgm:t>
    </dgm:pt>
    <dgm:pt modelId="{B486C4AD-58E4-43F2-85CA-3C56A4A093C6}">
      <dgm:prSet/>
      <dgm:spPr/>
      <dgm:t>
        <a:bodyPr/>
        <a:lstStyle/>
        <a:p>
          <a:r>
            <a:rPr lang="en-MY" b="1"/>
            <a:t>2. SaaS in Education</a:t>
          </a:r>
          <a:endParaRPr lang="en-US"/>
        </a:p>
      </dgm:t>
    </dgm:pt>
    <dgm:pt modelId="{124512DB-6D89-4E3F-A91D-8EA5E83A6D9F}" type="parTrans" cxnId="{6B36F2D3-6704-46DB-A694-7F423DDE78A9}">
      <dgm:prSet/>
      <dgm:spPr/>
      <dgm:t>
        <a:bodyPr/>
        <a:lstStyle/>
        <a:p>
          <a:endParaRPr lang="en-US"/>
        </a:p>
      </dgm:t>
    </dgm:pt>
    <dgm:pt modelId="{6C88A893-B4B2-49DA-A358-94AC5898354B}" type="sibTrans" cxnId="{6B36F2D3-6704-46DB-A694-7F423DDE78A9}">
      <dgm:prSet/>
      <dgm:spPr/>
      <dgm:t>
        <a:bodyPr/>
        <a:lstStyle/>
        <a:p>
          <a:endParaRPr lang="en-US"/>
        </a:p>
      </dgm:t>
    </dgm:pt>
    <dgm:pt modelId="{E923E78A-E052-4355-8BF1-B8D07C99D36E}">
      <dgm:prSet/>
      <dgm:spPr/>
      <dgm:t>
        <a:bodyPr/>
        <a:lstStyle/>
        <a:p>
          <a:r>
            <a:rPr lang="en-MY"/>
            <a:t>Online Learning (Coursera, Udemy)</a:t>
          </a:r>
          <a:endParaRPr lang="en-US"/>
        </a:p>
      </dgm:t>
    </dgm:pt>
    <dgm:pt modelId="{8BEB2706-DFD1-4E42-8B4E-65B3C55753EB}" type="parTrans" cxnId="{6C13B8B5-B4F1-406B-B655-225816C2F37D}">
      <dgm:prSet/>
      <dgm:spPr/>
      <dgm:t>
        <a:bodyPr/>
        <a:lstStyle/>
        <a:p>
          <a:endParaRPr lang="en-US"/>
        </a:p>
      </dgm:t>
    </dgm:pt>
    <dgm:pt modelId="{BB427D12-C401-434B-A9F1-374FC75218B1}" type="sibTrans" cxnId="{6C13B8B5-B4F1-406B-B655-225816C2F37D}">
      <dgm:prSet/>
      <dgm:spPr/>
      <dgm:t>
        <a:bodyPr/>
        <a:lstStyle/>
        <a:p>
          <a:endParaRPr lang="en-US"/>
        </a:p>
      </dgm:t>
    </dgm:pt>
    <dgm:pt modelId="{A7E0C9B0-580E-44C0-BB84-70F3131A08A2}">
      <dgm:prSet/>
      <dgm:spPr/>
      <dgm:t>
        <a:bodyPr/>
        <a:lstStyle/>
        <a:p>
          <a:r>
            <a:rPr lang="en-MY"/>
            <a:t>Virtual Classrooms (Google Classroom)</a:t>
          </a:r>
          <a:endParaRPr lang="en-US"/>
        </a:p>
      </dgm:t>
    </dgm:pt>
    <dgm:pt modelId="{96B0FF26-CBF0-4732-A7FC-5DA0A570D0A4}" type="parTrans" cxnId="{BA85FD24-C080-462C-98DC-DF6053EC9B95}">
      <dgm:prSet/>
      <dgm:spPr/>
      <dgm:t>
        <a:bodyPr/>
        <a:lstStyle/>
        <a:p>
          <a:endParaRPr lang="en-US"/>
        </a:p>
      </dgm:t>
    </dgm:pt>
    <dgm:pt modelId="{20B37A15-D84E-4D94-9420-0F164299F8B3}" type="sibTrans" cxnId="{BA85FD24-C080-462C-98DC-DF6053EC9B95}">
      <dgm:prSet/>
      <dgm:spPr/>
      <dgm:t>
        <a:bodyPr/>
        <a:lstStyle/>
        <a:p>
          <a:endParaRPr lang="en-US"/>
        </a:p>
      </dgm:t>
    </dgm:pt>
    <dgm:pt modelId="{B6C867D9-FA0D-4783-8CCC-261145684FAC}">
      <dgm:prSet/>
      <dgm:spPr/>
      <dgm:t>
        <a:bodyPr/>
        <a:lstStyle/>
        <a:p>
          <a:r>
            <a:rPr lang="en-MY" b="1"/>
            <a:t>3. SaaS in Healthcare</a:t>
          </a:r>
          <a:endParaRPr lang="en-US"/>
        </a:p>
      </dgm:t>
    </dgm:pt>
    <dgm:pt modelId="{5A139875-E38E-429B-B373-97499894553A}" type="parTrans" cxnId="{71EDB0B0-EC86-4A06-846F-4751E1F879D6}">
      <dgm:prSet/>
      <dgm:spPr/>
      <dgm:t>
        <a:bodyPr/>
        <a:lstStyle/>
        <a:p>
          <a:endParaRPr lang="en-US"/>
        </a:p>
      </dgm:t>
    </dgm:pt>
    <dgm:pt modelId="{220E7DFC-C7FC-42C5-A713-CFBC7FBB9F1E}" type="sibTrans" cxnId="{71EDB0B0-EC86-4A06-846F-4751E1F879D6}">
      <dgm:prSet/>
      <dgm:spPr/>
      <dgm:t>
        <a:bodyPr/>
        <a:lstStyle/>
        <a:p>
          <a:endParaRPr lang="en-US"/>
        </a:p>
      </dgm:t>
    </dgm:pt>
    <dgm:pt modelId="{DCFAB324-5B6D-41E7-BC3D-071972230331}">
      <dgm:prSet/>
      <dgm:spPr/>
      <dgm:t>
        <a:bodyPr/>
        <a:lstStyle/>
        <a:p>
          <a:r>
            <a:rPr lang="en-MY"/>
            <a:t>Electronic Health Records (EHR) systems (Athenahealth)</a:t>
          </a:r>
          <a:endParaRPr lang="en-US"/>
        </a:p>
      </dgm:t>
    </dgm:pt>
    <dgm:pt modelId="{C42D452A-A91B-45D3-B637-ACE478EF37D6}" type="parTrans" cxnId="{51614400-7877-445A-B585-A8CADE72273A}">
      <dgm:prSet/>
      <dgm:spPr/>
      <dgm:t>
        <a:bodyPr/>
        <a:lstStyle/>
        <a:p>
          <a:endParaRPr lang="en-US"/>
        </a:p>
      </dgm:t>
    </dgm:pt>
    <dgm:pt modelId="{D1C7B924-F83B-4D34-B3D3-3D79C5CD3972}" type="sibTrans" cxnId="{51614400-7877-445A-B585-A8CADE72273A}">
      <dgm:prSet/>
      <dgm:spPr/>
      <dgm:t>
        <a:bodyPr/>
        <a:lstStyle/>
        <a:p>
          <a:endParaRPr lang="en-US"/>
        </a:p>
      </dgm:t>
    </dgm:pt>
    <dgm:pt modelId="{75259C35-5C4C-4768-844D-63061E588211}">
      <dgm:prSet/>
      <dgm:spPr/>
      <dgm:t>
        <a:bodyPr/>
        <a:lstStyle/>
        <a:p>
          <a:r>
            <a:rPr lang="en-MY" b="1"/>
            <a:t>4. SaaS in Cybersecurity</a:t>
          </a:r>
          <a:endParaRPr lang="en-US"/>
        </a:p>
      </dgm:t>
    </dgm:pt>
    <dgm:pt modelId="{1C66DA8C-5D14-485E-8022-C0773EC873CD}" type="parTrans" cxnId="{AE074ADB-08D0-46BC-BB27-96FA15DBDF46}">
      <dgm:prSet/>
      <dgm:spPr/>
      <dgm:t>
        <a:bodyPr/>
        <a:lstStyle/>
        <a:p>
          <a:endParaRPr lang="en-US"/>
        </a:p>
      </dgm:t>
    </dgm:pt>
    <dgm:pt modelId="{0675D9B9-E5A0-4102-AA01-C2F1FFBADEB3}" type="sibTrans" cxnId="{AE074ADB-08D0-46BC-BB27-96FA15DBDF46}">
      <dgm:prSet/>
      <dgm:spPr/>
      <dgm:t>
        <a:bodyPr/>
        <a:lstStyle/>
        <a:p>
          <a:endParaRPr lang="en-US"/>
        </a:p>
      </dgm:t>
    </dgm:pt>
    <dgm:pt modelId="{EA888AA4-B2C6-441F-9D1E-F5A53D87073D}">
      <dgm:prSet/>
      <dgm:spPr/>
      <dgm:t>
        <a:bodyPr/>
        <a:lstStyle/>
        <a:p>
          <a:r>
            <a:rPr lang="en-MY"/>
            <a:t>Cloud-based security solutions (Cloudflare, Norton)</a:t>
          </a:r>
          <a:endParaRPr lang="en-US"/>
        </a:p>
      </dgm:t>
    </dgm:pt>
    <dgm:pt modelId="{9878A42E-AEBD-4B33-A7BC-E6EFCB869FAD}" type="parTrans" cxnId="{1C61BF20-ADB0-4370-A7CA-668220864800}">
      <dgm:prSet/>
      <dgm:spPr/>
      <dgm:t>
        <a:bodyPr/>
        <a:lstStyle/>
        <a:p>
          <a:endParaRPr lang="en-US"/>
        </a:p>
      </dgm:t>
    </dgm:pt>
    <dgm:pt modelId="{D81A3753-2AC7-4EC9-A330-6E6F84C2446D}" type="sibTrans" cxnId="{1C61BF20-ADB0-4370-A7CA-668220864800}">
      <dgm:prSet/>
      <dgm:spPr/>
      <dgm:t>
        <a:bodyPr/>
        <a:lstStyle/>
        <a:p>
          <a:endParaRPr lang="en-US"/>
        </a:p>
      </dgm:t>
    </dgm:pt>
    <dgm:pt modelId="{6EEDD7C0-999D-8B49-92CD-D723C2A74528}" type="pres">
      <dgm:prSet presAssocID="{1B9C73D1-CC19-43B6-B94F-CF6D546BF0C5}" presName="Name0" presStyleCnt="0">
        <dgm:presLayoutVars>
          <dgm:dir/>
          <dgm:animLvl val="lvl"/>
          <dgm:resizeHandles val="exact"/>
        </dgm:presLayoutVars>
      </dgm:prSet>
      <dgm:spPr/>
    </dgm:pt>
    <dgm:pt modelId="{38078E09-2319-1847-AB4B-B90B4AFE6053}" type="pres">
      <dgm:prSet presAssocID="{75259C35-5C4C-4768-844D-63061E588211}" presName="boxAndChildren" presStyleCnt="0"/>
      <dgm:spPr/>
    </dgm:pt>
    <dgm:pt modelId="{49432226-6621-B544-AD4C-5E56782CA32C}" type="pres">
      <dgm:prSet presAssocID="{75259C35-5C4C-4768-844D-63061E588211}" presName="parentTextBox" presStyleLbl="alignNode1" presStyleIdx="0" presStyleCnt="4"/>
      <dgm:spPr/>
    </dgm:pt>
    <dgm:pt modelId="{76388E5B-26C9-7A4F-9122-C07563906F59}" type="pres">
      <dgm:prSet presAssocID="{75259C35-5C4C-4768-844D-63061E588211}" presName="descendantBox" presStyleLbl="bgAccFollowNode1" presStyleIdx="0" presStyleCnt="4"/>
      <dgm:spPr/>
    </dgm:pt>
    <dgm:pt modelId="{63FE2E54-BB77-E84D-8FC9-B2193AB9D904}" type="pres">
      <dgm:prSet presAssocID="{220E7DFC-C7FC-42C5-A713-CFBC7FBB9F1E}" presName="sp" presStyleCnt="0"/>
      <dgm:spPr/>
    </dgm:pt>
    <dgm:pt modelId="{989B6293-0E40-C244-B765-D1FCD379B73D}" type="pres">
      <dgm:prSet presAssocID="{B6C867D9-FA0D-4783-8CCC-261145684FAC}" presName="arrowAndChildren" presStyleCnt="0"/>
      <dgm:spPr/>
    </dgm:pt>
    <dgm:pt modelId="{E69C503C-DCE4-D64B-A0A9-58E198184429}" type="pres">
      <dgm:prSet presAssocID="{B6C867D9-FA0D-4783-8CCC-261145684FAC}" presName="parentTextArrow" presStyleLbl="node1" presStyleIdx="0" presStyleCnt="0"/>
      <dgm:spPr/>
    </dgm:pt>
    <dgm:pt modelId="{12D712E6-D4F6-CB49-BF8D-A1D8400FB7D2}" type="pres">
      <dgm:prSet presAssocID="{B6C867D9-FA0D-4783-8CCC-261145684FAC}" presName="arrow" presStyleLbl="alignNode1" presStyleIdx="1" presStyleCnt="4"/>
      <dgm:spPr/>
    </dgm:pt>
    <dgm:pt modelId="{8BE98EFD-AD2C-3144-BE80-997943B0823F}" type="pres">
      <dgm:prSet presAssocID="{B6C867D9-FA0D-4783-8CCC-261145684FAC}" presName="descendantArrow" presStyleLbl="bgAccFollowNode1" presStyleIdx="1" presStyleCnt="4"/>
      <dgm:spPr/>
    </dgm:pt>
    <dgm:pt modelId="{B199BB4C-7103-DD47-ACD7-F6D402B7FBE3}" type="pres">
      <dgm:prSet presAssocID="{6C88A893-B4B2-49DA-A358-94AC5898354B}" presName="sp" presStyleCnt="0"/>
      <dgm:spPr/>
    </dgm:pt>
    <dgm:pt modelId="{A658D2EC-E742-C34D-ACE7-C698D4B79691}" type="pres">
      <dgm:prSet presAssocID="{B486C4AD-58E4-43F2-85CA-3C56A4A093C6}" presName="arrowAndChildren" presStyleCnt="0"/>
      <dgm:spPr/>
    </dgm:pt>
    <dgm:pt modelId="{13221102-BDC8-5A49-8639-C2FE56FF1BAF}" type="pres">
      <dgm:prSet presAssocID="{B486C4AD-58E4-43F2-85CA-3C56A4A093C6}" presName="parentTextArrow" presStyleLbl="node1" presStyleIdx="0" presStyleCnt="0"/>
      <dgm:spPr/>
    </dgm:pt>
    <dgm:pt modelId="{D6986DE2-6BE6-B941-93B2-022E35C0022F}" type="pres">
      <dgm:prSet presAssocID="{B486C4AD-58E4-43F2-85CA-3C56A4A093C6}" presName="arrow" presStyleLbl="alignNode1" presStyleIdx="2" presStyleCnt="4"/>
      <dgm:spPr/>
    </dgm:pt>
    <dgm:pt modelId="{2F665E98-5F41-6646-A3BB-1ABAEF18E19E}" type="pres">
      <dgm:prSet presAssocID="{B486C4AD-58E4-43F2-85CA-3C56A4A093C6}" presName="descendantArrow" presStyleLbl="bgAccFollowNode1" presStyleIdx="2" presStyleCnt="4"/>
      <dgm:spPr/>
    </dgm:pt>
    <dgm:pt modelId="{DCA5ADC7-D226-8D46-97D5-A5F77CA8075D}" type="pres">
      <dgm:prSet presAssocID="{4498768C-4305-4BB5-9C8D-F99415AB0266}" presName="sp" presStyleCnt="0"/>
      <dgm:spPr/>
    </dgm:pt>
    <dgm:pt modelId="{5B9DF98E-7815-484B-8358-CD9777C202BA}" type="pres">
      <dgm:prSet presAssocID="{ED5F577E-5C63-41B2-9579-C12217395EF8}" presName="arrowAndChildren" presStyleCnt="0"/>
      <dgm:spPr/>
    </dgm:pt>
    <dgm:pt modelId="{766855A5-D78F-F04E-9772-DA1817A4C427}" type="pres">
      <dgm:prSet presAssocID="{ED5F577E-5C63-41B2-9579-C12217395EF8}" presName="parentTextArrow" presStyleLbl="node1" presStyleIdx="0" presStyleCnt="0"/>
      <dgm:spPr/>
    </dgm:pt>
    <dgm:pt modelId="{8D53C96E-8238-F64B-BDE9-85144C26D0FF}" type="pres">
      <dgm:prSet presAssocID="{ED5F577E-5C63-41B2-9579-C12217395EF8}" presName="arrow" presStyleLbl="alignNode1" presStyleIdx="3" presStyleCnt="4"/>
      <dgm:spPr/>
    </dgm:pt>
    <dgm:pt modelId="{25BE1B00-1C6D-F44E-9D6E-7FC5E8328D99}" type="pres">
      <dgm:prSet presAssocID="{ED5F577E-5C63-41B2-9579-C12217395EF8}" presName="descendantArrow" presStyleLbl="bgAccFollowNode1" presStyleIdx="3" presStyleCnt="4"/>
      <dgm:spPr/>
    </dgm:pt>
  </dgm:ptLst>
  <dgm:cxnLst>
    <dgm:cxn modelId="{51614400-7877-445A-B585-A8CADE72273A}" srcId="{B6C867D9-FA0D-4783-8CCC-261145684FAC}" destId="{DCFAB324-5B6D-41E7-BC3D-071972230331}" srcOrd="0" destOrd="0" parTransId="{C42D452A-A91B-45D3-B637-ACE478EF37D6}" sibTransId="{D1C7B924-F83B-4D34-B3D3-3D79C5CD3972}"/>
    <dgm:cxn modelId="{1C61BF20-ADB0-4370-A7CA-668220864800}" srcId="{75259C35-5C4C-4768-844D-63061E588211}" destId="{EA888AA4-B2C6-441F-9D1E-F5A53D87073D}" srcOrd="0" destOrd="0" parTransId="{9878A42E-AEBD-4B33-A7BC-E6EFCB869FAD}" sibTransId="{D81A3753-2AC7-4EC9-A330-6E6F84C2446D}"/>
    <dgm:cxn modelId="{BA85FD24-C080-462C-98DC-DF6053EC9B95}" srcId="{B486C4AD-58E4-43F2-85CA-3C56A4A093C6}" destId="{A7E0C9B0-580E-44C0-BB84-70F3131A08A2}" srcOrd="1" destOrd="0" parTransId="{96B0FF26-CBF0-4732-A7FC-5DA0A570D0A4}" sibTransId="{20B37A15-D84E-4D94-9420-0F164299F8B3}"/>
    <dgm:cxn modelId="{31AB7D60-D2F0-0744-B63E-6E1C72D6F913}" type="presOf" srcId="{ED5F577E-5C63-41B2-9579-C12217395EF8}" destId="{8D53C96E-8238-F64B-BDE9-85144C26D0FF}" srcOrd="1" destOrd="0" presId="urn:microsoft.com/office/officeart/2016/7/layout/VerticalDownArrowProcess"/>
    <dgm:cxn modelId="{519D9541-735C-F946-ADCF-EBD3E21283FC}" type="presOf" srcId="{75259C35-5C4C-4768-844D-63061E588211}" destId="{49432226-6621-B544-AD4C-5E56782CA32C}" srcOrd="0" destOrd="0" presId="urn:microsoft.com/office/officeart/2016/7/layout/VerticalDownArrowProcess"/>
    <dgm:cxn modelId="{E906434F-38BE-FB49-A51E-5D36C8B2224B}" type="presOf" srcId="{B486C4AD-58E4-43F2-85CA-3C56A4A093C6}" destId="{D6986DE2-6BE6-B941-93B2-022E35C0022F}" srcOrd="1" destOrd="0" presId="urn:microsoft.com/office/officeart/2016/7/layout/VerticalDownArrowProcess"/>
    <dgm:cxn modelId="{5DB74F73-0D2E-C042-A310-072D87E5C0B7}" type="presOf" srcId="{A7E0C9B0-580E-44C0-BB84-70F3131A08A2}" destId="{2F665E98-5F41-6646-A3BB-1ABAEF18E19E}" srcOrd="0" destOrd="1" presId="urn:microsoft.com/office/officeart/2016/7/layout/VerticalDownArrowProcess"/>
    <dgm:cxn modelId="{027AC47C-9D64-154B-8626-8E36E63B2FF2}" type="presOf" srcId="{1B9C73D1-CC19-43B6-B94F-CF6D546BF0C5}" destId="{6EEDD7C0-999D-8B49-92CD-D723C2A74528}" srcOrd="0" destOrd="0" presId="urn:microsoft.com/office/officeart/2016/7/layout/VerticalDownArrowProcess"/>
    <dgm:cxn modelId="{1624FE89-E675-CF4A-90D9-42EF6E7C2BFA}" type="presOf" srcId="{ED5F577E-5C63-41B2-9579-C12217395EF8}" destId="{766855A5-D78F-F04E-9772-DA1817A4C427}" srcOrd="0" destOrd="0" presId="urn:microsoft.com/office/officeart/2016/7/layout/VerticalDownArrowProcess"/>
    <dgm:cxn modelId="{A7A2AE8D-D672-F249-B884-3512863E26B0}" type="presOf" srcId="{B6C867D9-FA0D-4783-8CCC-261145684FAC}" destId="{E69C503C-DCE4-D64B-A0A9-58E198184429}" srcOrd="0" destOrd="0" presId="urn:microsoft.com/office/officeart/2016/7/layout/VerticalDownArrowProcess"/>
    <dgm:cxn modelId="{5F92949A-7F97-456B-B2DB-CBC1EB99993C}" srcId="{1B9C73D1-CC19-43B6-B94F-CF6D546BF0C5}" destId="{ED5F577E-5C63-41B2-9579-C12217395EF8}" srcOrd="0" destOrd="0" parTransId="{463DCC6F-587D-4716-9B9F-C159D8B8357F}" sibTransId="{4498768C-4305-4BB5-9C8D-F99415AB0266}"/>
    <dgm:cxn modelId="{54372E9F-16AE-A14F-89EE-47CC7456AF9F}" type="presOf" srcId="{AAFDFAC3-E4EE-47A4-A5F4-91BC73AA1379}" destId="{25BE1B00-1C6D-F44E-9D6E-7FC5E8328D99}" srcOrd="0" destOrd="0" presId="urn:microsoft.com/office/officeart/2016/7/layout/VerticalDownArrowProcess"/>
    <dgm:cxn modelId="{2CCFCEA6-0B53-D74B-AD52-F03202486DEE}" type="presOf" srcId="{B486C4AD-58E4-43F2-85CA-3C56A4A093C6}" destId="{13221102-BDC8-5A49-8639-C2FE56FF1BAF}" srcOrd="0" destOrd="0" presId="urn:microsoft.com/office/officeart/2016/7/layout/VerticalDownArrowProcess"/>
    <dgm:cxn modelId="{71EDB0B0-EC86-4A06-846F-4751E1F879D6}" srcId="{1B9C73D1-CC19-43B6-B94F-CF6D546BF0C5}" destId="{B6C867D9-FA0D-4783-8CCC-261145684FAC}" srcOrd="2" destOrd="0" parTransId="{5A139875-E38E-429B-B373-97499894553A}" sibTransId="{220E7DFC-C7FC-42C5-A713-CFBC7FBB9F1E}"/>
    <dgm:cxn modelId="{6C13B8B5-B4F1-406B-B655-225816C2F37D}" srcId="{B486C4AD-58E4-43F2-85CA-3C56A4A093C6}" destId="{E923E78A-E052-4355-8BF1-B8D07C99D36E}" srcOrd="0" destOrd="0" parTransId="{8BEB2706-DFD1-4E42-8B4E-65B3C55753EB}" sibTransId="{BB427D12-C401-434B-A9F1-374FC75218B1}"/>
    <dgm:cxn modelId="{52B87ABA-E7C5-3E48-87D1-0978D432B12B}" type="presOf" srcId="{E923E78A-E052-4355-8BF1-B8D07C99D36E}" destId="{2F665E98-5F41-6646-A3BB-1ABAEF18E19E}" srcOrd="0" destOrd="0" presId="urn:microsoft.com/office/officeart/2016/7/layout/VerticalDownArrowProcess"/>
    <dgm:cxn modelId="{84C607BD-BD27-5A47-8315-BE5B19C18265}" type="presOf" srcId="{B6C867D9-FA0D-4783-8CCC-261145684FAC}" destId="{12D712E6-D4F6-CB49-BF8D-A1D8400FB7D2}" srcOrd="1" destOrd="0" presId="urn:microsoft.com/office/officeart/2016/7/layout/VerticalDownArrowProcess"/>
    <dgm:cxn modelId="{FBA292C5-04B8-8144-A815-19620ADCC36C}" type="presOf" srcId="{C0B23B01-C069-4E93-B154-379343855AEA}" destId="{25BE1B00-1C6D-F44E-9D6E-7FC5E8328D99}" srcOrd="0" destOrd="1" presId="urn:microsoft.com/office/officeart/2016/7/layout/VerticalDownArrowProcess"/>
    <dgm:cxn modelId="{4A2718C9-123D-E441-80A3-FCEC842714AA}" type="presOf" srcId="{DCFAB324-5B6D-41E7-BC3D-071972230331}" destId="{8BE98EFD-AD2C-3144-BE80-997943B0823F}" srcOrd="0" destOrd="0" presId="urn:microsoft.com/office/officeart/2016/7/layout/VerticalDownArrowProcess"/>
    <dgm:cxn modelId="{6B36F2D3-6704-46DB-A694-7F423DDE78A9}" srcId="{1B9C73D1-CC19-43B6-B94F-CF6D546BF0C5}" destId="{B486C4AD-58E4-43F2-85CA-3C56A4A093C6}" srcOrd="1" destOrd="0" parTransId="{124512DB-6D89-4E3F-A91D-8EA5E83A6D9F}" sibTransId="{6C88A893-B4B2-49DA-A358-94AC5898354B}"/>
    <dgm:cxn modelId="{AE074ADB-08D0-46BC-BB27-96FA15DBDF46}" srcId="{1B9C73D1-CC19-43B6-B94F-CF6D546BF0C5}" destId="{75259C35-5C4C-4768-844D-63061E588211}" srcOrd="3" destOrd="0" parTransId="{1C66DA8C-5D14-485E-8022-C0773EC873CD}" sibTransId="{0675D9B9-E5A0-4102-AA01-C2F1FFBADEB3}"/>
    <dgm:cxn modelId="{A260B6DB-5DD2-574B-89C4-24A36BA6CF21}" type="presOf" srcId="{EA888AA4-B2C6-441F-9D1E-F5A53D87073D}" destId="{76388E5B-26C9-7A4F-9122-C07563906F59}" srcOrd="0" destOrd="0" presId="urn:microsoft.com/office/officeart/2016/7/layout/VerticalDownArrowProcess"/>
    <dgm:cxn modelId="{E85834F6-50C2-4232-A414-391B3CDD730F}" srcId="{ED5F577E-5C63-41B2-9579-C12217395EF8}" destId="{C0B23B01-C069-4E93-B154-379343855AEA}" srcOrd="1" destOrd="0" parTransId="{D25233D2-0BD1-47EC-A988-12AC8E8D7341}" sibTransId="{EBE2FB42-B1EF-4550-9B62-21949C771C0B}"/>
    <dgm:cxn modelId="{7ECE75F9-F957-486D-B691-C24AFE7ACD3A}" srcId="{ED5F577E-5C63-41B2-9579-C12217395EF8}" destId="{AAFDFAC3-E4EE-47A4-A5F4-91BC73AA1379}" srcOrd="0" destOrd="0" parTransId="{A7C2E158-80BE-4F72-8F42-0B6457F5D63E}" sibTransId="{DA3B179F-293D-4E20-BE1B-2D384D6EB063}"/>
    <dgm:cxn modelId="{236EBF0D-C936-904E-9C3F-B55860405B80}" type="presParOf" srcId="{6EEDD7C0-999D-8B49-92CD-D723C2A74528}" destId="{38078E09-2319-1847-AB4B-B90B4AFE6053}" srcOrd="0" destOrd="0" presId="urn:microsoft.com/office/officeart/2016/7/layout/VerticalDownArrowProcess"/>
    <dgm:cxn modelId="{C70996D2-2BC6-724E-ABEE-5708FDB3D44F}" type="presParOf" srcId="{38078E09-2319-1847-AB4B-B90B4AFE6053}" destId="{49432226-6621-B544-AD4C-5E56782CA32C}" srcOrd="0" destOrd="0" presId="urn:microsoft.com/office/officeart/2016/7/layout/VerticalDownArrowProcess"/>
    <dgm:cxn modelId="{8E97159A-8D52-B846-A6E6-B0EEE7068EF8}" type="presParOf" srcId="{38078E09-2319-1847-AB4B-B90B4AFE6053}" destId="{76388E5B-26C9-7A4F-9122-C07563906F59}" srcOrd="1" destOrd="0" presId="urn:microsoft.com/office/officeart/2016/7/layout/VerticalDownArrowProcess"/>
    <dgm:cxn modelId="{AE13D6BF-9590-5C48-B5DC-324AA53D6D0F}" type="presParOf" srcId="{6EEDD7C0-999D-8B49-92CD-D723C2A74528}" destId="{63FE2E54-BB77-E84D-8FC9-B2193AB9D904}" srcOrd="1" destOrd="0" presId="urn:microsoft.com/office/officeart/2016/7/layout/VerticalDownArrowProcess"/>
    <dgm:cxn modelId="{BE8FDE7D-4E89-F345-A72A-A087D2C3CFB6}" type="presParOf" srcId="{6EEDD7C0-999D-8B49-92CD-D723C2A74528}" destId="{989B6293-0E40-C244-B765-D1FCD379B73D}" srcOrd="2" destOrd="0" presId="urn:microsoft.com/office/officeart/2016/7/layout/VerticalDownArrowProcess"/>
    <dgm:cxn modelId="{19364998-4985-954A-BBFA-40E600943DD3}" type="presParOf" srcId="{989B6293-0E40-C244-B765-D1FCD379B73D}" destId="{E69C503C-DCE4-D64B-A0A9-58E198184429}" srcOrd="0" destOrd="0" presId="urn:microsoft.com/office/officeart/2016/7/layout/VerticalDownArrowProcess"/>
    <dgm:cxn modelId="{C4663DBE-4AD0-5E43-9EAF-8A8711240A39}" type="presParOf" srcId="{989B6293-0E40-C244-B765-D1FCD379B73D}" destId="{12D712E6-D4F6-CB49-BF8D-A1D8400FB7D2}" srcOrd="1" destOrd="0" presId="urn:microsoft.com/office/officeart/2016/7/layout/VerticalDownArrowProcess"/>
    <dgm:cxn modelId="{43053236-A693-9549-9689-B36F7BF5D6AF}" type="presParOf" srcId="{989B6293-0E40-C244-B765-D1FCD379B73D}" destId="{8BE98EFD-AD2C-3144-BE80-997943B0823F}" srcOrd="2" destOrd="0" presId="urn:microsoft.com/office/officeart/2016/7/layout/VerticalDownArrowProcess"/>
    <dgm:cxn modelId="{1775C93D-152F-064C-8127-8E31D9AD313A}" type="presParOf" srcId="{6EEDD7C0-999D-8B49-92CD-D723C2A74528}" destId="{B199BB4C-7103-DD47-ACD7-F6D402B7FBE3}" srcOrd="3" destOrd="0" presId="urn:microsoft.com/office/officeart/2016/7/layout/VerticalDownArrowProcess"/>
    <dgm:cxn modelId="{DA27D91E-5EA5-924F-B8B3-10307FADC6CF}" type="presParOf" srcId="{6EEDD7C0-999D-8B49-92CD-D723C2A74528}" destId="{A658D2EC-E742-C34D-ACE7-C698D4B79691}" srcOrd="4" destOrd="0" presId="urn:microsoft.com/office/officeart/2016/7/layout/VerticalDownArrowProcess"/>
    <dgm:cxn modelId="{C6374675-1747-6A4E-8594-D2BB0F523830}" type="presParOf" srcId="{A658D2EC-E742-C34D-ACE7-C698D4B79691}" destId="{13221102-BDC8-5A49-8639-C2FE56FF1BAF}" srcOrd="0" destOrd="0" presId="urn:microsoft.com/office/officeart/2016/7/layout/VerticalDownArrowProcess"/>
    <dgm:cxn modelId="{26148FCA-9299-694A-AB0C-EE20A3DBB712}" type="presParOf" srcId="{A658D2EC-E742-C34D-ACE7-C698D4B79691}" destId="{D6986DE2-6BE6-B941-93B2-022E35C0022F}" srcOrd="1" destOrd="0" presId="urn:microsoft.com/office/officeart/2016/7/layout/VerticalDownArrowProcess"/>
    <dgm:cxn modelId="{42F7F318-29BC-E74F-B7B6-E85EFBE9B51E}" type="presParOf" srcId="{A658D2EC-E742-C34D-ACE7-C698D4B79691}" destId="{2F665E98-5F41-6646-A3BB-1ABAEF18E19E}" srcOrd="2" destOrd="0" presId="urn:microsoft.com/office/officeart/2016/7/layout/VerticalDownArrowProcess"/>
    <dgm:cxn modelId="{8E2DEA52-33B4-2B4E-A5BF-BA019C9C8FB7}" type="presParOf" srcId="{6EEDD7C0-999D-8B49-92CD-D723C2A74528}" destId="{DCA5ADC7-D226-8D46-97D5-A5F77CA8075D}" srcOrd="5" destOrd="0" presId="urn:microsoft.com/office/officeart/2016/7/layout/VerticalDownArrowProcess"/>
    <dgm:cxn modelId="{523DC1A6-9FA5-7B4C-9B81-759BF2B2899A}" type="presParOf" srcId="{6EEDD7C0-999D-8B49-92CD-D723C2A74528}" destId="{5B9DF98E-7815-484B-8358-CD9777C202BA}" srcOrd="6" destOrd="0" presId="urn:microsoft.com/office/officeart/2016/7/layout/VerticalDownArrowProcess"/>
    <dgm:cxn modelId="{070356EF-9645-144D-B650-A9A845847849}" type="presParOf" srcId="{5B9DF98E-7815-484B-8358-CD9777C202BA}" destId="{766855A5-D78F-F04E-9772-DA1817A4C427}" srcOrd="0" destOrd="0" presId="urn:microsoft.com/office/officeart/2016/7/layout/VerticalDownArrowProcess"/>
    <dgm:cxn modelId="{6C96BCB3-FBF5-974F-9C3C-F7721CB7815E}" type="presParOf" srcId="{5B9DF98E-7815-484B-8358-CD9777C202BA}" destId="{8D53C96E-8238-F64B-BDE9-85144C26D0FF}" srcOrd="1" destOrd="0" presId="urn:microsoft.com/office/officeart/2016/7/layout/VerticalDownArrowProcess"/>
    <dgm:cxn modelId="{D8B5803F-9652-C448-B820-A8DF3892AA77}" type="presParOf" srcId="{5B9DF98E-7815-484B-8358-CD9777C202BA}" destId="{25BE1B00-1C6D-F44E-9D6E-7FC5E8328D99}"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B700A490-3B47-443A-95DF-52FA5D5F09F1}"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94687E9-F7F0-4AEC-A9C1-ACED19F16535}">
      <dgm:prSet/>
      <dgm:spPr/>
      <dgm:t>
        <a:bodyPr/>
        <a:lstStyle/>
        <a:p>
          <a:r>
            <a:rPr lang="en-MY" b="1"/>
            <a:t>Data Privacy:</a:t>
          </a:r>
          <a:r>
            <a:rPr lang="en-MY"/>
            <a:t> Ensure GDPR &amp; compliance.</a:t>
          </a:r>
          <a:endParaRPr lang="en-US"/>
        </a:p>
      </dgm:t>
    </dgm:pt>
    <dgm:pt modelId="{6F85DE25-E8AB-4040-ADDF-6AF70C41B679}" type="parTrans" cxnId="{71455025-F931-4F21-A47F-A5C12BA284BB}">
      <dgm:prSet/>
      <dgm:spPr/>
      <dgm:t>
        <a:bodyPr/>
        <a:lstStyle/>
        <a:p>
          <a:endParaRPr lang="en-US"/>
        </a:p>
      </dgm:t>
    </dgm:pt>
    <dgm:pt modelId="{24C65D71-1952-4F7E-A8DF-148513F37E94}" type="sibTrans" cxnId="{71455025-F931-4F21-A47F-A5C12BA284BB}">
      <dgm:prSet/>
      <dgm:spPr/>
      <dgm:t>
        <a:bodyPr/>
        <a:lstStyle/>
        <a:p>
          <a:endParaRPr lang="en-US"/>
        </a:p>
      </dgm:t>
    </dgm:pt>
    <dgm:pt modelId="{5F12B9A2-C2D9-4E5F-85AF-D796CF1DD38A}">
      <dgm:prSet/>
      <dgm:spPr/>
      <dgm:t>
        <a:bodyPr/>
        <a:lstStyle/>
        <a:p>
          <a:r>
            <a:rPr lang="en-MY" b="1"/>
            <a:t>Downtime Risks:</a:t>
          </a:r>
          <a:r>
            <a:rPr lang="en-MY"/>
            <a:t> Choose reliable providers.</a:t>
          </a:r>
          <a:endParaRPr lang="en-US"/>
        </a:p>
      </dgm:t>
    </dgm:pt>
    <dgm:pt modelId="{3DC9E6B7-DB05-4AD9-A461-E5BC0DF9C35C}" type="parTrans" cxnId="{8C0F32B8-5909-4105-ABF2-104C5C13A27A}">
      <dgm:prSet/>
      <dgm:spPr/>
      <dgm:t>
        <a:bodyPr/>
        <a:lstStyle/>
        <a:p>
          <a:endParaRPr lang="en-US"/>
        </a:p>
      </dgm:t>
    </dgm:pt>
    <dgm:pt modelId="{1B2FE0AF-1035-462D-8B44-25FCF960CA65}" type="sibTrans" cxnId="{8C0F32B8-5909-4105-ABF2-104C5C13A27A}">
      <dgm:prSet/>
      <dgm:spPr/>
      <dgm:t>
        <a:bodyPr/>
        <a:lstStyle/>
        <a:p>
          <a:endParaRPr lang="en-US"/>
        </a:p>
      </dgm:t>
    </dgm:pt>
    <dgm:pt modelId="{AC7E6FEE-E7A8-43BC-907F-57C4AD74957A}">
      <dgm:prSet/>
      <dgm:spPr/>
      <dgm:t>
        <a:bodyPr/>
        <a:lstStyle/>
        <a:p>
          <a:r>
            <a:rPr lang="en-MY" b="1"/>
            <a:t>Cybersecurity Threats:</a:t>
          </a:r>
          <a:r>
            <a:rPr lang="en-MY"/>
            <a:t> Use MFA, encryption.</a:t>
          </a:r>
          <a:endParaRPr lang="en-US"/>
        </a:p>
      </dgm:t>
    </dgm:pt>
    <dgm:pt modelId="{CF002EAD-8937-4EFC-902C-A6881AD24E95}" type="parTrans" cxnId="{59DAE3BD-4D15-4F62-AB39-34CCFF803D4C}">
      <dgm:prSet/>
      <dgm:spPr/>
      <dgm:t>
        <a:bodyPr/>
        <a:lstStyle/>
        <a:p>
          <a:endParaRPr lang="en-US"/>
        </a:p>
      </dgm:t>
    </dgm:pt>
    <dgm:pt modelId="{2F34AEAB-47B5-4F7F-B703-2F818239E4D4}" type="sibTrans" cxnId="{59DAE3BD-4D15-4F62-AB39-34CCFF803D4C}">
      <dgm:prSet/>
      <dgm:spPr/>
      <dgm:t>
        <a:bodyPr/>
        <a:lstStyle/>
        <a:p>
          <a:endParaRPr lang="en-US"/>
        </a:p>
      </dgm:t>
    </dgm:pt>
    <dgm:pt modelId="{38A2D735-5DFF-4F42-A6E9-3783AFC06E76}" type="pres">
      <dgm:prSet presAssocID="{B700A490-3B47-443A-95DF-52FA5D5F09F1}" presName="root" presStyleCnt="0">
        <dgm:presLayoutVars>
          <dgm:dir/>
          <dgm:resizeHandles val="exact"/>
        </dgm:presLayoutVars>
      </dgm:prSet>
      <dgm:spPr/>
    </dgm:pt>
    <dgm:pt modelId="{E135C57D-0EA3-40BE-BEFA-92D3A9750F73}" type="pres">
      <dgm:prSet presAssocID="{694687E9-F7F0-4AEC-A9C1-ACED19F16535}" presName="compNode" presStyleCnt="0"/>
      <dgm:spPr/>
    </dgm:pt>
    <dgm:pt modelId="{F943ED19-89C2-4F60-882D-5E979923BF78}" type="pres">
      <dgm:prSet presAssocID="{694687E9-F7F0-4AEC-A9C1-ACED19F1653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curity Camera Sign"/>
        </a:ext>
      </dgm:extLst>
    </dgm:pt>
    <dgm:pt modelId="{48B6470D-A109-44B3-8056-B49AF7C3BBAB}" type="pres">
      <dgm:prSet presAssocID="{694687E9-F7F0-4AEC-A9C1-ACED19F16535}" presName="spaceRect" presStyleCnt="0"/>
      <dgm:spPr/>
    </dgm:pt>
    <dgm:pt modelId="{9E587C50-732A-4C65-A229-6D876F05EFB4}" type="pres">
      <dgm:prSet presAssocID="{694687E9-F7F0-4AEC-A9C1-ACED19F16535}" presName="textRect" presStyleLbl="revTx" presStyleIdx="0" presStyleCnt="3">
        <dgm:presLayoutVars>
          <dgm:chMax val="1"/>
          <dgm:chPref val="1"/>
        </dgm:presLayoutVars>
      </dgm:prSet>
      <dgm:spPr/>
    </dgm:pt>
    <dgm:pt modelId="{7122BB93-3D71-4B49-A307-51A6EC2B3DAB}" type="pres">
      <dgm:prSet presAssocID="{24C65D71-1952-4F7E-A8DF-148513F37E94}" presName="sibTrans" presStyleCnt="0"/>
      <dgm:spPr/>
    </dgm:pt>
    <dgm:pt modelId="{9ED5A958-32E3-4DB6-B9D9-A3398F466A47}" type="pres">
      <dgm:prSet presAssocID="{5F12B9A2-C2D9-4E5F-85AF-D796CF1DD38A}" presName="compNode" presStyleCnt="0"/>
      <dgm:spPr/>
    </dgm:pt>
    <dgm:pt modelId="{3A42D17B-AE5C-438A-AC42-DFC151F1F16C}" type="pres">
      <dgm:prSet presAssocID="{5F12B9A2-C2D9-4E5F-85AF-D796CF1DD38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499D76E9-C17D-4BB9-A0BD-D44C355C1B10}" type="pres">
      <dgm:prSet presAssocID="{5F12B9A2-C2D9-4E5F-85AF-D796CF1DD38A}" presName="spaceRect" presStyleCnt="0"/>
      <dgm:spPr/>
    </dgm:pt>
    <dgm:pt modelId="{7A8A8787-086E-4344-9CE9-6372FF568653}" type="pres">
      <dgm:prSet presAssocID="{5F12B9A2-C2D9-4E5F-85AF-D796CF1DD38A}" presName="textRect" presStyleLbl="revTx" presStyleIdx="1" presStyleCnt="3">
        <dgm:presLayoutVars>
          <dgm:chMax val="1"/>
          <dgm:chPref val="1"/>
        </dgm:presLayoutVars>
      </dgm:prSet>
      <dgm:spPr/>
    </dgm:pt>
    <dgm:pt modelId="{7F979461-730D-4C9B-A08D-924C02E4F857}" type="pres">
      <dgm:prSet presAssocID="{1B2FE0AF-1035-462D-8B44-25FCF960CA65}" presName="sibTrans" presStyleCnt="0"/>
      <dgm:spPr/>
    </dgm:pt>
    <dgm:pt modelId="{E2DA31EB-A5B6-46DF-AE99-A5824837597C}" type="pres">
      <dgm:prSet presAssocID="{AC7E6FEE-E7A8-43BC-907F-57C4AD74957A}" presName="compNode" presStyleCnt="0"/>
      <dgm:spPr/>
    </dgm:pt>
    <dgm:pt modelId="{67893680-04CD-41BA-8BCA-02D4AECE4A33}" type="pres">
      <dgm:prSet presAssocID="{AC7E6FEE-E7A8-43BC-907F-57C4AD7495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ABCF1A8E-9F8F-40E9-917D-A07ABA9B4537}" type="pres">
      <dgm:prSet presAssocID="{AC7E6FEE-E7A8-43BC-907F-57C4AD74957A}" presName="spaceRect" presStyleCnt="0"/>
      <dgm:spPr/>
    </dgm:pt>
    <dgm:pt modelId="{F5881AA8-BCAF-4861-8E41-83B955ECBF11}" type="pres">
      <dgm:prSet presAssocID="{AC7E6FEE-E7A8-43BC-907F-57C4AD74957A}" presName="textRect" presStyleLbl="revTx" presStyleIdx="2" presStyleCnt="3">
        <dgm:presLayoutVars>
          <dgm:chMax val="1"/>
          <dgm:chPref val="1"/>
        </dgm:presLayoutVars>
      </dgm:prSet>
      <dgm:spPr/>
    </dgm:pt>
  </dgm:ptLst>
  <dgm:cxnLst>
    <dgm:cxn modelId="{71455025-F931-4F21-A47F-A5C12BA284BB}" srcId="{B700A490-3B47-443A-95DF-52FA5D5F09F1}" destId="{694687E9-F7F0-4AEC-A9C1-ACED19F16535}" srcOrd="0" destOrd="0" parTransId="{6F85DE25-E8AB-4040-ADDF-6AF70C41B679}" sibTransId="{24C65D71-1952-4F7E-A8DF-148513F37E94}"/>
    <dgm:cxn modelId="{2DB6AB5B-4B28-49A4-9447-34767C172BBF}" type="presOf" srcId="{AC7E6FEE-E7A8-43BC-907F-57C4AD74957A}" destId="{F5881AA8-BCAF-4861-8E41-83B955ECBF11}" srcOrd="0" destOrd="0" presId="urn:microsoft.com/office/officeart/2018/2/layout/IconLabelList"/>
    <dgm:cxn modelId="{97671764-9D5B-4F25-84E0-B15C1485B6CD}" type="presOf" srcId="{B700A490-3B47-443A-95DF-52FA5D5F09F1}" destId="{38A2D735-5DFF-4F42-A6E9-3783AFC06E76}" srcOrd="0" destOrd="0" presId="urn:microsoft.com/office/officeart/2018/2/layout/IconLabelList"/>
    <dgm:cxn modelId="{664E5977-6B49-4833-A849-453938B2C837}" type="presOf" srcId="{694687E9-F7F0-4AEC-A9C1-ACED19F16535}" destId="{9E587C50-732A-4C65-A229-6D876F05EFB4}" srcOrd="0" destOrd="0" presId="urn:microsoft.com/office/officeart/2018/2/layout/IconLabelList"/>
    <dgm:cxn modelId="{05900C8D-8158-4472-8DE5-B7AE15D6E404}" type="presOf" srcId="{5F12B9A2-C2D9-4E5F-85AF-D796CF1DD38A}" destId="{7A8A8787-086E-4344-9CE9-6372FF568653}" srcOrd="0" destOrd="0" presId="urn:microsoft.com/office/officeart/2018/2/layout/IconLabelList"/>
    <dgm:cxn modelId="{8C0F32B8-5909-4105-ABF2-104C5C13A27A}" srcId="{B700A490-3B47-443A-95DF-52FA5D5F09F1}" destId="{5F12B9A2-C2D9-4E5F-85AF-D796CF1DD38A}" srcOrd="1" destOrd="0" parTransId="{3DC9E6B7-DB05-4AD9-A461-E5BC0DF9C35C}" sibTransId="{1B2FE0AF-1035-462D-8B44-25FCF960CA65}"/>
    <dgm:cxn modelId="{59DAE3BD-4D15-4F62-AB39-34CCFF803D4C}" srcId="{B700A490-3B47-443A-95DF-52FA5D5F09F1}" destId="{AC7E6FEE-E7A8-43BC-907F-57C4AD74957A}" srcOrd="2" destOrd="0" parTransId="{CF002EAD-8937-4EFC-902C-A6881AD24E95}" sibTransId="{2F34AEAB-47B5-4F7F-B703-2F818239E4D4}"/>
    <dgm:cxn modelId="{E7E4755B-26C6-44C4-AF32-F7F18F758B91}" type="presParOf" srcId="{38A2D735-5DFF-4F42-A6E9-3783AFC06E76}" destId="{E135C57D-0EA3-40BE-BEFA-92D3A9750F73}" srcOrd="0" destOrd="0" presId="urn:microsoft.com/office/officeart/2018/2/layout/IconLabelList"/>
    <dgm:cxn modelId="{A403DD5A-E954-43CA-97EB-299D8BF5C73B}" type="presParOf" srcId="{E135C57D-0EA3-40BE-BEFA-92D3A9750F73}" destId="{F943ED19-89C2-4F60-882D-5E979923BF78}" srcOrd="0" destOrd="0" presId="urn:microsoft.com/office/officeart/2018/2/layout/IconLabelList"/>
    <dgm:cxn modelId="{84367490-7488-4C63-896A-1A921F043C18}" type="presParOf" srcId="{E135C57D-0EA3-40BE-BEFA-92D3A9750F73}" destId="{48B6470D-A109-44B3-8056-B49AF7C3BBAB}" srcOrd="1" destOrd="0" presId="urn:microsoft.com/office/officeart/2018/2/layout/IconLabelList"/>
    <dgm:cxn modelId="{0078EB4D-DCA7-45FA-8EEA-381FA975B6F5}" type="presParOf" srcId="{E135C57D-0EA3-40BE-BEFA-92D3A9750F73}" destId="{9E587C50-732A-4C65-A229-6D876F05EFB4}" srcOrd="2" destOrd="0" presId="urn:microsoft.com/office/officeart/2018/2/layout/IconLabelList"/>
    <dgm:cxn modelId="{A2CF171C-35C4-43BB-8FB3-09B6BA94CDB4}" type="presParOf" srcId="{38A2D735-5DFF-4F42-A6E9-3783AFC06E76}" destId="{7122BB93-3D71-4B49-A307-51A6EC2B3DAB}" srcOrd="1" destOrd="0" presId="urn:microsoft.com/office/officeart/2018/2/layout/IconLabelList"/>
    <dgm:cxn modelId="{A2B59F50-0D5F-45A2-A135-32E6960E0EA1}" type="presParOf" srcId="{38A2D735-5DFF-4F42-A6E9-3783AFC06E76}" destId="{9ED5A958-32E3-4DB6-B9D9-A3398F466A47}" srcOrd="2" destOrd="0" presId="urn:microsoft.com/office/officeart/2018/2/layout/IconLabelList"/>
    <dgm:cxn modelId="{BD231A78-4A44-4D16-AAB6-D3555268CDBE}" type="presParOf" srcId="{9ED5A958-32E3-4DB6-B9D9-A3398F466A47}" destId="{3A42D17B-AE5C-438A-AC42-DFC151F1F16C}" srcOrd="0" destOrd="0" presId="urn:microsoft.com/office/officeart/2018/2/layout/IconLabelList"/>
    <dgm:cxn modelId="{F60930BF-A5FB-43AB-B9D3-0DB5E454739C}" type="presParOf" srcId="{9ED5A958-32E3-4DB6-B9D9-A3398F466A47}" destId="{499D76E9-C17D-4BB9-A0BD-D44C355C1B10}" srcOrd="1" destOrd="0" presId="urn:microsoft.com/office/officeart/2018/2/layout/IconLabelList"/>
    <dgm:cxn modelId="{5F9EAFC8-5F4C-49AB-8019-CC6EC8551C4A}" type="presParOf" srcId="{9ED5A958-32E3-4DB6-B9D9-A3398F466A47}" destId="{7A8A8787-086E-4344-9CE9-6372FF568653}" srcOrd="2" destOrd="0" presId="urn:microsoft.com/office/officeart/2018/2/layout/IconLabelList"/>
    <dgm:cxn modelId="{FB5CCC52-654A-46D7-A615-A70B0ED4A7F7}" type="presParOf" srcId="{38A2D735-5DFF-4F42-A6E9-3783AFC06E76}" destId="{7F979461-730D-4C9B-A08D-924C02E4F857}" srcOrd="3" destOrd="0" presId="urn:microsoft.com/office/officeart/2018/2/layout/IconLabelList"/>
    <dgm:cxn modelId="{0C100D16-FB24-44E4-8333-FC71C9E88F07}" type="presParOf" srcId="{38A2D735-5DFF-4F42-A6E9-3783AFC06E76}" destId="{E2DA31EB-A5B6-46DF-AE99-A5824837597C}" srcOrd="4" destOrd="0" presId="urn:microsoft.com/office/officeart/2018/2/layout/IconLabelList"/>
    <dgm:cxn modelId="{248B99E1-137D-4464-A6F2-21AB0D537AB1}" type="presParOf" srcId="{E2DA31EB-A5B6-46DF-AE99-A5824837597C}" destId="{67893680-04CD-41BA-8BCA-02D4AECE4A33}" srcOrd="0" destOrd="0" presId="urn:microsoft.com/office/officeart/2018/2/layout/IconLabelList"/>
    <dgm:cxn modelId="{2CE558A7-7074-45CB-88B2-1EBF79F8BDFD}" type="presParOf" srcId="{E2DA31EB-A5B6-46DF-AE99-A5824837597C}" destId="{ABCF1A8E-9F8F-40E9-917D-A07ABA9B4537}" srcOrd="1" destOrd="0" presId="urn:microsoft.com/office/officeart/2018/2/layout/IconLabelList"/>
    <dgm:cxn modelId="{270C0F01-0D45-486C-9046-5BC69F4FD557}" type="presParOf" srcId="{E2DA31EB-A5B6-46DF-AE99-A5824837597C}" destId="{F5881AA8-BCAF-4861-8E41-83B955ECBF1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B269E3E1-69EB-4C94-8199-2B669F50B8F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D2227E8-55B8-4144-8218-EDD5E1E1D8F2}">
      <dgm:prSet/>
      <dgm:spPr/>
      <dgm:t>
        <a:bodyPr/>
        <a:lstStyle/>
        <a:p>
          <a:r>
            <a:rPr lang="en-MY"/>
            <a:t>- Software that manages virtualized resources in a cloud</a:t>
          </a:r>
          <a:endParaRPr lang="en-US"/>
        </a:p>
      </dgm:t>
    </dgm:pt>
    <dgm:pt modelId="{565BB4A7-0B25-482D-B9DC-9D134AD739E3}" type="parTrans" cxnId="{24035EAD-D273-40A0-A90D-E21CF862E744}">
      <dgm:prSet/>
      <dgm:spPr/>
      <dgm:t>
        <a:bodyPr/>
        <a:lstStyle/>
        <a:p>
          <a:endParaRPr lang="en-US"/>
        </a:p>
      </dgm:t>
    </dgm:pt>
    <dgm:pt modelId="{95E5D0F5-30A4-4B2C-A9C2-79DFC3BB3B08}" type="sibTrans" cxnId="{24035EAD-D273-40A0-A90D-E21CF862E744}">
      <dgm:prSet/>
      <dgm:spPr/>
      <dgm:t>
        <a:bodyPr/>
        <a:lstStyle/>
        <a:p>
          <a:endParaRPr lang="en-US"/>
        </a:p>
      </dgm:t>
    </dgm:pt>
    <dgm:pt modelId="{3D3B1095-8405-4B57-95F8-A635EE5C07EF}">
      <dgm:prSet/>
      <dgm:spPr/>
      <dgm:t>
        <a:bodyPr/>
        <a:lstStyle/>
        <a:p>
          <a:r>
            <a:rPr lang="en-MY"/>
            <a:t>Examples: OpenStack, VMware vSphere, Proxmox, Eucalyptus</a:t>
          </a:r>
          <a:endParaRPr lang="en-US"/>
        </a:p>
      </dgm:t>
    </dgm:pt>
    <dgm:pt modelId="{D4506177-A3B3-4CA4-B7AC-7BF2632802C5}" type="parTrans" cxnId="{94B633D3-6388-465C-9D51-5A559544FAC8}">
      <dgm:prSet/>
      <dgm:spPr/>
      <dgm:t>
        <a:bodyPr/>
        <a:lstStyle/>
        <a:p>
          <a:endParaRPr lang="en-US"/>
        </a:p>
      </dgm:t>
    </dgm:pt>
    <dgm:pt modelId="{3412BA30-D4EC-42B0-B5CA-3CCEBFC58E43}" type="sibTrans" cxnId="{94B633D3-6388-465C-9D51-5A559544FAC8}">
      <dgm:prSet/>
      <dgm:spPr/>
      <dgm:t>
        <a:bodyPr/>
        <a:lstStyle/>
        <a:p>
          <a:endParaRPr lang="en-US"/>
        </a:p>
      </dgm:t>
    </dgm:pt>
    <dgm:pt modelId="{DD33CF72-1D96-4538-8B93-0E9387B6E1B1}">
      <dgm:prSet/>
      <dgm:spPr/>
      <dgm:t>
        <a:bodyPr/>
        <a:lstStyle/>
        <a:p>
          <a:r>
            <a:rPr lang="en-MY"/>
            <a:t>Acts as the “invisible caretaker” of virtual resources</a:t>
          </a:r>
          <a:endParaRPr lang="en-US"/>
        </a:p>
      </dgm:t>
    </dgm:pt>
    <dgm:pt modelId="{F065202B-9A92-4D88-BE6C-3EC7ED337641}" type="parTrans" cxnId="{3795A8FF-E96B-4491-80CB-6F4C9138C935}">
      <dgm:prSet/>
      <dgm:spPr/>
      <dgm:t>
        <a:bodyPr/>
        <a:lstStyle/>
        <a:p>
          <a:endParaRPr lang="en-US"/>
        </a:p>
      </dgm:t>
    </dgm:pt>
    <dgm:pt modelId="{BF251A34-857B-4A6C-BC46-F700F3717B3E}" type="sibTrans" cxnId="{3795A8FF-E96B-4491-80CB-6F4C9138C935}">
      <dgm:prSet/>
      <dgm:spPr/>
      <dgm:t>
        <a:bodyPr/>
        <a:lstStyle/>
        <a:p>
          <a:endParaRPr lang="en-US"/>
        </a:p>
      </dgm:t>
    </dgm:pt>
    <dgm:pt modelId="{0564902A-873C-CE48-B71A-164E5FBAEFA0}" type="pres">
      <dgm:prSet presAssocID="{B269E3E1-69EB-4C94-8199-2B669F50B8FF}" presName="linear" presStyleCnt="0">
        <dgm:presLayoutVars>
          <dgm:animLvl val="lvl"/>
          <dgm:resizeHandles val="exact"/>
        </dgm:presLayoutVars>
      </dgm:prSet>
      <dgm:spPr/>
    </dgm:pt>
    <dgm:pt modelId="{CBD69263-2E7F-FC4C-89C7-0AE6E136A352}" type="pres">
      <dgm:prSet presAssocID="{3D2227E8-55B8-4144-8218-EDD5E1E1D8F2}" presName="parentText" presStyleLbl="node1" presStyleIdx="0" presStyleCnt="3">
        <dgm:presLayoutVars>
          <dgm:chMax val="0"/>
          <dgm:bulletEnabled val="1"/>
        </dgm:presLayoutVars>
      </dgm:prSet>
      <dgm:spPr/>
    </dgm:pt>
    <dgm:pt modelId="{7599088F-93D0-514A-AFCD-EE1E0E7ED163}" type="pres">
      <dgm:prSet presAssocID="{95E5D0F5-30A4-4B2C-A9C2-79DFC3BB3B08}" presName="spacer" presStyleCnt="0"/>
      <dgm:spPr/>
    </dgm:pt>
    <dgm:pt modelId="{AFC926C9-B3A0-6143-8CF4-2104FB82CAFC}" type="pres">
      <dgm:prSet presAssocID="{3D3B1095-8405-4B57-95F8-A635EE5C07EF}" presName="parentText" presStyleLbl="node1" presStyleIdx="1" presStyleCnt="3">
        <dgm:presLayoutVars>
          <dgm:chMax val="0"/>
          <dgm:bulletEnabled val="1"/>
        </dgm:presLayoutVars>
      </dgm:prSet>
      <dgm:spPr/>
    </dgm:pt>
    <dgm:pt modelId="{981A4EB4-E9D6-BC4A-8F27-30698EECFB68}" type="pres">
      <dgm:prSet presAssocID="{3412BA30-D4EC-42B0-B5CA-3CCEBFC58E43}" presName="spacer" presStyleCnt="0"/>
      <dgm:spPr/>
    </dgm:pt>
    <dgm:pt modelId="{66EA2546-FED0-7740-957C-0832935218F9}" type="pres">
      <dgm:prSet presAssocID="{DD33CF72-1D96-4538-8B93-0E9387B6E1B1}" presName="parentText" presStyleLbl="node1" presStyleIdx="2" presStyleCnt="3">
        <dgm:presLayoutVars>
          <dgm:chMax val="0"/>
          <dgm:bulletEnabled val="1"/>
        </dgm:presLayoutVars>
      </dgm:prSet>
      <dgm:spPr/>
    </dgm:pt>
  </dgm:ptLst>
  <dgm:cxnLst>
    <dgm:cxn modelId="{9DF4270B-EF19-224E-B259-2FE4575D84C2}" type="presOf" srcId="{3D2227E8-55B8-4144-8218-EDD5E1E1D8F2}" destId="{CBD69263-2E7F-FC4C-89C7-0AE6E136A352}" srcOrd="0" destOrd="0" presId="urn:microsoft.com/office/officeart/2005/8/layout/vList2"/>
    <dgm:cxn modelId="{E4E52761-7B60-4F48-836D-FE9D95657EB1}" type="presOf" srcId="{3D3B1095-8405-4B57-95F8-A635EE5C07EF}" destId="{AFC926C9-B3A0-6143-8CF4-2104FB82CAFC}" srcOrd="0" destOrd="0" presId="urn:microsoft.com/office/officeart/2005/8/layout/vList2"/>
    <dgm:cxn modelId="{C10B2782-C0AE-FA48-827C-47B56A4938B5}" type="presOf" srcId="{DD33CF72-1D96-4538-8B93-0E9387B6E1B1}" destId="{66EA2546-FED0-7740-957C-0832935218F9}" srcOrd="0" destOrd="0" presId="urn:microsoft.com/office/officeart/2005/8/layout/vList2"/>
    <dgm:cxn modelId="{24035EAD-D273-40A0-A90D-E21CF862E744}" srcId="{B269E3E1-69EB-4C94-8199-2B669F50B8FF}" destId="{3D2227E8-55B8-4144-8218-EDD5E1E1D8F2}" srcOrd="0" destOrd="0" parTransId="{565BB4A7-0B25-482D-B9DC-9D134AD739E3}" sibTransId="{95E5D0F5-30A4-4B2C-A9C2-79DFC3BB3B08}"/>
    <dgm:cxn modelId="{9FFF94BA-B0DF-AC4F-8779-761A8A0FBCD1}" type="presOf" srcId="{B269E3E1-69EB-4C94-8199-2B669F50B8FF}" destId="{0564902A-873C-CE48-B71A-164E5FBAEFA0}" srcOrd="0" destOrd="0" presId="urn:microsoft.com/office/officeart/2005/8/layout/vList2"/>
    <dgm:cxn modelId="{94B633D3-6388-465C-9D51-5A559544FAC8}" srcId="{B269E3E1-69EB-4C94-8199-2B669F50B8FF}" destId="{3D3B1095-8405-4B57-95F8-A635EE5C07EF}" srcOrd="1" destOrd="0" parTransId="{D4506177-A3B3-4CA4-B7AC-7BF2632802C5}" sibTransId="{3412BA30-D4EC-42B0-B5CA-3CCEBFC58E43}"/>
    <dgm:cxn modelId="{3795A8FF-E96B-4491-80CB-6F4C9138C935}" srcId="{B269E3E1-69EB-4C94-8199-2B669F50B8FF}" destId="{DD33CF72-1D96-4538-8B93-0E9387B6E1B1}" srcOrd="2" destOrd="0" parTransId="{F065202B-9A92-4D88-BE6C-3EC7ED337641}" sibTransId="{BF251A34-857B-4A6C-BC46-F700F3717B3E}"/>
    <dgm:cxn modelId="{A50795C2-0A77-E244-863D-E005786CE074}" type="presParOf" srcId="{0564902A-873C-CE48-B71A-164E5FBAEFA0}" destId="{CBD69263-2E7F-FC4C-89C7-0AE6E136A352}" srcOrd="0" destOrd="0" presId="urn:microsoft.com/office/officeart/2005/8/layout/vList2"/>
    <dgm:cxn modelId="{76FF806E-5FF5-2849-8427-B35463D9C2EE}" type="presParOf" srcId="{0564902A-873C-CE48-B71A-164E5FBAEFA0}" destId="{7599088F-93D0-514A-AFCD-EE1E0E7ED163}" srcOrd="1" destOrd="0" presId="urn:microsoft.com/office/officeart/2005/8/layout/vList2"/>
    <dgm:cxn modelId="{A63694B4-B94B-094E-89F9-DF9EED8A2C12}" type="presParOf" srcId="{0564902A-873C-CE48-B71A-164E5FBAEFA0}" destId="{AFC926C9-B3A0-6143-8CF4-2104FB82CAFC}" srcOrd="2" destOrd="0" presId="urn:microsoft.com/office/officeart/2005/8/layout/vList2"/>
    <dgm:cxn modelId="{46060D6D-E8BD-D840-900E-5F6CBC51133C}" type="presParOf" srcId="{0564902A-873C-CE48-B71A-164E5FBAEFA0}" destId="{981A4EB4-E9D6-BC4A-8F27-30698EECFB68}" srcOrd="3" destOrd="0" presId="urn:microsoft.com/office/officeart/2005/8/layout/vList2"/>
    <dgm:cxn modelId="{871C3D2C-81C3-3A4F-8401-8FDCDFA08026}" type="presParOf" srcId="{0564902A-873C-CE48-B71A-164E5FBAEFA0}" destId="{66EA2546-FED0-7740-957C-0832935218F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CA315E3B-AAEF-49F9-AB01-5092A6602FE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4A80D05-BAB3-4F99-AF4D-4B11BC3D3816}">
      <dgm:prSet/>
      <dgm:spPr/>
      <dgm:t>
        <a:bodyPr/>
        <a:lstStyle/>
        <a:p>
          <a:r>
            <a:rPr lang="en-MY"/>
            <a:t>Provisioning VMs</a:t>
          </a:r>
          <a:endParaRPr lang="en-US"/>
        </a:p>
      </dgm:t>
    </dgm:pt>
    <dgm:pt modelId="{E8EEAC94-F1E5-4E19-A287-2720ABB878E9}" type="parTrans" cxnId="{547200FC-9BE1-4658-916F-D9317691A967}">
      <dgm:prSet/>
      <dgm:spPr/>
      <dgm:t>
        <a:bodyPr/>
        <a:lstStyle/>
        <a:p>
          <a:endParaRPr lang="en-US"/>
        </a:p>
      </dgm:t>
    </dgm:pt>
    <dgm:pt modelId="{12EF9A24-3F37-45ED-B45F-A9DB6BE4F40C}" type="sibTrans" cxnId="{547200FC-9BE1-4658-916F-D9317691A967}">
      <dgm:prSet/>
      <dgm:spPr/>
      <dgm:t>
        <a:bodyPr/>
        <a:lstStyle/>
        <a:p>
          <a:endParaRPr lang="en-US"/>
        </a:p>
      </dgm:t>
    </dgm:pt>
    <dgm:pt modelId="{9BE4796D-B14D-4FBB-BC1E-54B33B09FEA6}">
      <dgm:prSet/>
      <dgm:spPr/>
      <dgm:t>
        <a:bodyPr/>
        <a:lstStyle/>
        <a:p>
          <a:r>
            <a:rPr lang="en-MY"/>
            <a:t>Networking configuration</a:t>
          </a:r>
          <a:endParaRPr lang="en-US"/>
        </a:p>
      </dgm:t>
    </dgm:pt>
    <dgm:pt modelId="{B578A32E-9B8B-4940-8ACA-1420DCFA5B22}" type="parTrans" cxnId="{F73F6C04-0A65-4146-93B1-D544DCAC75EC}">
      <dgm:prSet/>
      <dgm:spPr/>
      <dgm:t>
        <a:bodyPr/>
        <a:lstStyle/>
        <a:p>
          <a:endParaRPr lang="en-US"/>
        </a:p>
      </dgm:t>
    </dgm:pt>
    <dgm:pt modelId="{68C6C9E1-1D94-4368-B6AE-655B3E0E61AE}" type="sibTrans" cxnId="{F73F6C04-0A65-4146-93B1-D544DCAC75EC}">
      <dgm:prSet/>
      <dgm:spPr/>
      <dgm:t>
        <a:bodyPr/>
        <a:lstStyle/>
        <a:p>
          <a:endParaRPr lang="en-US"/>
        </a:p>
      </dgm:t>
    </dgm:pt>
    <dgm:pt modelId="{FE1397FD-A8A8-4E33-9880-0337ADE78D9A}">
      <dgm:prSet/>
      <dgm:spPr/>
      <dgm:t>
        <a:bodyPr/>
        <a:lstStyle/>
        <a:p>
          <a:r>
            <a:rPr lang="en-MY"/>
            <a:t>Storage management</a:t>
          </a:r>
          <a:endParaRPr lang="en-US"/>
        </a:p>
      </dgm:t>
    </dgm:pt>
    <dgm:pt modelId="{FCF3FAE7-D175-46D8-A18B-A26929C1269B}" type="parTrans" cxnId="{FE271D37-D26A-4787-8778-F0278898E8B0}">
      <dgm:prSet/>
      <dgm:spPr/>
      <dgm:t>
        <a:bodyPr/>
        <a:lstStyle/>
        <a:p>
          <a:endParaRPr lang="en-US"/>
        </a:p>
      </dgm:t>
    </dgm:pt>
    <dgm:pt modelId="{3BE1777C-6B89-45D1-A626-8D6DCEF038E1}" type="sibTrans" cxnId="{FE271D37-D26A-4787-8778-F0278898E8B0}">
      <dgm:prSet/>
      <dgm:spPr/>
      <dgm:t>
        <a:bodyPr/>
        <a:lstStyle/>
        <a:p>
          <a:endParaRPr lang="en-US"/>
        </a:p>
      </dgm:t>
    </dgm:pt>
    <dgm:pt modelId="{876C6CAE-96FF-423D-8EF3-E500397B4C22}">
      <dgm:prSet/>
      <dgm:spPr/>
      <dgm:t>
        <a:bodyPr/>
        <a:lstStyle/>
        <a:p>
          <a:r>
            <a:rPr lang="en-MY"/>
            <a:t>Resource scheduling</a:t>
          </a:r>
          <a:endParaRPr lang="en-US"/>
        </a:p>
      </dgm:t>
    </dgm:pt>
    <dgm:pt modelId="{81977B28-CF72-4F18-9A9E-2D56E926949B}" type="parTrans" cxnId="{5FAB2C0D-3695-4234-86C9-07099C819A40}">
      <dgm:prSet/>
      <dgm:spPr/>
      <dgm:t>
        <a:bodyPr/>
        <a:lstStyle/>
        <a:p>
          <a:endParaRPr lang="en-US"/>
        </a:p>
      </dgm:t>
    </dgm:pt>
    <dgm:pt modelId="{1E82A676-89A4-4F33-A68B-E1AD9C6CAB8B}" type="sibTrans" cxnId="{5FAB2C0D-3695-4234-86C9-07099C819A40}">
      <dgm:prSet/>
      <dgm:spPr/>
      <dgm:t>
        <a:bodyPr/>
        <a:lstStyle/>
        <a:p>
          <a:endParaRPr lang="en-US"/>
        </a:p>
      </dgm:t>
    </dgm:pt>
    <dgm:pt modelId="{B3A37A8B-171C-4442-AB1E-0E7C229E1918}">
      <dgm:prSet/>
      <dgm:spPr/>
      <dgm:t>
        <a:bodyPr/>
        <a:lstStyle/>
        <a:p>
          <a:r>
            <a:rPr lang="en-MY"/>
            <a:t>Monitoring and logging</a:t>
          </a:r>
          <a:endParaRPr lang="en-US"/>
        </a:p>
      </dgm:t>
    </dgm:pt>
    <dgm:pt modelId="{6A6BFED9-7CC0-4B96-9311-90856C52B20D}" type="parTrans" cxnId="{08AEE4AE-DEB0-4870-BC67-4CE4DB9D72FD}">
      <dgm:prSet/>
      <dgm:spPr/>
      <dgm:t>
        <a:bodyPr/>
        <a:lstStyle/>
        <a:p>
          <a:endParaRPr lang="en-US"/>
        </a:p>
      </dgm:t>
    </dgm:pt>
    <dgm:pt modelId="{1DC0812B-A370-448B-9B43-F63450700E75}" type="sibTrans" cxnId="{08AEE4AE-DEB0-4870-BC67-4CE4DB9D72FD}">
      <dgm:prSet/>
      <dgm:spPr/>
      <dgm:t>
        <a:bodyPr/>
        <a:lstStyle/>
        <a:p>
          <a:endParaRPr lang="en-US"/>
        </a:p>
      </dgm:t>
    </dgm:pt>
    <dgm:pt modelId="{A5A205D5-B4A1-4F32-9700-0B684BBB27A0}">
      <dgm:prSet/>
      <dgm:spPr/>
      <dgm:t>
        <a:bodyPr/>
        <a:lstStyle/>
        <a:p>
          <a:r>
            <a:rPr lang="en-MY"/>
            <a:t>APIs for automation</a:t>
          </a:r>
          <a:endParaRPr lang="en-US"/>
        </a:p>
      </dgm:t>
    </dgm:pt>
    <dgm:pt modelId="{C08C314A-47ED-435D-B38A-7C8A84908C69}" type="parTrans" cxnId="{BF842296-3012-43D3-8969-3E965DF367A0}">
      <dgm:prSet/>
      <dgm:spPr/>
      <dgm:t>
        <a:bodyPr/>
        <a:lstStyle/>
        <a:p>
          <a:endParaRPr lang="en-US"/>
        </a:p>
      </dgm:t>
    </dgm:pt>
    <dgm:pt modelId="{F62E8851-1B17-4FF7-8D2B-18E7992FC243}" type="sibTrans" cxnId="{BF842296-3012-43D3-8969-3E965DF367A0}">
      <dgm:prSet/>
      <dgm:spPr/>
      <dgm:t>
        <a:bodyPr/>
        <a:lstStyle/>
        <a:p>
          <a:endParaRPr lang="en-US"/>
        </a:p>
      </dgm:t>
    </dgm:pt>
    <dgm:pt modelId="{70C6A52D-9BBC-49F4-A11C-D1DD13ABD9EA}" type="pres">
      <dgm:prSet presAssocID="{CA315E3B-AAEF-49F9-AB01-5092A6602FEB}" presName="root" presStyleCnt="0">
        <dgm:presLayoutVars>
          <dgm:dir/>
          <dgm:resizeHandles val="exact"/>
        </dgm:presLayoutVars>
      </dgm:prSet>
      <dgm:spPr/>
    </dgm:pt>
    <dgm:pt modelId="{7195DC3E-C383-4686-85A9-0B8B699341F6}" type="pres">
      <dgm:prSet presAssocID="{14A80D05-BAB3-4F99-AF4D-4B11BC3D3816}" presName="compNode" presStyleCnt="0"/>
      <dgm:spPr/>
    </dgm:pt>
    <dgm:pt modelId="{30FCAD2C-B1CD-4071-B51D-F26B096F3A94}" type="pres">
      <dgm:prSet presAssocID="{14A80D05-BAB3-4F99-AF4D-4B11BC3D381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9AC9A4EC-881A-4F71-8170-33D220DAC184}" type="pres">
      <dgm:prSet presAssocID="{14A80D05-BAB3-4F99-AF4D-4B11BC3D3816}" presName="spaceRect" presStyleCnt="0"/>
      <dgm:spPr/>
    </dgm:pt>
    <dgm:pt modelId="{DA24E521-377E-4966-9EAC-56813B317B2D}" type="pres">
      <dgm:prSet presAssocID="{14A80D05-BAB3-4F99-AF4D-4B11BC3D3816}" presName="textRect" presStyleLbl="revTx" presStyleIdx="0" presStyleCnt="6">
        <dgm:presLayoutVars>
          <dgm:chMax val="1"/>
          <dgm:chPref val="1"/>
        </dgm:presLayoutVars>
      </dgm:prSet>
      <dgm:spPr/>
    </dgm:pt>
    <dgm:pt modelId="{0356F26E-D657-40C2-B36C-FC12169FBB14}" type="pres">
      <dgm:prSet presAssocID="{12EF9A24-3F37-45ED-B45F-A9DB6BE4F40C}" presName="sibTrans" presStyleCnt="0"/>
      <dgm:spPr/>
    </dgm:pt>
    <dgm:pt modelId="{57D149B3-BDCA-48FB-A13D-A90A27F6183E}" type="pres">
      <dgm:prSet presAssocID="{9BE4796D-B14D-4FBB-BC1E-54B33B09FEA6}" presName="compNode" presStyleCnt="0"/>
      <dgm:spPr/>
    </dgm:pt>
    <dgm:pt modelId="{7F9AA9FF-CB55-40AA-B372-F091C101A0A6}" type="pres">
      <dgm:prSet presAssocID="{9BE4796D-B14D-4FBB-BC1E-54B33B09FEA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F9B071F6-4975-44B2-89F0-82580BC975A7}" type="pres">
      <dgm:prSet presAssocID="{9BE4796D-B14D-4FBB-BC1E-54B33B09FEA6}" presName="spaceRect" presStyleCnt="0"/>
      <dgm:spPr/>
    </dgm:pt>
    <dgm:pt modelId="{E722E432-B6AE-4ED0-8191-CC47FEBFE4F8}" type="pres">
      <dgm:prSet presAssocID="{9BE4796D-B14D-4FBB-BC1E-54B33B09FEA6}" presName="textRect" presStyleLbl="revTx" presStyleIdx="1" presStyleCnt="6">
        <dgm:presLayoutVars>
          <dgm:chMax val="1"/>
          <dgm:chPref val="1"/>
        </dgm:presLayoutVars>
      </dgm:prSet>
      <dgm:spPr/>
    </dgm:pt>
    <dgm:pt modelId="{758FEBB4-2561-4BED-91DA-F054506D6C16}" type="pres">
      <dgm:prSet presAssocID="{68C6C9E1-1D94-4368-B6AE-655B3E0E61AE}" presName="sibTrans" presStyleCnt="0"/>
      <dgm:spPr/>
    </dgm:pt>
    <dgm:pt modelId="{11E0FA34-45A6-4F4A-8747-96159B96B454}" type="pres">
      <dgm:prSet presAssocID="{FE1397FD-A8A8-4E33-9880-0337ADE78D9A}" presName="compNode" presStyleCnt="0"/>
      <dgm:spPr/>
    </dgm:pt>
    <dgm:pt modelId="{7A52EBDA-E83E-4E6A-8E84-5F721D732A01}" type="pres">
      <dgm:prSet presAssocID="{FE1397FD-A8A8-4E33-9880-0337ADE78D9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C8ED93C3-4230-48F1-AF41-9EAA7C6FD99A}" type="pres">
      <dgm:prSet presAssocID="{FE1397FD-A8A8-4E33-9880-0337ADE78D9A}" presName="spaceRect" presStyleCnt="0"/>
      <dgm:spPr/>
    </dgm:pt>
    <dgm:pt modelId="{3F28B45E-6F3E-4D45-9EAC-E03769BA8842}" type="pres">
      <dgm:prSet presAssocID="{FE1397FD-A8A8-4E33-9880-0337ADE78D9A}" presName="textRect" presStyleLbl="revTx" presStyleIdx="2" presStyleCnt="6">
        <dgm:presLayoutVars>
          <dgm:chMax val="1"/>
          <dgm:chPref val="1"/>
        </dgm:presLayoutVars>
      </dgm:prSet>
      <dgm:spPr/>
    </dgm:pt>
    <dgm:pt modelId="{994E22A8-3B62-48FE-958E-B1B9B589ECE0}" type="pres">
      <dgm:prSet presAssocID="{3BE1777C-6B89-45D1-A626-8D6DCEF038E1}" presName="sibTrans" presStyleCnt="0"/>
      <dgm:spPr/>
    </dgm:pt>
    <dgm:pt modelId="{8765D5BC-1476-4241-9CF0-C7BC8F72BBCC}" type="pres">
      <dgm:prSet presAssocID="{876C6CAE-96FF-423D-8EF3-E500397B4C22}" presName="compNode" presStyleCnt="0"/>
      <dgm:spPr/>
    </dgm:pt>
    <dgm:pt modelId="{D7070543-392E-43FC-8ECF-B2E45B684CD4}" type="pres">
      <dgm:prSet presAssocID="{876C6CAE-96FF-423D-8EF3-E500397B4C2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ily Calendar"/>
        </a:ext>
      </dgm:extLst>
    </dgm:pt>
    <dgm:pt modelId="{9E23A474-9457-496F-A075-58343BFC67CF}" type="pres">
      <dgm:prSet presAssocID="{876C6CAE-96FF-423D-8EF3-E500397B4C22}" presName="spaceRect" presStyleCnt="0"/>
      <dgm:spPr/>
    </dgm:pt>
    <dgm:pt modelId="{9C5491CA-CEDE-459B-B96D-C6D9C7D2EC3B}" type="pres">
      <dgm:prSet presAssocID="{876C6CAE-96FF-423D-8EF3-E500397B4C22}" presName="textRect" presStyleLbl="revTx" presStyleIdx="3" presStyleCnt="6">
        <dgm:presLayoutVars>
          <dgm:chMax val="1"/>
          <dgm:chPref val="1"/>
        </dgm:presLayoutVars>
      </dgm:prSet>
      <dgm:spPr/>
    </dgm:pt>
    <dgm:pt modelId="{9B5D9F18-C010-4346-94C0-6CCD55ADFD63}" type="pres">
      <dgm:prSet presAssocID="{1E82A676-89A4-4F33-A68B-E1AD9C6CAB8B}" presName="sibTrans" presStyleCnt="0"/>
      <dgm:spPr/>
    </dgm:pt>
    <dgm:pt modelId="{0FA18E57-0A5E-4AB0-B263-E321ACDB5832}" type="pres">
      <dgm:prSet presAssocID="{B3A37A8B-171C-4442-AB1E-0E7C229E1918}" presName="compNode" presStyleCnt="0"/>
      <dgm:spPr/>
    </dgm:pt>
    <dgm:pt modelId="{C72440DA-C8C9-4B87-84AB-7FE0494ACCB3}" type="pres">
      <dgm:prSet presAssocID="{B3A37A8B-171C-4442-AB1E-0E7C229E191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5C7A6A88-ED74-4602-BC1F-03D8689744A6}" type="pres">
      <dgm:prSet presAssocID="{B3A37A8B-171C-4442-AB1E-0E7C229E1918}" presName="spaceRect" presStyleCnt="0"/>
      <dgm:spPr/>
    </dgm:pt>
    <dgm:pt modelId="{1E00FA24-B530-4935-8F92-BBB0B2091219}" type="pres">
      <dgm:prSet presAssocID="{B3A37A8B-171C-4442-AB1E-0E7C229E1918}" presName="textRect" presStyleLbl="revTx" presStyleIdx="4" presStyleCnt="6">
        <dgm:presLayoutVars>
          <dgm:chMax val="1"/>
          <dgm:chPref val="1"/>
        </dgm:presLayoutVars>
      </dgm:prSet>
      <dgm:spPr/>
    </dgm:pt>
    <dgm:pt modelId="{759300F3-10DC-404D-A29F-2BBEA5FDBF10}" type="pres">
      <dgm:prSet presAssocID="{1DC0812B-A370-448B-9B43-F63450700E75}" presName="sibTrans" presStyleCnt="0"/>
      <dgm:spPr/>
    </dgm:pt>
    <dgm:pt modelId="{3E334890-FD54-4C77-B052-35231BFE506B}" type="pres">
      <dgm:prSet presAssocID="{A5A205D5-B4A1-4F32-9700-0B684BBB27A0}" presName="compNode" presStyleCnt="0"/>
      <dgm:spPr/>
    </dgm:pt>
    <dgm:pt modelId="{53D1B5A8-36CA-4AA9-A7F2-54E4B92BA7CD}" type="pres">
      <dgm:prSet presAssocID="{A5A205D5-B4A1-4F32-9700-0B684BBB27A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ears"/>
        </a:ext>
      </dgm:extLst>
    </dgm:pt>
    <dgm:pt modelId="{543B3CCA-1369-4CE9-BAD2-1F04CECE1495}" type="pres">
      <dgm:prSet presAssocID="{A5A205D5-B4A1-4F32-9700-0B684BBB27A0}" presName="spaceRect" presStyleCnt="0"/>
      <dgm:spPr/>
    </dgm:pt>
    <dgm:pt modelId="{3D419467-E32D-492E-87AB-1C3790E0AC6F}" type="pres">
      <dgm:prSet presAssocID="{A5A205D5-B4A1-4F32-9700-0B684BBB27A0}" presName="textRect" presStyleLbl="revTx" presStyleIdx="5" presStyleCnt="6">
        <dgm:presLayoutVars>
          <dgm:chMax val="1"/>
          <dgm:chPref val="1"/>
        </dgm:presLayoutVars>
      </dgm:prSet>
      <dgm:spPr/>
    </dgm:pt>
  </dgm:ptLst>
  <dgm:cxnLst>
    <dgm:cxn modelId="{E087BB00-6720-471C-8BC6-CF0ED5E96341}" type="presOf" srcId="{9BE4796D-B14D-4FBB-BC1E-54B33B09FEA6}" destId="{E722E432-B6AE-4ED0-8191-CC47FEBFE4F8}" srcOrd="0" destOrd="0" presId="urn:microsoft.com/office/officeart/2018/2/layout/IconLabelList"/>
    <dgm:cxn modelId="{F73F6C04-0A65-4146-93B1-D544DCAC75EC}" srcId="{CA315E3B-AAEF-49F9-AB01-5092A6602FEB}" destId="{9BE4796D-B14D-4FBB-BC1E-54B33B09FEA6}" srcOrd="1" destOrd="0" parTransId="{B578A32E-9B8B-4940-8ACA-1420DCFA5B22}" sibTransId="{68C6C9E1-1D94-4368-B6AE-655B3E0E61AE}"/>
    <dgm:cxn modelId="{A5CFE50A-5A44-4761-8F91-07D86EA850FF}" type="presOf" srcId="{876C6CAE-96FF-423D-8EF3-E500397B4C22}" destId="{9C5491CA-CEDE-459B-B96D-C6D9C7D2EC3B}" srcOrd="0" destOrd="0" presId="urn:microsoft.com/office/officeart/2018/2/layout/IconLabelList"/>
    <dgm:cxn modelId="{5FAB2C0D-3695-4234-86C9-07099C819A40}" srcId="{CA315E3B-AAEF-49F9-AB01-5092A6602FEB}" destId="{876C6CAE-96FF-423D-8EF3-E500397B4C22}" srcOrd="3" destOrd="0" parTransId="{81977B28-CF72-4F18-9A9E-2D56E926949B}" sibTransId="{1E82A676-89A4-4F33-A68B-E1AD9C6CAB8B}"/>
    <dgm:cxn modelId="{FE271D37-D26A-4787-8778-F0278898E8B0}" srcId="{CA315E3B-AAEF-49F9-AB01-5092A6602FEB}" destId="{FE1397FD-A8A8-4E33-9880-0337ADE78D9A}" srcOrd="2" destOrd="0" parTransId="{FCF3FAE7-D175-46D8-A18B-A26929C1269B}" sibTransId="{3BE1777C-6B89-45D1-A626-8D6DCEF038E1}"/>
    <dgm:cxn modelId="{66B8FD38-E366-451B-9153-B599110A9085}" type="presOf" srcId="{A5A205D5-B4A1-4F32-9700-0B684BBB27A0}" destId="{3D419467-E32D-492E-87AB-1C3790E0AC6F}" srcOrd="0" destOrd="0" presId="urn:microsoft.com/office/officeart/2018/2/layout/IconLabelList"/>
    <dgm:cxn modelId="{71D6F34F-1CFA-4E39-8115-6FFD69C8F520}" type="presOf" srcId="{CA315E3B-AAEF-49F9-AB01-5092A6602FEB}" destId="{70C6A52D-9BBC-49F4-A11C-D1DD13ABD9EA}" srcOrd="0" destOrd="0" presId="urn:microsoft.com/office/officeart/2018/2/layout/IconLabelList"/>
    <dgm:cxn modelId="{397E2871-5A73-4E31-9C15-100B23157D1D}" type="presOf" srcId="{B3A37A8B-171C-4442-AB1E-0E7C229E1918}" destId="{1E00FA24-B530-4935-8F92-BBB0B2091219}" srcOrd="0" destOrd="0" presId="urn:microsoft.com/office/officeart/2018/2/layout/IconLabelList"/>
    <dgm:cxn modelId="{BF842296-3012-43D3-8969-3E965DF367A0}" srcId="{CA315E3B-AAEF-49F9-AB01-5092A6602FEB}" destId="{A5A205D5-B4A1-4F32-9700-0B684BBB27A0}" srcOrd="5" destOrd="0" parTransId="{C08C314A-47ED-435D-B38A-7C8A84908C69}" sibTransId="{F62E8851-1B17-4FF7-8D2B-18E7992FC243}"/>
    <dgm:cxn modelId="{08AEE4AE-DEB0-4870-BC67-4CE4DB9D72FD}" srcId="{CA315E3B-AAEF-49F9-AB01-5092A6602FEB}" destId="{B3A37A8B-171C-4442-AB1E-0E7C229E1918}" srcOrd="4" destOrd="0" parTransId="{6A6BFED9-7CC0-4B96-9311-90856C52B20D}" sibTransId="{1DC0812B-A370-448B-9B43-F63450700E75}"/>
    <dgm:cxn modelId="{910FF5BF-2506-4600-84C8-0501FF8AC16F}" type="presOf" srcId="{FE1397FD-A8A8-4E33-9880-0337ADE78D9A}" destId="{3F28B45E-6F3E-4D45-9EAC-E03769BA8842}" srcOrd="0" destOrd="0" presId="urn:microsoft.com/office/officeart/2018/2/layout/IconLabelList"/>
    <dgm:cxn modelId="{A1B8D4CE-ED70-421B-A3BE-DC121F3C482F}" type="presOf" srcId="{14A80D05-BAB3-4F99-AF4D-4B11BC3D3816}" destId="{DA24E521-377E-4966-9EAC-56813B317B2D}" srcOrd="0" destOrd="0" presId="urn:microsoft.com/office/officeart/2018/2/layout/IconLabelList"/>
    <dgm:cxn modelId="{547200FC-9BE1-4658-916F-D9317691A967}" srcId="{CA315E3B-AAEF-49F9-AB01-5092A6602FEB}" destId="{14A80D05-BAB3-4F99-AF4D-4B11BC3D3816}" srcOrd="0" destOrd="0" parTransId="{E8EEAC94-F1E5-4E19-A287-2720ABB878E9}" sibTransId="{12EF9A24-3F37-45ED-B45F-A9DB6BE4F40C}"/>
    <dgm:cxn modelId="{6E92AA31-967C-4420-97C2-676E01CE975C}" type="presParOf" srcId="{70C6A52D-9BBC-49F4-A11C-D1DD13ABD9EA}" destId="{7195DC3E-C383-4686-85A9-0B8B699341F6}" srcOrd="0" destOrd="0" presId="urn:microsoft.com/office/officeart/2018/2/layout/IconLabelList"/>
    <dgm:cxn modelId="{656E4FF2-3F10-4E0E-AFA1-489965BFCC8E}" type="presParOf" srcId="{7195DC3E-C383-4686-85A9-0B8B699341F6}" destId="{30FCAD2C-B1CD-4071-B51D-F26B096F3A94}" srcOrd="0" destOrd="0" presId="urn:microsoft.com/office/officeart/2018/2/layout/IconLabelList"/>
    <dgm:cxn modelId="{F53C1803-46B1-4D8F-822F-185EE4B497F6}" type="presParOf" srcId="{7195DC3E-C383-4686-85A9-0B8B699341F6}" destId="{9AC9A4EC-881A-4F71-8170-33D220DAC184}" srcOrd="1" destOrd="0" presId="urn:microsoft.com/office/officeart/2018/2/layout/IconLabelList"/>
    <dgm:cxn modelId="{2877163A-CFC5-4EAE-85EA-0D2ACFF96EFC}" type="presParOf" srcId="{7195DC3E-C383-4686-85A9-0B8B699341F6}" destId="{DA24E521-377E-4966-9EAC-56813B317B2D}" srcOrd="2" destOrd="0" presId="urn:microsoft.com/office/officeart/2018/2/layout/IconLabelList"/>
    <dgm:cxn modelId="{1D41F19C-602B-4AA8-8AE8-7F77FD54F560}" type="presParOf" srcId="{70C6A52D-9BBC-49F4-A11C-D1DD13ABD9EA}" destId="{0356F26E-D657-40C2-B36C-FC12169FBB14}" srcOrd="1" destOrd="0" presId="urn:microsoft.com/office/officeart/2018/2/layout/IconLabelList"/>
    <dgm:cxn modelId="{921D46EA-7629-44BA-8B1B-E903BA6E6046}" type="presParOf" srcId="{70C6A52D-9BBC-49F4-A11C-D1DD13ABD9EA}" destId="{57D149B3-BDCA-48FB-A13D-A90A27F6183E}" srcOrd="2" destOrd="0" presId="urn:microsoft.com/office/officeart/2018/2/layout/IconLabelList"/>
    <dgm:cxn modelId="{49B700DD-81FC-4E5C-979F-DEA0778E8805}" type="presParOf" srcId="{57D149B3-BDCA-48FB-A13D-A90A27F6183E}" destId="{7F9AA9FF-CB55-40AA-B372-F091C101A0A6}" srcOrd="0" destOrd="0" presId="urn:microsoft.com/office/officeart/2018/2/layout/IconLabelList"/>
    <dgm:cxn modelId="{1F3E676D-493D-4236-B125-02F8AA48BB51}" type="presParOf" srcId="{57D149B3-BDCA-48FB-A13D-A90A27F6183E}" destId="{F9B071F6-4975-44B2-89F0-82580BC975A7}" srcOrd="1" destOrd="0" presId="urn:microsoft.com/office/officeart/2018/2/layout/IconLabelList"/>
    <dgm:cxn modelId="{651AA8C6-8A77-45DE-A3E9-EEC7BE51D481}" type="presParOf" srcId="{57D149B3-BDCA-48FB-A13D-A90A27F6183E}" destId="{E722E432-B6AE-4ED0-8191-CC47FEBFE4F8}" srcOrd="2" destOrd="0" presId="urn:microsoft.com/office/officeart/2018/2/layout/IconLabelList"/>
    <dgm:cxn modelId="{760E658E-1075-4742-8D34-00437F400757}" type="presParOf" srcId="{70C6A52D-9BBC-49F4-A11C-D1DD13ABD9EA}" destId="{758FEBB4-2561-4BED-91DA-F054506D6C16}" srcOrd="3" destOrd="0" presId="urn:microsoft.com/office/officeart/2018/2/layout/IconLabelList"/>
    <dgm:cxn modelId="{A9BD95FC-0175-49E2-85E1-0C7743552DF9}" type="presParOf" srcId="{70C6A52D-9BBC-49F4-A11C-D1DD13ABD9EA}" destId="{11E0FA34-45A6-4F4A-8747-96159B96B454}" srcOrd="4" destOrd="0" presId="urn:microsoft.com/office/officeart/2018/2/layout/IconLabelList"/>
    <dgm:cxn modelId="{5EB11894-8FD7-4916-9038-667A5A96516C}" type="presParOf" srcId="{11E0FA34-45A6-4F4A-8747-96159B96B454}" destId="{7A52EBDA-E83E-4E6A-8E84-5F721D732A01}" srcOrd="0" destOrd="0" presId="urn:microsoft.com/office/officeart/2018/2/layout/IconLabelList"/>
    <dgm:cxn modelId="{56775C07-BB51-4F69-BA57-418803E882F3}" type="presParOf" srcId="{11E0FA34-45A6-4F4A-8747-96159B96B454}" destId="{C8ED93C3-4230-48F1-AF41-9EAA7C6FD99A}" srcOrd="1" destOrd="0" presId="urn:microsoft.com/office/officeart/2018/2/layout/IconLabelList"/>
    <dgm:cxn modelId="{60680C16-A7B2-489A-A4FD-2DFA5D39FA96}" type="presParOf" srcId="{11E0FA34-45A6-4F4A-8747-96159B96B454}" destId="{3F28B45E-6F3E-4D45-9EAC-E03769BA8842}" srcOrd="2" destOrd="0" presId="urn:microsoft.com/office/officeart/2018/2/layout/IconLabelList"/>
    <dgm:cxn modelId="{CF087565-9AD1-4BF1-A9C0-5F04BA3B8332}" type="presParOf" srcId="{70C6A52D-9BBC-49F4-A11C-D1DD13ABD9EA}" destId="{994E22A8-3B62-48FE-958E-B1B9B589ECE0}" srcOrd="5" destOrd="0" presId="urn:microsoft.com/office/officeart/2018/2/layout/IconLabelList"/>
    <dgm:cxn modelId="{EFC2DF01-5DB9-4D66-AFFB-1D1B6D8FE89E}" type="presParOf" srcId="{70C6A52D-9BBC-49F4-A11C-D1DD13ABD9EA}" destId="{8765D5BC-1476-4241-9CF0-C7BC8F72BBCC}" srcOrd="6" destOrd="0" presId="urn:microsoft.com/office/officeart/2018/2/layout/IconLabelList"/>
    <dgm:cxn modelId="{55E767C9-7E1F-404D-80DB-119FA4DF90F2}" type="presParOf" srcId="{8765D5BC-1476-4241-9CF0-C7BC8F72BBCC}" destId="{D7070543-392E-43FC-8ECF-B2E45B684CD4}" srcOrd="0" destOrd="0" presId="urn:microsoft.com/office/officeart/2018/2/layout/IconLabelList"/>
    <dgm:cxn modelId="{6A339ED8-4B51-408F-91C6-D36AF339F011}" type="presParOf" srcId="{8765D5BC-1476-4241-9CF0-C7BC8F72BBCC}" destId="{9E23A474-9457-496F-A075-58343BFC67CF}" srcOrd="1" destOrd="0" presId="urn:microsoft.com/office/officeart/2018/2/layout/IconLabelList"/>
    <dgm:cxn modelId="{C527C316-3DC8-4252-829E-CB49C2D9A595}" type="presParOf" srcId="{8765D5BC-1476-4241-9CF0-C7BC8F72BBCC}" destId="{9C5491CA-CEDE-459B-B96D-C6D9C7D2EC3B}" srcOrd="2" destOrd="0" presId="urn:microsoft.com/office/officeart/2018/2/layout/IconLabelList"/>
    <dgm:cxn modelId="{BF69A8C6-3B04-422A-A290-29CD1DC42EF7}" type="presParOf" srcId="{70C6A52D-9BBC-49F4-A11C-D1DD13ABD9EA}" destId="{9B5D9F18-C010-4346-94C0-6CCD55ADFD63}" srcOrd="7" destOrd="0" presId="urn:microsoft.com/office/officeart/2018/2/layout/IconLabelList"/>
    <dgm:cxn modelId="{EFE77132-AD6A-46FB-B9E1-2580B6938AD9}" type="presParOf" srcId="{70C6A52D-9BBC-49F4-A11C-D1DD13ABD9EA}" destId="{0FA18E57-0A5E-4AB0-B263-E321ACDB5832}" srcOrd="8" destOrd="0" presId="urn:microsoft.com/office/officeart/2018/2/layout/IconLabelList"/>
    <dgm:cxn modelId="{5FBBA7ED-544B-4998-9603-729CF4B2266C}" type="presParOf" srcId="{0FA18E57-0A5E-4AB0-B263-E321ACDB5832}" destId="{C72440DA-C8C9-4B87-84AB-7FE0494ACCB3}" srcOrd="0" destOrd="0" presId="urn:microsoft.com/office/officeart/2018/2/layout/IconLabelList"/>
    <dgm:cxn modelId="{8F9CCCC8-9024-4345-88EF-B2E6B7868026}" type="presParOf" srcId="{0FA18E57-0A5E-4AB0-B263-E321ACDB5832}" destId="{5C7A6A88-ED74-4602-BC1F-03D8689744A6}" srcOrd="1" destOrd="0" presId="urn:microsoft.com/office/officeart/2018/2/layout/IconLabelList"/>
    <dgm:cxn modelId="{E1B339B3-9E30-4EE8-A637-AB0E6A23C53B}" type="presParOf" srcId="{0FA18E57-0A5E-4AB0-B263-E321ACDB5832}" destId="{1E00FA24-B530-4935-8F92-BBB0B2091219}" srcOrd="2" destOrd="0" presId="urn:microsoft.com/office/officeart/2018/2/layout/IconLabelList"/>
    <dgm:cxn modelId="{9D092BB3-EA75-459A-869E-A1EED5D6DC42}" type="presParOf" srcId="{70C6A52D-9BBC-49F4-A11C-D1DD13ABD9EA}" destId="{759300F3-10DC-404D-A29F-2BBEA5FDBF10}" srcOrd="9" destOrd="0" presId="urn:microsoft.com/office/officeart/2018/2/layout/IconLabelList"/>
    <dgm:cxn modelId="{81F44F8D-8986-4C6D-97B1-356E427C246B}" type="presParOf" srcId="{70C6A52D-9BBC-49F4-A11C-D1DD13ABD9EA}" destId="{3E334890-FD54-4C77-B052-35231BFE506B}" srcOrd="10" destOrd="0" presId="urn:microsoft.com/office/officeart/2018/2/layout/IconLabelList"/>
    <dgm:cxn modelId="{97C29DB7-E8C0-4C71-B1D2-C73E96DEF965}" type="presParOf" srcId="{3E334890-FD54-4C77-B052-35231BFE506B}" destId="{53D1B5A8-36CA-4AA9-A7F2-54E4B92BA7CD}" srcOrd="0" destOrd="0" presId="urn:microsoft.com/office/officeart/2018/2/layout/IconLabelList"/>
    <dgm:cxn modelId="{3BDBE41D-615A-4FC7-BF54-D7035B3BF8CD}" type="presParOf" srcId="{3E334890-FD54-4C77-B052-35231BFE506B}" destId="{543B3CCA-1369-4CE9-BAD2-1F04CECE1495}" srcOrd="1" destOrd="0" presId="urn:microsoft.com/office/officeart/2018/2/layout/IconLabelList"/>
    <dgm:cxn modelId="{B04FAA85-DDF9-4D31-A851-F993DE00B28E}" type="presParOf" srcId="{3E334890-FD54-4C77-B052-35231BFE506B}" destId="{3D419467-E32D-492E-87AB-1C3790E0AC6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AF4E9DD6-C0CE-471D-9976-86F0C0013EF6}"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C7066238-4B77-440B-B458-6341DC001A33}">
      <dgm:prSet/>
      <dgm:spPr/>
      <dgm:t>
        <a:bodyPr/>
        <a:lstStyle/>
        <a:p>
          <a:r>
            <a:rPr lang="en-MY"/>
            <a:t>Open-source VIM</a:t>
          </a:r>
          <a:endParaRPr lang="en-US"/>
        </a:p>
      </dgm:t>
    </dgm:pt>
    <dgm:pt modelId="{0D7AB171-26AB-4A00-BC0E-021F65A9CAF1}" type="parTrans" cxnId="{D4F552B9-152E-48C0-8ADC-6DA7A28EE6C4}">
      <dgm:prSet/>
      <dgm:spPr/>
      <dgm:t>
        <a:bodyPr/>
        <a:lstStyle/>
        <a:p>
          <a:endParaRPr lang="en-US"/>
        </a:p>
      </dgm:t>
    </dgm:pt>
    <dgm:pt modelId="{ECE726BF-2DBA-4D64-8BF8-DE315D6056D9}" type="sibTrans" cxnId="{D4F552B9-152E-48C0-8ADC-6DA7A28EE6C4}">
      <dgm:prSet/>
      <dgm:spPr/>
      <dgm:t>
        <a:bodyPr/>
        <a:lstStyle/>
        <a:p>
          <a:endParaRPr lang="en-US"/>
        </a:p>
      </dgm:t>
    </dgm:pt>
    <dgm:pt modelId="{E712B34D-BD51-4549-99D8-B8924765FAB2}">
      <dgm:prSet/>
      <dgm:spPr/>
      <dgm:t>
        <a:bodyPr/>
        <a:lstStyle/>
        <a:p>
          <a:r>
            <a:rPr lang="en-MY"/>
            <a:t>Modular: Nova (compute), Neutron (network), Cinder (storage)</a:t>
          </a:r>
          <a:endParaRPr lang="en-US"/>
        </a:p>
      </dgm:t>
    </dgm:pt>
    <dgm:pt modelId="{2A9F5498-305A-46E5-B033-5AB1E3A5DD19}" type="parTrans" cxnId="{539B7E08-6C93-4D7C-AC55-142CAE2D84ED}">
      <dgm:prSet/>
      <dgm:spPr/>
      <dgm:t>
        <a:bodyPr/>
        <a:lstStyle/>
        <a:p>
          <a:endParaRPr lang="en-US"/>
        </a:p>
      </dgm:t>
    </dgm:pt>
    <dgm:pt modelId="{1E75976B-1E84-442C-A69D-D119D77EBF5B}" type="sibTrans" cxnId="{539B7E08-6C93-4D7C-AC55-142CAE2D84ED}">
      <dgm:prSet/>
      <dgm:spPr/>
      <dgm:t>
        <a:bodyPr/>
        <a:lstStyle/>
        <a:p>
          <a:endParaRPr lang="en-US"/>
        </a:p>
      </dgm:t>
    </dgm:pt>
    <dgm:pt modelId="{82D6A342-F504-493F-8649-1397A90D3BAC}">
      <dgm:prSet/>
      <dgm:spPr/>
      <dgm:t>
        <a:bodyPr/>
        <a:lstStyle/>
        <a:p>
          <a:r>
            <a:rPr lang="en-MY"/>
            <a:t>Scalable and customizable</a:t>
          </a:r>
          <a:endParaRPr lang="en-US"/>
        </a:p>
      </dgm:t>
    </dgm:pt>
    <dgm:pt modelId="{6698CF9E-8890-4A8A-8367-2D7E69E68B84}" type="parTrans" cxnId="{A4562767-77C3-4B1F-9BA6-8A0F2E2359B7}">
      <dgm:prSet/>
      <dgm:spPr/>
      <dgm:t>
        <a:bodyPr/>
        <a:lstStyle/>
        <a:p>
          <a:endParaRPr lang="en-US"/>
        </a:p>
      </dgm:t>
    </dgm:pt>
    <dgm:pt modelId="{5066DB9E-3C7A-484D-8951-563DAEA6B394}" type="sibTrans" cxnId="{A4562767-77C3-4B1F-9BA6-8A0F2E2359B7}">
      <dgm:prSet/>
      <dgm:spPr/>
      <dgm:t>
        <a:bodyPr/>
        <a:lstStyle/>
        <a:p>
          <a:endParaRPr lang="en-US"/>
        </a:p>
      </dgm:t>
    </dgm:pt>
    <dgm:pt modelId="{1946CB1F-D014-4AB2-B54E-A074DCE05225}" type="pres">
      <dgm:prSet presAssocID="{AF4E9DD6-C0CE-471D-9976-86F0C0013EF6}" presName="root" presStyleCnt="0">
        <dgm:presLayoutVars>
          <dgm:dir/>
          <dgm:resizeHandles val="exact"/>
        </dgm:presLayoutVars>
      </dgm:prSet>
      <dgm:spPr/>
    </dgm:pt>
    <dgm:pt modelId="{8118C8E3-CBF6-4B4E-BD1E-8D957A9E1E6B}" type="pres">
      <dgm:prSet presAssocID="{C7066238-4B77-440B-B458-6341DC001A33}" presName="compNode" presStyleCnt="0"/>
      <dgm:spPr/>
    </dgm:pt>
    <dgm:pt modelId="{88539CCA-CF2C-4BE4-9435-6F4F3659E39C}" type="pres">
      <dgm:prSet presAssocID="{C7066238-4B77-440B-B458-6341DC001A3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redder"/>
        </a:ext>
      </dgm:extLst>
    </dgm:pt>
    <dgm:pt modelId="{4FCA27FE-7896-4EED-A8B1-4BA4993886E1}" type="pres">
      <dgm:prSet presAssocID="{C7066238-4B77-440B-B458-6341DC001A33}" presName="spaceRect" presStyleCnt="0"/>
      <dgm:spPr/>
    </dgm:pt>
    <dgm:pt modelId="{DD6EA188-7D98-4EA9-B5FB-026E6E23C6F9}" type="pres">
      <dgm:prSet presAssocID="{C7066238-4B77-440B-B458-6341DC001A33}" presName="textRect" presStyleLbl="revTx" presStyleIdx="0" presStyleCnt="3">
        <dgm:presLayoutVars>
          <dgm:chMax val="1"/>
          <dgm:chPref val="1"/>
        </dgm:presLayoutVars>
      </dgm:prSet>
      <dgm:spPr/>
    </dgm:pt>
    <dgm:pt modelId="{2D740923-0692-4E6B-9687-27DE1A484FC0}" type="pres">
      <dgm:prSet presAssocID="{ECE726BF-2DBA-4D64-8BF8-DE315D6056D9}" presName="sibTrans" presStyleCnt="0"/>
      <dgm:spPr/>
    </dgm:pt>
    <dgm:pt modelId="{680A17BB-648B-4E99-9960-C58776282DCB}" type="pres">
      <dgm:prSet presAssocID="{E712B34D-BD51-4549-99D8-B8924765FAB2}" presName="compNode" presStyleCnt="0"/>
      <dgm:spPr/>
    </dgm:pt>
    <dgm:pt modelId="{4A5C7F30-794A-415D-9770-064BBCDE1DC5}" type="pres">
      <dgm:prSet presAssocID="{E712B34D-BD51-4549-99D8-B8924765FAB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tom"/>
        </a:ext>
      </dgm:extLst>
    </dgm:pt>
    <dgm:pt modelId="{C9BC41C8-D777-4BCB-A387-70C559A3965F}" type="pres">
      <dgm:prSet presAssocID="{E712B34D-BD51-4549-99D8-B8924765FAB2}" presName="spaceRect" presStyleCnt="0"/>
      <dgm:spPr/>
    </dgm:pt>
    <dgm:pt modelId="{848F6441-3146-43A2-B471-8C7AD2D46D61}" type="pres">
      <dgm:prSet presAssocID="{E712B34D-BD51-4549-99D8-B8924765FAB2}" presName="textRect" presStyleLbl="revTx" presStyleIdx="1" presStyleCnt="3">
        <dgm:presLayoutVars>
          <dgm:chMax val="1"/>
          <dgm:chPref val="1"/>
        </dgm:presLayoutVars>
      </dgm:prSet>
      <dgm:spPr/>
    </dgm:pt>
    <dgm:pt modelId="{7F8CB7B0-B87C-41B1-8265-710D750B05EA}" type="pres">
      <dgm:prSet presAssocID="{1E75976B-1E84-442C-A69D-D119D77EBF5B}" presName="sibTrans" presStyleCnt="0"/>
      <dgm:spPr/>
    </dgm:pt>
    <dgm:pt modelId="{5E190507-38A9-4D0F-9C7B-378812E01578}" type="pres">
      <dgm:prSet presAssocID="{82D6A342-F504-493F-8649-1397A90D3BAC}" presName="compNode" presStyleCnt="0"/>
      <dgm:spPr/>
    </dgm:pt>
    <dgm:pt modelId="{DDA22D5A-3692-4751-B54C-A8D2408F7F9E}" type="pres">
      <dgm:prSet presAssocID="{82D6A342-F504-493F-8649-1397A90D3BA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B157A6E3-40FD-44DB-9961-69B31BDE7553}" type="pres">
      <dgm:prSet presAssocID="{82D6A342-F504-493F-8649-1397A90D3BAC}" presName="spaceRect" presStyleCnt="0"/>
      <dgm:spPr/>
    </dgm:pt>
    <dgm:pt modelId="{E5695FC1-FCAD-4F09-91AE-AB2448E4D21E}" type="pres">
      <dgm:prSet presAssocID="{82D6A342-F504-493F-8649-1397A90D3BAC}" presName="textRect" presStyleLbl="revTx" presStyleIdx="2" presStyleCnt="3">
        <dgm:presLayoutVars>
          <dgm:chMax val="1"/>
          <dgm:chPref val="1"/>
        </dgm:presLayoutVars>
      </dgm:prSet>
      <dgm:spPr/>
    </dgm:pt>
  </dgm:ptLst>
  <dgm:cxnLst>
    <dgm:cxn modelId="{539B7E08-6C93-4D7C-AC55-142CAE2D84ED}" srcId="{AF4E9DD6-C0CE-471D-9976-86F0C0013EF6}" destId="{E712B34D-BD51-4549-99D8-B8924765FAB2}" srcOrd="1" destOrd="0" parTransId="{2A9F5498-305A-46E5-B033-5AB1E3A5DD19}" sibTransId="{1E75976B-1E84-442C-A69D-D119D77EBF5B}"/>
    <dgm:cxn modelId="{45A9BD2B-F5DC-4A4B-A125-D14249CC35D9}" type="presOf" srcId="{C7066238-4B77-440B-B458-6341DC001A33}" destId="{DD6EA188-7D98-4EA9-B5FB-026E6E23C6F9}" srcOrd="0" destOrd="0" presId="urn:microsoft.com/office/officeart/2018/2/layout/IconLabelList"/>
    <dgm:cxn modelId="{DAA02B3A-13C1-4F75-A2DA-DE246F890D35}" type="presOf" srcId="{AF4E9DD6-C0CE-471D-9976-86F0C0013EF6}" destId="{1946CB1F-D014-4AB2-B54E-A074DCE05225}" srcOrd="0" destOrd="0" presId="urn:microsoft.com/office/officeart/2018/2/layout/IconLabelList"/>
    <dgm:cxn modelId="{A4562767-77C3-4B1F-9BA6-8A0F2E2359B7}" srcId="{AF4E9DD6-C0CE-471D-9976-86F0C0013EF6}" destId="{82D6A342-F504-493F-8649-1397A90D3BAC}" srcOrd="2" destOrd="0" parTransId="{6698CF9E-8890-4A8A-8367-2D7E69E68B84}" sibTransId="{5066DB9E-3C7A-484D-8951-563DAEA6B394}"/>
    <dgm:cxn modelId="{48CB2753-EE6A-4D77-9629-0EFC44FA4E1C}" type="presOf" srcId="{82D6A342-F504-493F-8649-1397A90D3BAC}" destId="{E5695FC1-FCAD-4F09-91AE-AB2448E4D21E}" srcOrd="0" destOrd="0" presId="urn:microsoft.com/office/officeart/2018/2/layout/IconLabelList"/>
    <dgm:cxn modelId="{6F37D08F-D0BD-4148-9A83-2340ACCA8B78}" type="presOf" srcId="{E712B34D-BD51-4549-99D8-B8924765FAB2}" destId="{848F6441-3146-43A2-B471-8C7AD2D46D61}" srcOrd="0" destOrd="0" presId="urn:microsoft.com/office/officeart/2018/2/layout/IconLabelList"/>
    <dgm:cxn modelId="{D4F552B9-152E-48C0-8ADC-6DA7A28EE6C4}" srcId="{AF4E9DD6-C0CE-471D-9976-86F0C0013EF6}" destId="{C7066238-4B77-440B-B458-6341DC001A33}" srcOrd="0" destOrd="0" parTransId="{0D7AB171-26AB-4A00-BC0E-021F65A9CAF1}" sibTransId="{ECE726BF-2DBA-4D64-8BF8-DE315D6056D9}"/>
    <dgm:cxn modelId="{F4B1436B-CD1A-46E7-A4DD-11476282ECFA}" type="presParOf" srcId="{1946CB1F-D014-4AB2-B54E-A074DCE05225}" destId="{8118C8E3-CBF6-4B4E-BD1E-8D957A9E1E6B}" srcOrd="0" destOrd="0" presId="urn:microsoft.com/office/officeart/2018/2/layout/IconLabelList"/>
    <dgm:cxn modelId="{9CE33C96-E689-4D3E-8D53-CCBCF6081141}" type="presParOf" srcId="{8118C8E3-CBF6-4B4E-BD1E-8D957A9E1E6B}" destId="{88539CCA-CF2C-4BE4-9435-6F4F3659E39C}" srcOrd="0" destOrd="0" presId="urn:microsoft.com/office/officeart/2018/2/layout/IconLabelList"/>
    <dgm:cxn modelId="{094F1435-4B75-4243-BA95-D76AD16B69DC}" type="presParOf" srcId="{8118C8E3-CBF6-4B4E-BD1E-8D957A9E1E6B}" destId="{4FCA27FE-7896-4EED-A8B1-4BA4993886E1}" srcOrd="1" destOrd="0" presId="urn:microsoft.com/office/officeart/2018/2/layout/IconLabelList"/>
    <dgm:cxn modelId="{96CA3ECD-2B61-4F29-A79C-DBB9B1DA97F8}" type="presParOf" srcId="{8118C8E3-CBF6-4B4E-BD1E-8D957A9E1E6B}" destId="{DD6EA188-7D98-4EA9-B5FB-026E6E23C6F9}" srcOrd="2" destOrd="0" presId="urn:microsoft.com/office/officeart/2018/2/layout/IconLabelList"/>
    <dgm:cxn modelId="{49CCD2A3-5118-4EA0-8CB7-4602566C954C}" type="presParOf" srcId="{1946CB1F-D014-4AB2-B54E-A074DCE05225}" destId="{2D740923-0692-4E6B-9687-27DE1A484FC0}" srcOrd="1" destOrd="0" presId="urn:microsoft.com/office/officeart/2018/2/layout/IconLabelList"/>
    <dgm:cxn modelId="{5C6101F1-CE12-427E-8865-E255B905D6F3}" type="presParOf" srcId="{1946CB1F-D014-4AB2-B54E-A074DCE05225}" destId="{680A17BB-648B-4E99-9960-C58776282DCB}" srcOrd="2" destOrd="0" presId="urn:microsoft.com/office/officeart/2018/2/layout/IconLabelList"/>
    <dgm:cxn modelId="{24754009-FF2A-4EF8-994E-6F455BBE37E2}" type="presParOf" srcId="{680A17BB-648B-4E99-9960-C58776282DCB}" destId="{4A5C7F30-794A-415D-9770-064BBCDE1DC5}" srcOrd="0" destOrd="0" presId="urn:microsoft.com/office/officeart/2018/2/layout/IconLabelList"/>
    <dgm:cxn modelId="{EB95B267-5F0F-401D-AA0D-A251DEB2D3D4}" type="presParOf" srcId="{680A17BB-648B-4E99-9960-C58776282DCB}" destId="{C9BC41C8-D777-4BCB-A387-70C559A3965F}" srcOrd="1" destOrd="0" presId="urn:microsoft.com/office/officeart/2018/2/layout/IconLabelList"/>
    <dgm:cxn modelId="{FBB06CCB-FA16-4C56-AD4C-9F43D884B99F}" type="presParOf" srcId="{680A17BB-648B-4E99-9960-C58776282DCB}" destId="{848F6441-3146-43A2-B471-8C7AD2D46D61}" srcOrd="2" destOrd="0" presId="urn:microsoft.com/office/officeart/2018/2/layout/IconLabelList"/>
    <dgm:cxn modelId="{FE1B24B7-90A8-47ED-8447-1752D767797D}" type="presParOf" srcId="{1946CB1F-D014-4AB2-B54E-A074DCE05225}" destId="{7F8CB7B0-B87C-41B1-8265-710D750B05EA}" srcOrd="3" destOrd="0" presId="urn:microsoft.com/office/officeart/2018/2/layout/IconLabelList"/>
    <dgm:cxn modelId="{9DC2DA6F-CFD0-43C4-86F0-DF92741234C8}" type="presParOf" srcId="{1946CB1F-D014-4AB2-B54E-A074DCE05225}" destId="{5E190507-38A9-4D0F-9C7B-378812E01578}" srcOrd="4" destOrd="0" presId="urn:microsoft.com/office/officeart/2018/2/layout/IconLabelList"/>
    <dgm:cxn modelId="{094537DD-D614-46DF-BBC9-A540A80CC234}" type="presParOf" srcId="{5E190507-38A9-4D0F-9C7B-378812E01578}" destId="{DDA22D5A-3692-4751-B54C-A8D2408F7F9E}" srcOrd="0" destOrd="0" presId="urn:microsoft.com/office/officeart/2018/2/layout/IconLabelList"/>
    <dgm:cxn modelId="{B5968D0B-D15B-4D2B-9C79-309C15028613}" type="presParOf" srcId="{5E190507-38A9-4D0F-9C7B-378812E01578}" destId="{B157A6E3-40FD-44DB-9961-69B31BDE7553}" srcOrd="1" destOrd="0" presId="urn:microsoft.com/office/officeart/2018/2/layout/IconLabelList"/>
    <dgm:cxn modelId="{2C42470F-F5C6-484A-8CAE-DBE60906846F}" type="presParOf" srcId="{5E190507-38A9-4D0F-9C7B-378812E01578}" destId="{E5695FC1-FCAD-4F09-91AE-AB2448E4D21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BCF0765-A641-4FCC-91BD-5C8192107B9F}" type="doc">
      <dgm:prSet loTypeId="urn:microsoft.com/office/officeart/2018/5/layout/IconCircle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44466588-1855-45CC-B131-415AA2358C31}">
      <dgm:prSet/>
      <dgm:spPr/>
      <dgm:t>
        <a:bodyPr/>
        <a:lstStyle/>
        <a:p>
          <a:pPr>
            <a:defRPr cap="all"/>
          </a:pPr>
          <a:r>
            <a:rPr lang="en-MY"/>
            <a:t>Enterprise-grade</a:t>
          </a:r>
          <a:endParaRPr lang="en-US"/>
        </a:p>
      </dgm:t>
    </dgm:pt>
    <dgm:pt modelId="{F43ED833-98D9-4974-AF10-C8A69987D57B}" type="parTrans" cxnId="{36E76850-3604-4B0E-88E5-12045C76CD3E}">
      <dgm:prSet/>
      <dgm:spPr/>
      <dgm:t>
        <a:bodyPr/>
        <a:lstStyle/>
        <a:p>
          <a:endParaRPr lang="en-US"/>
        </a:p>
      </dgm:t>
    </dgm:pt>
    <dgm:pt modelId="{1D5D05B4-C0E9-4B5E-BB40-6E81D738CCE7}" type="sibTrans" cxnId="{36E76850-3604-4B0E-88E5-12045C76CD3E}">
      <dgm:prSet/>
      <dgm:spPr/>
      <dgm:t>
        <a:bodyPr/>
        <a:lstStyle/>
        <a:p>
          <a:endParaRPr lang="en-US"/>
        </a:p>
      </dgm:t>
    </dgm:pt>
    <dgm:pt modelId="{45F23FF9-CFD2-4A87-A8A7-6AA4132D852A}">
      <dgm:prSet/>
      <dgm:spPr/>
      <dgm:t>
        <a:bodyPr/>
        <a:lstStyle/>
        <a:p>
          <a:pPr>
            <a:defRPr cap="all"/>
          </a:pPr>
          <a:r>
            <a:rPr lang="en-MY"/>
            <a:t>Intuitive GUI</a:t>
          </a:r>
          <a:endParaRPr lang="en-US"/>
        </a:p>
      </dgm:t>
    </dgm:pt>
    <dgm:pt modelId="{7B68F2FE-B399-4921-95B1-5D86761DCC68}" type="parTrans" cxnId="{2E73064F-03FD-41BC-B4AC-5EFB4C4541F5}">
      <dgm:prSet/>
      <dgm:spPr/>
      <dgm:t>
        <a:bodyPr/>
        <a:lstStyle/>
        <a:p>
          <a:endParaRPr lang="en-US"/>
        </a:p>
      </dgm:t>
    </dgm:pt>
    <dgm:pt modelId="{691D01C3-215F-47DE-B987-66117C2E38BB}" type="sibTrans" cxnId="{2E73064F-03FD-41BC-B4AC-5EFB4C4541F5}">
      <dgm:prSet/>
      <dgm:spPr/>
      <dgm:t>
        <a:bodyPr/>
        <a:lstStyle/>
        <a:p>
          <a:endParaRPr lang="en-US"/>
        </a:p>
      </dgm:t>
    </dgm:pt>
    <dgm:pt modelId="{CA3FF2DE-C76A-42A6-924F-A014CA3CCBB7}">
      <dgm:prSet/>
      <dgm:spPr/>
      <dgm:t>
        <a:bodyPr/>
        <a:lstStyle/>
        <a:p>
          <a:pPr>
            <a:defRPr cap="all"/>
          </a:pPr>
          <a:r>
            <a:rPr lang="en-MY"/>
            <a:t>Integration with other VMware tools (vCenter, vSAN)</a:t>
          </a:r>
          <a:endParaRPr lang="en-US"/>
        </a:p>
      </dgm:t>
    </dgm:pt>
    <dgm:pt modelId="{F51F12DA-E5F1-4F96-8145-7841D2CAA71A}" type="parTrans" cxnId="{F78928EE-F889-4D73-831E-4E5894F3A16B}">
      <dgm:prSet/>
      <dgm:spPr/>
      <dgm:t>
        <a:bodyPr/>
        <a:lstStyle/>
        <a:p>
          <a:endParaRPr lang="en-US"/>
        </a:p>
      </dgm:t>
    </dgm:pt>
    <dgm:pt modelId="{C924E4EF-DD1F-4863-AA40-BC04F91A0F1E}" type="sibTrans" cxnId="{F78928EE-F889-4D73-831E-4E5894F3A16B}">
      <dgm:prSet/>
      <dgm:spPr/>
      <dgm:t>
        <a:bodyPr/>
        <a:lstStyle/>
        <a:p>
          <a:endParaRPr lang="en-US"/>
        </a:p>
      </dgm:t>
    </dgm:pt>
    <dgm:pt modelId="{A988D54D-2359-49C2-8FE0-EAFA117B1E00}" type="pres">
      <dgm:prSet presAssocID="{3BCF0765-A641-4FCC-91BD-5C8192107B9F}" presName="root" presStyleCnt="0">
        <dgm:presLayoutVars>
          <dgm:dir/>
          <dgm:resizeHandles val="exact"/>
        </dgm:presLayoutVars>
      </dgm:prSet>
      <dgm:spPr/>
    </dgm:pt>
    <dgm:pt modelId="{BDAD58C7-2841-4586-9C81-17042E82F7E2}" type="pres">
      <dgm:prSet presAssocID="{44466588-1855-45CC-B131-415AA2358C31}" presName="compNode" presStyleCnt="0"/>
      <dgm:spPr/>
    </dgm:pt>
    <dgm:pt modelId="{8525545E-9E91-4600-88DC-42ABE33F1FB5}" type="pres">
      <dgm:prSet presAssocID="{44466588-1855-45CC-B131-415AA2358C31}" presName="iconBgRect" presStyleLbl="bgShp" presStyleIdx="0" presStyleCnt="3"/>
      <dgm:spPr/>
    </dgm:pt>
    <dgm:pt modelId="{E8D1E3AA-8B98-4C75-A15C-D8486AF3FAA3}" type="pres">
      <dgm:prSet presAssocID="{44466588-1855-45CC-B131-415AA2358C3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tionary Remove"/>
        </a:ext>
      </dgm:extLst>
    </dgm:pt>
    <dgm:pt modelId="{E06E38D3-75FF-457C-B9C3-2D7C6F0F2FA9}" type="pres">
      <dgm:prSet presAssocID="{44466588-1855-45CC-B131-415AA2358C31}" presName="spaceRect" presStyleCnt="0"/>
      <dgm:spPr/>
    </dgm:pt>
    <dgm:pt modelId="{A5F090A4-A206-47C2-818E-30401F6CB039}" type="pres">
      <dgm:prSet presAssocID="{44466588-1855-45CC-B131-415AA2358C31}" presName="textRect" presStyleLbl="revTx" presStyleIdx="0" presStyleCnt="3">
        <dgm:presLayoutVars>
          <dgm:chMax val="1"/>
          <dgm:chPref val="1"/>
        </dgm:presLayoutVars>
      </dgm:prSet>
      <dgm:spPr/>
    </dgm:pt>
    <dgm:pt modelId="{FF32CE96-91E9-482F-A4C3-0563031D04C2}" type="pres">
      <dgm:prSet presAssocID="{1D5D05B4-C0E9-4B5E-BB40-6E81D738CCE7}" presName="sibTrans" presStyleCnt="0"/>
      <dgm:spPr/>
    </dgm:pt>
    <dgm:pt modelId="{68D1B174-9855-46CD-BEC6-129311A54075}" type="pres">
      <dgm:prSet presAssocID="{45F23FF9-CFD2-4A87-A8A7-6AA4132D852A}" presName="compNode" presStyleCnt="0"/>
      <dgm:spPr/>
    </dgm:pt>
    <dgm:pt modelId="{6E91443E-4F67-4653-AFDE-C7DAFE8C7027}" type="pres">
      <dgm:prSet presAssocID="{45F23FF9-CFD2-4A87-A8A7-6AA4132D852A}" presName="iconBgRect" presStyleLbl="bgShp" presStyleIdx="1" presStyleCnt="3"/>
      <dgm:spPr/>
    </dgm:pt>
    <dgm:pt modelId="{CACAA749-1936-44B0-B17B-762B4AE237CF}" type="pres">
      <dgm:prSet presAssocID="{45F23FF9-CFD2-4A87-A8A7-6AA4132D852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dmin"/>
        </a:ext>
      </dgm:extLst>
    </dgm:pt>
    <dgm:pt modelId="{C6DD3A87-C5F8-42E5-9DC0-C41431035DD6}" type="pres">
      <dgm:prSet presAssocID="{45F23FF9-CFD2-4A87-A8A7-6AA4132D852A}" presName="spaceRect" presStyleCnt="0"/>
      <dgm:spPr/>
    </dgm:pt>
    <dgm:pt modelId="{AE11DF12-FC80-4158-9B1A-65EB462782F5}" type="pres">
      <dgm:prSet presAssocID="{45F23FF9-CFD2-4A87-A8A7-6AA4132D852A}" presName="textRect" presStyleLbl="revTx" presStyleIdx="1" presStyleCnt="3">
        <dgm:presLayoutVars>
          <dgm:chMax val="1"/>
          <dgm:chPref val="1"/>
        </dgm:presLayoutVars>
      </dgm:prSet>
      <dgm:spPr/>
    </dgm:pt>
    <dgm:pt modelId="{C8D35625-DF12-46CC-9396-CB0D512BB42F}" type="pres">
      <dgm:prSet presAssocID="{691D01C3-215F-47DE-B987-66117C2E38BB}" presName="sibTrans" presStyleCnt="0"/>
      <dgm:spPr/>
    </dgm:pt>
    <dgm:pt modelId="{E993E46B-DE14-40D0-B89B-697F7071F2CE}" type="pres">
      <dgm:prSet presAssocID="{CA3FF2DE-C76A-42A6-924F-A014CA3CCBB7}" presName="compNode" presStyleCnt="0"/>
      <dgm:spPr/>
    </dgm:pt>
    <dgm:pt modelId="{6FA50A97-EB58-45A3-9DA0-8C52D2E589C4}" type="pres">
      <dgm:prSet presAssocID="{CA3FF2DE-C76A-42A6-924F-A014CA3CCBB7}" presName="iconBgRect" presStyleLbl="bgShp" presStyleIdx="2" presStyleCnt="3"/>
      <dgm:spPr/>
    </dgm:pt>
    <dgm:pt modelId="{3AD4E53C-E1E2-445C-B627-644F22D4F28B}" type="pres">
      <dgm:prSet presAssocID="{CA3FF2DE-C76A-42A6-924F-A014CA3CCBB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Secure"/>
        </a:ext>
      </dgm:extLst>
    </dgm:pt>
    <dgm:pt modelId="{422F409E-9070-4043-952A-B7D0B55BED44}" type="pres">
      <dgm:prSet presAssocID="{CA3FF2DE-C76A-42A6-924F-A014CA3CCBB7}" presName="spaceRect" presStyleCnt="0"/>
      <dgm:spPr/>
    </dgm:pt>
    <dgm:pt modelId="{E3D7574C-8ED6-4000-99F4-AB880B121E36}" type="pres">
      <dgm:prSet presAssocID="{CA3FF2DE-C76A-42A6-924F-A014CA3CCBB7}" presName="textRect" presStyleLbl="revTx" presStyleIdx="2" presStyleCnt="3">
        <dgm:presLayoutVars>
          <dgm:chMax val="1"/>
          <dgm:chPref val="1"/>
        </dgm:presLayoutVars>
      </dgm:prSet>
      <dgm:spPr/>
    </dgm:pt>
  </dgm:ptLst>
  <dgm:cxnLst>
    <dgm:cxn modelId="{04099F49-2161-4040-B73E-7D13B03886A4}" type="presOf" srcId="{44466588-1855-45CC-B131-415AA2358C31}" destId="{A5F090A4-A206-47C2-818E-30401F6CB039}" srcOrd="0" destOrd="0" presId="urn:microsoft.com/office/officeart/2018/5/layout/IconCircleLabelList"/>
    <dgm:cxn modelId="{2E73064F-03FD-41BC-B4AC-5EFB4C4541F5}" srcId="{3BCF0765-A641-4FCC-91BD-5C8192107B9F}" destId="{45F23FF9-CFD2-4A87-A8A7-6AA4132D852A}" srcOrd="1" destOrd="0" parTransId="{7B68F2FE-B399-4921-95B1-5D86761DCC68}" sibTransId="{691D01C3-215F-47DE-B987-66117C2E38BB}"/>
    <dgm:cxn modelId="{36E76850-3604-4B0E-88E5-12045C76CD3E}" srcId="{3BCF0765-A641-4FCC-91BD-5C8192107B9F}" destId="{44466588-1855-45CC-B131-415AA2358C31}" srcOrd="0" destOrd="0" parTransId="{F43ED833-98D9-4974-AF10-C8A69987D57B}" sibTransId="{1D5D05B4-C0E9-4B5E-BB40-6E81D738CCE7}"/>
    <dgm:cxn modelId="{3F0E41A7-C09E-4C6D-83B9-86AF6EA6DC25}" type="presOf" srcId="{3BCF0765-A641-4FCC-91BD-5C8192107B9F}" destId="{A988D54D-2359-49C2-8FE0-EAFA117B1E00}" srcOrd="0" destOrd="0" presId="urn:microsoft.com/office/officeart/2018/5/layout/IconCircleLabelList"/>
    <dgm:cxn modelId="{0DC0ABC3-9043-4008-B9C3-79CC34D6B683}" type="presOf" srcId="{45F23FF9-CFD2-4A87-A8A7-6AA4132D852A}" destId="{AE11DF12-FC80-4158-9B1A-65EB462782F5}" srcOrd="0" destOrd="0" presId="urn:microsoft.com/office/officeart/2018/5/layout/IconCircleLabelList"/>
    <dgm:cxn modelId="{A8DABDC7-EA59-4A65-A347-F27CACEEA93F}" type="presOf" srcId="{CA3FF2DE-C76A-42A6-924F-A014CA3CCBB7}" destId="{E3D7574C-8ED6-4000-99F4-AB880B121E36}" srcOrd="0" destOrd="0" presId="urn:microsoft.com/office/officeart/2018/5/layout/IconCircleLabelList"/>
    <dgm:cxn modelId="{F78928EE-F889-4D73-831E-4E5894F3A16B}" srcId="{3BCF0765-A641-4FCC-91BD-5C8192107B9F}" destId="{CA3FF2DE-C76A-42A6-924F-A014CA3CCBB7}" srcOrd="2" destOrd="0" parTransId="{F51F12DA-E5F1-4F96-8145-7841D2CAA71A}" sibTransId="{C924E4EF-DD1F-4863-AA40-BC04F91A0F1E}"/>
    <dgm:cxn modelId="{DC2E96A8-4162-4647-A080-7205A81B4750}" type="presParOf" srcId="{A988D54D-2359-49C2-8FE0-EAFA117B1E00}" destId="{BDAD58C7-2841-4586-9C81-17042E82F7E2}" srcOrd="0" destOrd="0" presId="urn:microsoft.com/office/officeart/2018/5/layout/IconCircleLabelList"/>
    <dgm:cxn modelId="{EEC469B3-9FE5-4F21-A92F-0ED407F48DBD}" type="presParOf" srcId="{BDAD58C7-2841-4586-9C81-17042E82F7E2}" destId="{8525545E-9E91-4600-88DC-42ABE33F1FB5}" srcOrd="0" destOrd="0" presId="urn:microsoft.com/office/officeart/2018/5/layout/IconCircleLabelList"/>
    <dgm:cxn modelId="{72E1A38C-C4DA-48AA-917A-41CAEF7FC601}" type="presParOf" srcId="{BDAD58C7-2841-4586-9C81-17042E82F7E2}" destId="{E8D1E3AA-8B98-4C75-A15C-D8486AF3FAA3}" srcOrd="1" destOrd="0" presId="urn:microsoft.com/office/officeart/2018/5/layout/IconCircleLabelList"/>
    <dgm:cxn modelId="{C0AA57B0-2DEC-43C3-9F6F-4A972584E9C8}" type="presParOf" srcId="{BDAD58C7-2841-4586-9C81-17042E82F7E2}" destId="{E06E38D3-75FF-457C-B9C3-2D7C6F0F2FA9}" srcOrd="2" destOrd="0" presId="urn:microsoft.com/office/officeart/2018/5/layout/IconCircleLabelList"/>
    <dgm:cxn modelId="{E5F89012-3B7D-44FE-8A6C-40BDC3EB5ED9}" type="presParOf" srcId="{BDAD58C7-2841-4586-9C81-17042E82F7E2}" destId="{A5F090A4-A206-47C2-818E-30401F6CB039}" srcOrd="3" destOrd="0" presId="urn:microsoft.com/office/officeart/2018/5/layout/IconCircleLabelList"/>
    <dgm:cxn modelId="{23218DA7-EE1C-4BFF-821D-34C695BD3333}" type="presParOf" srcId="{A988D54D-2359-49C2-8FE0-EAFA117B1E00}" destId="{FF32CE96-91E9-482F-A4C3-0563031D04C2}" srcOrd="1" destOrd="0" presId="urn:microsoft.com/office/officeart/2018/5/layout/IconCircleLabelList"/>
    <dgm:cxn modelId="{1896D380-2781-46FE-A9A0-EF1BD2986907}" type="presParOf" srcId="{A988D54D-2359-49C2-8FE0-EAFA117B1E00}" destId="{68D1B174-9855-46CD-BEC6-129311A54075}" srcOrd="2" destOrd="0" presId="urn:microsoft.com/office/officeart/2018/5/layout/IconCircleLabelList"/>
    <dgm:cxn modelId="{61EECCC2-3406-4D58-AC91-9131C2A38267}" type="presParOf" srcId="{68D1B174-9855-46CD-BEC6-129311A54075}" destId="{6E91443E-4F67-4653-AFDE-C7DAFE8C7027}" srcOrd="0" destOrd="0" presId="urn:microsoft.com/office/officeart/2018/5/layout/IconCircleLabelList"/>
    <dgm:cxn modelId="{96C123C7-0DB8-4DA6-B97A-E9123C44AB22}" type="presParOf" srcId="{68D1B174-9855-46CD-BEC6-129311A54075}" destId="{CACAA749-1936-44B0-B17B-762B4AE237CF}" srcOrd="1" destOrd="0" presId="urn:microsoft.com/office/officeart/2018/5/layout/IconCircleLabelList"/>
    <dgm:cxn modelId="{F0F510EC-BB6A-4D5F-87BE-47B44CFCE342}" type="presParOf" srcId="{68D1B174-9855-46CD-BEC6-129311A54075}" destId="{C6DD3A87-C5F8-42E5-9DC0-C41431035DD6}" srcOrd="2" destOrd="0" presId="urn:microsoft.com/office/officeart/2018/5/layout/IconCircleLabelList"/>
    <dgm:cxn modelId="{94E392BB-1873-49E4-B9C1-05B0D1543F70}" type="presParOf" srcId="{68D1B174-9855-46CD-BEC6-129311A54075}" destId="{AE11DF12-FC80-4158-9B1A-65EB462782F5}" srcOrd="3" destOrd="0" presId="urn:microsoft.com/office/officeart/2018/5/layout/IconCircleLabelList"/>
    <dgm:cxn modelId="{F6DEFA0F-A0FC-45C9-9A34-C1A1F077DA29}" type="presParOf" srcId="{A988D54D-2359-49C2-8FE0-EAFA117B1E00}" destId="{C8D35625-DF12-46CC-9396-CB0D512BB42F}" srcOrd="3" destOrd="0" presId="urn:microsoft.com/office/officeart/2018/5/layout/IconCircleLabelList"/>
    <dgm:cxn modelId="{C1488EE6-4E65-4A35-B3B9-D448DC070F43}" type="presParOf" srcId="{A988D54D-2359-49C2-8FE0-EAFA117B1E00}" destId="{E993E46B-DE14-40D0-B89B-697F7071F2CE}" srcOrd="4" destOrd="0" presId="urn:microsoft.com/office/officeart/2018/5/layout/IconCircleLabelList"/>
    <dgm:cxn modelId="{D315AC6E-C941-403F-A4FA-3F74013357F0}" type="presParOf" srcId="{E993E46B-DE14-40D0-B89B-697F7071F2CE}" destId="{6FA50A97-EB58-45A3-9DA0-8C52D2E589C4}" srcOrd="0" destOrd="0" presId="urn:microsoft.com/office/officeart/2018/5/layout/IconCircleLabelList"/>
    <dgm:cxn modelId="{03EC66E1-9214-4358-B1D0-BE400D59684B}" type="presParOf" srcId="{E993E46B-DE14-40D0-B89B-697F7071F2CE}" destId="{3AD4E53C-E1E2-445C-B627-644F22D4F28B}" srcOrd="1" destOrd="0" presId="urn:microsoft.com/office/officeart/2018/5/layout/IconCircleLabelList"/>
    <dgm:cxn modelId="{5822E498-F653-4568-900C-F359F4E8F438}" type="presParOf" srcId="{E993E46B-DE14-40D0-B89B-697F7071F2CE}" destId="{422F409E-9070-4043-952A-B7D0B55BED44}" srcOrd="2" destOrd="0" presId="urn:microsoft.com/office/officeart/2018/5/layout/IconCircleLabelList"/>
    <dgm:cxn modelId="{A2DA39B0-30E8-444B-97A1-903D3AF7EFDB}" type="presParOf" srcId="{E993E46B-DE14-40D0-B89B-697F7071F2CE}" destId="{E3D7574C-8ED6-4000-99F4-AB880B121E3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0AC22B51-5053-48CE-AA96-00687EE44CF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D242137-745C-4234-AC67-321963B0BA69}">
      <dgm:prSet/>
      <dgm:spPr/>
      <dgm:t>
        <a:bodyPr/>
        <a:lstStyle/>
        <a:p>
          <a:pPr>
            <a:defRPr cap="all"/>
          </a:pPr>
          <a:r>
            <a:rPr lang="en-MY"/>
            <a:t>Isolation between workloads</a:t>
          </a:r>
          <a:endParaRPr lang="en-US"/>
        </a:p>
      </dgm:t>
    </dgm:pt>
    <dgm:pt modelId="{B48ECB9F-F7D7-4EAC-80CA-A4FAE18E6AF9}" type="parTrans" cxnId="{01818A21-881A-44BD-B212-598705BB1815}">
      <dgm:prSet/>
      <dgm:spPr/>
      <dgm:t>
        <a:bodyPr/>
        <a:lstStyle/>
        <a:p>
          <a:endParaRPr lang="en-US"/>
        </a:p>
      </dgm:t>
    </dgm:pt>
    <dgm:pt modelId="{D2C8FA8B-C478-4A25-9D84-243B86464CC8}" type="sibTrans" cxnId="{01818A21-881A-44BD-B212-598705BB1815}">
      <dgm:prSet/>
      <dgm:spPr/>
      <dgm:t>
        <a:bodyPr/>
        <a:lstStyle/>
        <a:p>
          <a:endParaRPr lang="en-US"/>
        </a:p>
      </dgm:t>
    </dgm:pt>
    <dgm:pt modelId="{FA0FCB93-DE46-41FD-BC48-7BCD4BA35B47}">
      <dgm:prSet/>
      <dgm:spPr/>
      <dgm:t>
        <a:bodyPr/>
        <a:lstStyle/>
        <a:p>
          <a:pPr>
            <a:defRPr cap="all"/>
          </a:pPr>
          <a:r>
            <a:rPr lang="en-MY"/>
            <a:t>Better utilization of hardware</a:t>
          </a:r>
          <a:endParaRPr lang="en-US"/>
        </a:p>
      </dgm:t>
    </dgm:pt>
    <dgm:pt modelId="{7D5F2D88-A6AB-4D06-A878-F8F08AE39EF6}" type="parTrans" cxnId="{190A5125-8A2B-4879-9F21-9426085641AE}">
      <dgm:prSet/>
      <dgm:spPr/>
      <dgm:t>
        <a:bodyPr/>
        <a:lstStyle/>
        <a:p>
          <a:endParaRPr lang="en-US"/>
        </a:p>
      </dgm:t>
    </dgm:pt>
    <dgm:pt modelId="{9E2CC7AF-076D-42A7-A79B-A1F4672633F7}" type="sibTrans" cxnId="{190A5125-8A2B-4879-9F21-9426085641AE}">
      <dgm:prSet/>
      <dgm:spPr/>
      <dgm:t>
        <a:bodyPr/>
        <a:lstStyle/>
        <a:p>
          <a:endParaRPr lang="en-US"/>
        </a:p>
      </dgm:t>
    </dgm:pt>
    <dgm:pt modelId="{06523DC5-6C30-456D-8165-FAFF52000D7D}">
      <dgm:prSet/>
      <dgm:spPr/>
      <dgm:t>
        <a:bodyPr/>
        <a:lstStyle/>
        <a:p>
          <a:pPr>
            <a:defRPr cap="all"/>
          </a:pPr>
          <a:r>
            <a:rPr lang="en-MY"/>
            <a:t>Snapshot &amp; rollback</a:t>
          </a:r>
          <a:endParaRPr lang="en-US"/>
        </a:p>
      </dgm:t>
    </dgm:pt>
    <dgm:pt modelId="{2FE8B08F-215E-44F0-AF78-0E37745211F4}" type="parTrans" cxnId="{51178F9A-07BD-4F08-8646-5A45E7832D48}">
      <dgm:prSet/>
      <dgm:spPr/>
      <dgm:t>
        <a:bodyPr/>
        <a:lstStyle/>
        <a:p>
          <a:endParaRPr lang="en-US"/>
        </a:p>
      </dgm:t>
    </dgm:pt>
    <dgm:pt modelId="{AE211831-D168-4483-9762-09199808F5F0}" type="sibTrans" cxnId="{51178F9A-07BD-4F08-8646-5A45E7832D48}">
      <dgm:prSet/>
      <dgm:spPr/>
      <dgm:t>
        <a:bodyPr/>
        <a:lstStyle/>
        <a:p>
          <a:endParaRPr lang="en-US"/>
        </a:p>
      </dgm:t>
    </dgm:pt>
    <dgm:pt modelId="{5968677D-8E8B-4877-8BC4-8B96D3E3F93C}">
      <dgm:prSet/>
      <dgm:spPr/>
      <dgm:t>
        <a:bodyPr/>
        <a:lstStyle/>
        <a:p>
          <a:pPr>
            <a:defRPr cap="all"/>
          </a:pPr>
          <a:r>
            <a:rPr lang="en-MY"/>
            <a:t>Disaster recovery</a:t>
          </a:r>
          <a:endParaRPr lang="en-US"/>
        </a:p>
      </dgm:t>
    </dgm:pt>
    <dgm:pt modelId="{A68613D5-1829-46D8-AB86-375F4F8E5C3B}" type="parTrans" cxnId="{47EE15BF-92F7-4F69-904E-541955488F9C}">
      <dgm:prSet/>
      <dgm:spPr/>
      <dgm:t>
        <a:bodyPr/>
        <a:lstStyle/>
        <a:p>
          <a:endParaRPr lang="en-US"/>
        </a:p>
      </dgm:t>
    </dgm:pt>
    <dgm:pt modelId="{E26B53B8-0ABE-4DF6-BBCC-76579C54C389}" type="sibTrans" cxnId="{47EE15BF-92F7-4F69-904E-541955488F9C}">
      <dgm:prSet/>
      <dgm:spPr/>
      <dgm:t>
        <a:bodyPr/>
        <a:lstStyle/>
        <a:p>
          <a:endParaRPr lang="en-US"/>
        </a:p>
      </dgm:t>
    </dgm:pt>
    <dgm:pt modelId="{74076432-AA11-401C-B7EB-13253754B143}">
      <dgm:prSet/>
      <dgm:spPr/>
      <dgm:t>
        <a:bodyPr/>
        <a:lstStyle/>
        <a:p>
          <a:pPr>
            <a:defRPr cap="all"/>
          </a:pPr>
          <a:r>
            <a:rPr lang="en-MY"/>
            <a:t>Portability</a:t>
          </a:r>
          <a:endParaRPr lang="en-US"/>
        </a:p>
      </dgm:t>
    </dgm:pt>
    <dgm:pt modelId="{77A70AE4-060B-4482-BD91-D3A4EF9B6AB9}" type="parTrans" cxnId="{4093447C-33A3-412E-B9B8-6FB1CF7B1605}">
      <dgm:prSet/>
      <dgm:spPr/>
      <dgm:t>
        <a:bodyPr/>
        <a:lstStyle/>
        <a:p>
          <a:endParaRPr lang="en-US"/>
        </a:p>
      </dgm:t>
    </dgm:pt>
    <dgm:pt modelId="{821AF458-DF7F-469F-8FD5-429976E7779E}" type="sibTrans" cxnId="{4093447C-33A3-412E-B9B8-6FB1CF7B1605}">
      <dgm:prSet/>
      <dgm:spPr/>
      <dgm:t>
        <a:bodyPr/>
        <a:lstStyle/>
        <a:p>
          <a:endParaRPr lang="en-US"/>
        </a:p>
      </dgm:t>
    </dgm:pt>
    <dgm:pt modelId="{CFAC1964-A5A9-43D8-B4F3-A00A5DCB96A8}" type="pres">
      <dgm:prSet presAssocID="{0AC22B51-5053-48CE-AA96-00687EE44CF6}" presName="root" presStyleCnt="0">
        <dgm:presLayoutVars>
          <dgm:dir/>
          <dgm:resizeHandles val="exact"/>
        </dgm:presLayoutVars>
      </dgm:prSet>
      <dgm:spPr/>
    </dgm:pt>
    <dgm:pt modelId="{B5534BA8-69C9-49D9-A1E0-53FE8F29727D}" type="pres">
      <dgm:prSet presAssocID="{DD242137-745C-4234-AC67-321963B0BA69}" presName="compNode" presStyleCnt="0"/>
      <dgm:spPr/>
    </dgm:pt>
    <dgm:pt modelId="{14EEAE02-BF7D-40DC-AECB-9E3C0E6BFD85}" type="pres">
      <dgm:prSet presAssocID="{DD242137-745C-4234-AC67-321963B0BA69}" presName="iconBgRect" presStyleLbl="bgShp" presStyleIdx="0" presStyleCnt="5"/>
      <dgm:spPr>
        <a:prstGeom prst="round2DiagRect">
          <a:avLst>
            <a:gd name="adj1" fmla="val 29727"/>
            <a:gd name="adj2" fmla="val 0"/>
          </a:avLst>
        </a:prstGeom>
      </dgm:spPr>
    </dgm:pt>
    <dgm:pt modelId="{5D665CE0-0677-4647-9969-70630A7DB96A}" type="pres">
      <dgm:prSet presAssocID="{DD242137-745C-4234-AC67-321963B0BA6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1972F406-4FC7-4C33-A081-44C0FBBFC286}" type="pres">
      <dgm:prSet presAssocID="{DD242137-745C-4234-AC67-321963B0BA69}" presName="spaceRect" presStyleCnt="0"/>
      <dgm:spPr/>
    </dgm:pt>
    <dgm:pt modelId="{E5AB29FA-630E-4E8B-AE76-FA2502684AFA}" type="pres">
      <dgm:prSet presAssocID="{DD242137-745C-4234-AC67-321963B0BA69}" presName="textRect" presStyleLbl="revTx" presStyleIdx="0" presStyleCnt="5">
        <dgm:presLayoutVars>
          <dgm:chMax val="1"/>
          <dgm:chPref val="1"/>
        </dgm:presLayoutVars>
      </dgm:prSet>
      <dgm:spPr/>
    </dgm:pt>
    <dgm:pt modelId="{A3C6BAB4-2D75-457C-A074-05531C08BD3E}" type="pres">
      <dgm:prSet presAssocID="{D2C8FA8B-C478-4A25-9D84-243B86464CC8}" presName="sibTrans" presStyleCnt="0"/>
      <dgm:spPr/>
    </dgm:pt>
    <dgm:pt modelId="{0418FAE9-9844-4FAF-A06C-20FA5B7AF178}" type="pres">
      <dgm:prSet presAssocID="{FA0FCB93-DE46-41FD-BC48-7BCD4BA35B47}" presName="compNode" presStyleCnt="0"/>
      <dgm:spPr/>
    </dgm:pt>
    <dgm:pt modelId="{B14DA3C9-1C52-4B9B-B9CC-D8F33046FAE4}" type="pres">
      <dgm:prSet presAssocID="{FA0FCB93-DE46-41FD-BC48-7BCD4BA35B47}" presName="iconBgRect" presStyleLbl="bgShp" presStyleIdx="1" presStyleCnt="5"/>
      <dgm:spPr>
        <a:prstGeom prst="round2DiagRect">
          <a:avLst>
            <a:gd name="adj1" fmla="val 29727"/>
            <a:gd name="adj2" fmla="val 0"/>
          </a:avLst>
        </a:prstGeom>
      </dgm:spPr>
    </dgm:pt>
    <dgm:pt modelId="{3BCC105C-0FB5-4BD2-8B74-76521668E66C}" type="pres">
      <dgm:prSet presAssocID="{FA0FCB93-DE46-41FD-BC48-7BCD4BA35B4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B5F359B-2B9D-4577-B965-924A93B9F700}" type="pres">
      <dgm:prSet presAssocID="{FA0FCB93-DE46-41FD-BC48-7BCD4BA35B47}" presName="spaceRect" presStyleCnt="0"/>
      <dgm:spPr/>
    </dgm:pt>
    <dgm:pt modelId="{2EBD8CB9-2BA7-4181-99DC-2C8BCE423AFE}" type="pres">
      <dgm:prSet presAssocID="{FA0FCB93-DE46-41FD-BC48-7BCD4BA35B47}" presName="textRect" presStyleLbl="revTx" presStyleIdx="1" presStyleCnt="5">
        <dgm:presLayoutVars>
          <dgm:chMax val="1"/>
          <dgm:chPref val="1"/>
        </dgm:presLayoutVars>
      </dgm:prSet>
      <dgm:spPr/>
    </dgm:pt>
    <dgm:pt modelId="{96BFE16A-FB2F-4110-8307-81A13ADAD7A4}" type="pres">
      <dgm:prSet presAssocID="{9E2CC7AF-076D-42A7-A79B-A1F4672633F7}" presName="sibTrans" presStyleCnt="0"/>
      <dgm:spPr/>
    </dgm:pt>
    <dgm:pt modelId="{B8AECDE4-706E-46C3-9977-F3D5BEF06A06}" type="pres">
      <dgm:prSet presAssocID="{06523DC5-6C30-456D-8165-FAFF52000D7D}" presName="compNode" presStyleCnt="0"/>
      <dgm:spPr/>
    </dgm:pt>
    <dgm:pt modelId="{AA778B12-6AC1-4D34-9369-B028E6311967}" type="pres">
      <dgm:prSet presAssocID="{06523DC5-6C30-456D-8165-FAFF52000D7D}" presName="iconBgRect" presStyleLbl="bgShp" presStyleIdx="2" presStyleCnt="5"/>
      <dgm:spPr>
        <a:prstGeom prst="round2DiagRect">
          <a:avLst>
            <a:gd name="adj1" fmla="val 29727"/>
            <a:gd name="adj2" fmla="val 0"/>
          </a:avLst>
        </a:prstGeom>
      </dgm:spPr>
    </dgm:pt>
    <dgm:pt modelId="{1C3332D9-4BD8-43D6-AA7B-C4E5990ED3AB}" type="pres">
      <dgm:prSet presAssocID="{06523DC5-6C30-456D-8165-FAFF52000D7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mera"/>
        </a:ext>
      </dgm:extLst>
    </dgm:pt>
    <dgm:pt modelId="{36019BF5-804A-4C69-916F-0AF8389C86A0}" type="pres">
      <dgm:prSet presAssocID="{06523DC5-6C30-456D-8165-FAFF52000D7D}" presName="spaceRect" presStyleCnt="0"/>
      <dgm:spPr/>
    </dgm:pt>
    <dgm:pt modelId="{F6AF9608-5B4E-48FC-8CA3-500F4A53E766}" type="pres">
      <dgm:prSet presAssocID="{06523DC5-6C30-456D-8165-FAFF52000D7D}" presName="textRect" presStyleLbl="revTx" presStyleIdx="2" presStyleCnt="5">
        <dgm:presLayoutVars>
          <dgm:chMax val="1"/>
          <dgm:chPref val="1"/>
        </dgm:presLayoutVars>
      </dgm:prSet>
      <dgm:spPr/>
    </dgm:pt>
    <dgm:pt modelId="{8D997451-A1F3-47F4-AC34-5855C6539268}" type="pres">
      <dgm:prSet presAssocID="{AE211831-D168-4483-9762-09199808F5F0}" presName="sibTrans" presStyleCnt="0"/>
      <dgm:spPr/>
    </dgm:pt>
    <dgm:pt modelId="{059FAB4D-7751-4EF2-892B-5E1C707F35B4}" type="pres">
      <dgm:prSet presAssocID="{5968677D-8E8B-4877-8BC4-8B96D3E3F93C}" presName="compNode" presStyleCnt="0"/>
      <dgm:spPr/>
    </dgm:pt>
    <dgm:pt modelId="{E4914779-5DEF-4F44-82EC-253DC571F0EB}" type="pres">
      <dgm:prSet presAssocID="{5968677D-8E8B-4877-8BC4-8B96D3E3F93C}" presName="iconBgRect" presStyleLbl="bgShp" presStyleIdx="3" presStyleCnt="5"/>
      <dgm:spPr>
        <a:prstGeom prst="round2DiagRect">
          <a:avLst>
            <a:gd name="adj1" fmla="val 29727"/>
            <a:gd name="adj2" fmla="val 0"/>
          </a:avLst>
        </a:prstGeom>
      </dgm:spPr>
    </dgm:pt>
    <dgm:pt modelId="{A800AC1C-BB84-4939-A031-A5F855967496}" type="pres">
      <dgm:prSet presAssocID="{5968677D-8E8B-4877-8BC4-8B96D3E3F93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ning"/>
        </a:ext>
      </dgm:extLst>
    </dgm:pt>
    <dgm:pt modelId="{761730AA-43CD-4A7F-A798-1502A5C8B6F1}" type="pres">
      <dgm:prSet presAssocID="{5968677D-8E8B-4877-8BC4-8B96D3E3F93C}" presName="spaceRect" presStyleCnt="0"/>
      <dgm:spPr/>
    </dgm:pt>
    <dgm:pt modelId="{0693414E-6ECB-4D34-A825-CC624059152B}" type="pres">
      <dgm:prSet presAssocID="{5968677D-8E8B-4877-8BC4-8B96D3E3F93C}" presName="textRect" presStyleLbl="revTx" presStyleIdx="3" presStyleCnt="5">
        <dgm:presLayoutVars>
          <dgm:chMax val="1"/>
          <dgm:chPref val="1"/>
        </dgm:presLayoutVars>
      </dgm:prSet>
      <dgm:spPr/>
    </dgm:pt>
    <dgm:pt modelId="{56446A70-8B63-4077-A168-A46260FBDCB8}" type="pres">
      <dgm:prSet presAssocID="{E26B53B8-0ABE-4DF6-BBCC-76579C54C389}" presName="sibTrans" presStyleCnt="0"/>
      <dgm:spPr/>
    </dgm:pt>
    <dgm:pt modelId="{8F562389-0F49-4037-BB61-2C88FF8DE014}" type="pres">
      <dgm:prSet presAssocID="{74076432-AA11-401C-B7EB-13253754B143}" presName="compNode" presStyleCnt="0"/>
      <dgm:spPr/>
    </dgm:pt>
    <dgm:pt modelId="{BD1B8E03-F836-406F-BD9E-BBF8E3B276DD}" type="pres">
      <dgm:prSet presAssocID="{74076432-AA11-401C-B7EB-13253754B143}" presName="iconBgRect" presStyleLbl="bgShp" presStyleIdx="4" presStyleCnt="5"/>
      <dgm:spPr>
        <a:prstGeom prst="round2DiagRect">
          <a:avLst>
            <a:gd name="adj1" fmla="val 29727"/>
            <a:gd name="adj2" fmla="val 0"/>
          </a:avLst>
        </a:prstGeom>
      </dgm:spPr>
    </dgm:pt>
    <dgm:pt modelId="{4A8074B3-6D3B-43B7-B890-569443B77E8E}" type="pres">
      <dgm:prSet presAssocID="{74076432-AA11-401C-B7EB-13253754B14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nchor"/>
        </a:ext>
      </dgm:extLst>
    </dgm:pt>
    <dgm:pt modelId="{CC608915-F0A4-4323-9287-8D95D50089A6}" type="pres">
      <dgm:prSet presAssocID="{74076432-AA11-401C-B7EB-13253754B143}" presName="spaceRect" presStyleCnt="0"/>
      <dgm:spPr/>
    </dgm:pt>
    <dgm:pt modelId="{BB405C78-0F34-4075-ACCF-FAF33B851588}" type="pres">
      <dgm:prSet presAssocID="{74076432-AA11-401C-B7EB-13253754B143}" presName="textRect" presStyleLbl="revTx" presStyleIdx="4" presStyleCnt="5">
        <dgm:presLayoutVars>
          <dgm:chMax val="1"/>
          <dgm:chPref val="1"/>
        </dgm:presLayoutVars>
      </dgm:prSet>
      <dgm:spPr/>
    </dgm:pt>
  </dgm:ptLst>
  <dgm:cxnLst>
    <dgm:cxn modelId="{01818A21-881A-44BD-B212-598705BB1815}" srcId="{0AC22B51-5053-48CE-AA96-00687EE44CF6}" destId="{DD242137-745C-4234-AC67-321963B0BA69}" srcOrd="0" destOrd="0" parTransId="{B48ECB9F-F7D7-4EAC-80CA-A4FAE18E6AF9}" sibTransId="{D2C8FA8B-C478-4A25-9D84-243B86464CC8}"/>
    <dgm:cxn modelId="{190A5125-8A2B-4879-9F21-9426085641AE}" srcId="{0AC22B51-5053-48CE-AA96-00687EE44CF6}" destId="{FA0FCB93-DE46-41FD-BC48-7BCD4BA35B47}" srcOrd="1" destOrd="0" parTransId="{7D5F2D88-A6AB-4D06-A878-F8F08AE39EF6}" sibTransId="{9E2CC7AF-076D-42A7-A79B-A1F4672633F7}"/>
    <dgm:cxn modelId="{BF648529-EF4B-4678-A185-9F399EC04096}" type="presOf" srcId="{74076432-AA11-401C-B7EB-13253754B143}" destId="{BB405C78-0F34-4075-ACCF-FAF33B851588}" srcOrd="0" destOrd="0" presId="urn:microsoft.com/office/officeart/2018/5/layout/IconLeafLabelList"/>
    <dgm:cxn modelId="{3E37D63E-34B5-4F84-9D9D-F1EA244F033A}" type="presOf" srcId="{FA0FCB93-DE46-41FD-BC48-7BCD4BA35B47}" destId="{2EBD8CB9-2BA7-4181-99DC-2C8BCE423AFE}" srcOrd="0" destOrd="0" presId="urn:microsoft.com/office/officeart/2018/5/layout/IconLeafLabelList"/>
    <dgm:cxn modelId="{DA340E47-FEA9-434C-BD6E-49A5142ED33B}" type="presOf" srcId="{5968677D-8E8B-4877-8BC4-8B96D3E3F93C}" destId="{0693414E-6ECB-4D34-A825-CC624059152B}" srcOrd="0" destOrd="0" presId="urn:microsoft.com/office/officeart/2018/5/layout/IconLeafLabelList"/>
    <dgm:cxn modelId="{4093447C-33A3-412E-B9B8-6FB1CF7B1605}" srcId="{0AC22B51-5053-48CE-AA96-00687EE44CF6}" destId="{74076432-AA11-401C-B7EB-13253754B143}" srcOrd="4" destOrd="0" parTransId="{77A70AE4-060B-4482-BD91-D3A4EF9B6AB9}" sibTransId="{821AF458-DF7F-469F-8FD5-429976E7779E}"/>
    <dgm:cxn modelId="{5FAA0E7F-3BE0-4261-B3AE-D09A7C774F98}" type="presOf" srcId="{06523DC5-6C30-456D-8165-FAFF52000D7D}" destId="{F6AF9608-5B4E-48FC-8CA3-500F4A53E766}" srcOrd="0" destOrd="0" presId="urn:microsoft.com/office/officeart/2018/5/layout/IconLeafLabelList"/>
    <dgm:cxn modelId="{D911C589-FB38-45C0-B10B-A3398E2136A9}" type="presOf" srcId="{0AC22B51-5053-48CE-AA96-00687EE44CF6}" destId="{CFAC1964-A5A9-43D8-B4F3-A00A5DCB96A8}" srcOrd="0" destOrd="0" presId="urn:microsoft.com/office/officeart/2018/5/layout/IconLeafLabelList"/>
    <dgm:cxn modelId="{51178F9A-07BD-4F08-8646-5A45E7832D48}" srcId="{0AC22B51-5053-48CE-AA96-00687EE44CF6}" destId="{06523DC5-6C30-456D-8165-FAFF52000D7D}" srcOrd="2" destOrd="0" parTransId="{2FE8B08F-215E-44F0-AF78-0E37745211F4}" sibTransId="{AE211831-D168-4483-9762-09199808F5F0}"/>
    <dgm:cxn modelId="{74A2BCBD-5AA6-4DB6-90E5-DA4754EBE89A}" type="presOf" srcId="{DD242137-745C-4234-AC67-321963B0BA69}" destId="{E5AB29FA-630E-4E8B-AE76-FA2502684AFA}" srcOrd="0" destOrd="0" presId="urn:microsoft.com/office/officeart/2018/5/layout/IconLeafLabelList"/>
    <dgm:cxn modelId="{47EE15BF-92F7-4F69-904E-541955488F9C}" srcId="{0AC22B51-5053-48CE-AA96-00687EE44CF6}" destId="{5968677D-8E8B-4877-8BC4-8B96D3E3F93C}" srcOrd="3" destOrd="0" parTransId="{A68613D5-1829-46D8-AB86-375F4F8E5C3B}" sibTransId="{E26B53B8-0ABE-4DF6-BBCC-76579C54C389}"/>
    <dgm:cxn modelId="{25415C1C-628F-44FC-9B1D-0563BCD1A63F}" type="presParOf" srcId="{CFAC1964-A5A9-43D8-B4F3-A00A5DCB96A8}" destId="{B5534BA8-69C9-49D9-A1E0-53FE8F29727D}" srcOrd="0" destOrd="0" presId="urn:microsoft.com/office/officeart/2018/5/layout/IconLeafLabelList"/>
    <dgm:cxn modelId="{738B6799-8EAD-4B54-B8DD-777D09092A58}" type="presParOf" srcId="{B5534BA8-69C9-49D9-A1E0-53FE8F29727D}" destId="{14EEAE02-BF7D-40DC-AECB-9E3C0E6BFD85}" srcOrd="0" destOrd="0" presId="urn:microsoft.com/office/officeart/2018/5/layout/IconLeafLabelList"/>
    <dgm:cxn modelId="{AEE3F55B-9C7C-4781-969F-199B828D22EC}" type="presParOf" srcId="{B5534BA8-69C9-49D9-A1E0-53FE8F29727D}" destId="{5D665CE0-0677-4647-9969-70630A7DB96A}" srcOrd="1" destOrd="0" presId="urn:microsoft.com/office/officeart/2018/5/layout/IconLeafLabelList"/>
    <dgm:cxn modelId="{A1E510A7-3192-4A18-83AB-A7FAA5CC165F}" type="presParOf" srcId="{B5534BA8-69C9-49D9-A1E0-53FE8F29727D}" destId="{1972F406-4FC7-4C33-A081-44C0FBBFC286}" srcOrd="2" destOrd="0" presId="urn:microsoft.com/office/officeart/2018/5/layout/IconLeafLabelList"/>
    <dgm:cxn modelId="{43489994-9717-40A0-8B25-338275AF658E}" type="presParOf" srcId="{B5534BA8-69C9-49D9-A1E0-53FE8F29727D}" destId="{E5AB29FA-630E-4E8B-AE76-FA2502684AFA}" srcOrd="3" destOrd="0" presId="urn:microsoft.com/office/officeart/2018/5/layout/IconLeafLabelList"/>
    <dgm:cxn modelId="{C4EA1C2A-5436-40DB-B9F7-CA640AD9EB53}" type="presParOf" srcId="{CFAC1964-A5A9-43D8-B4F3-A00A5DCB96A8}" destId="{A3C6BAB4-2D75-457C-A074-05531C08BD3E}" srcOrd="1" destOrd="0" presId="urn:microsoft.com/office/officeart/2018/5/layout/IconLeafLabelList"/>
    <dgm:cxn modelId="{2D5688DE-1682-4F0D-8AA2-BC5FA03C3AEE}" type="presParOf" srcId="{CFAC1964-A5A9-43D8-B4F3-A00A5DCB96A8}" destId="{0418FAE9-9844-4FAF-A06C-20FA5B7AF178}" srcOrd="2" destOrd="0" presId="urn:microsoft.com/office/officeart/2018/5/layout/IconLeafLabelList"/>
    <dgm:cxn modelId="{7313E6E3-9BE7-4578-8968-D9CFC420D5C6}" type="presParOf" srcId="{0418FAE9-9844-4FAF-A06C-20FA5B7AF178}" destId="{B14DA3C9-1C52-4B9B-B9CC-D8F33046FAE4}" srcOrd="0" destOrd="0" presId="urn:microsoft.com/office/officeart/2018/5/layout/IconLeafLabelList"/>
    <dgm:cxn modelId="{3DBF9AB4-6981-4611-8C6F-284A4C1714B7}" type="presParOf" srcId="{0418FAE9-9844-4FAF-A06C-20FA5B7AF178}" destId="{3BCC105C-0FB5-4BD2-8B74-76521668E66C}" srcOrd="1" destOrd="0" presId="urn:microsoft.com/office/officeart/2018/5/layout/IconLeafLabelList"/>
    <dgm:cxn modelId="{0FCCA8D2-ED22-463C-B7AD-7DD60B47D69E}" type="presParOf" srcId="{0418FAE9-9844-4FAF-A06C-20FA5B7AF178}" destId="{0B5F359B-2B9D-4577-B965-924A93B9F700}" srcOrd="2" destOrd="0" presId="urn:microsoft.com/office/officeart/2018/5/layout/IconLeafLabelList"/>
    <dgm:cxn modelId="{A95B3CF4-0BAA-4C03-86A3-FCE4CD0E4577}" type="presParOf" srcId="{0418FAE9-9844-4FAF-A06C-20FA5B7AF178}" destId="{2EBD8CB9-2BA7-4181-99DC-2C8BCE423AFE}" srcOrd="3" destOrd="0" presId="urn:microsoft.com/office/officeart/2018/5/layout/IconLeafLabelList"/>
    <dgm:cxn modelId="{C085D6F6-E1F0-440E-93E0-0AD00F6A520E}" type="presParOf" srcId="{CFAC1964-A5A9-43D8-B4F3-A00A5DCB96A8}" destId="{96BFE16A-FB2F-4110-8307-81A13ADAD7A4}" srcOrd="3" destOrd="0" presId="urn:microsoft.com/office/officeart/2018/5/layout/IconLeafLabelList"/>
    <dgm:cxn modelId="{76BFC1D8-769D-44E8-B96F-333955ABF0A0}" type="presParOf" srcId="{CFAC1964-A5A9-43D8-B4F3-A00A5DCB96A8}" destId="{B8AECDE4-706E-46C3-9977-F3D5BEF06A06}" srcOrd="4" destOrd="0" presId="urn:microsoft.com/office/officeart/2018/5/layout/IconLeafLabelList"/>
    <dgm:cxn modelId="{6DC4A053-FA84-467A-88F7-7287249714D6}" type="presParOf" srcId="{B8AECDE4-706E-46C3-9977-F3D5BEF06A06}" destId="{AA778B12-6AC1-4D34-9369-B028E6311967}" srcOrd="0" destOrd="0" presId="urn:microsoft.com/office/officeart/2018/5/layout/IconLeafLabelList"/>
    <dgm:cxn modelId="{3752F50C-59E9-45A2-9232-98EF6C2E2F61}" type="presParOf" srcId="{B8AECDE4-706E-46C3-9977-F3D5BEF06A06}" destId="{1C3332D9-4BD8-43D6-AA7B-C4E5990ED3AB}" srcOrd="1" destOrd="0" presId="urn:microsoft.com/office/officeart/2018/5/layout/IconLeafLabelList"/>
    <dgm:cxn modelId="{4570173E-9194-4089-90BF-A50081767451}" type="presParOf" srcId="{B8AECDE4-706E-46C3-9977-F3D5BEF06A06}" destId="{36019BF5-804A-4C69-916F-0AF8389C86A0}" srcOrd="2" destOrd="0" presId="urn:microsoft.com/office/officeart/2018/5/layout/IconLeafLabelList"/>
    <dgm:cxn modelId="{1A469E1F-8E6E-4CB4-BB4F-66F99FBC096D}" type="presParOf" srcId="{B8AECDE4-706E-46C3-9977-F3D5BEF06A06}" destId="{F6AF9608-5B4E-48FC-8CA3-500F4A53E766}" srcOrd="3" destOrd="0" presId="urn:microsoft.com/office/officeart/2018/5/layout/IconLeafLabelList"/>
    <dgm:cxn modelId="{32209D77-C801-4C82-B905-9E0525DF4EB3}" type="presParOf" srcId="{CFAC1964-A5A9-43D8-B4F3-A00A5DCB96A8}" destId="{8D997451-A1F3-47F4-AC34-5855C6539268}" srcOrd="5" destOrd="0" presId="urn:microsoft.com/office/officeart/2018/5/layout/IconLeafLabelList"/>
    <dgm:cxn modelId="{683D3932-AAEC-4883-B926-1CF77195D0F9}" type="presParOf" srcId="{CFAC1964-A5A9-43D8-B4F3-A00A5DCB96A8}" destId="{059FAB4D-7751-4EF2-892B-5E1C707F35B4}" srcOrd="6" destOrd="0" presId="urn:microsoft.com/office/officeart/2018/5/layout/IconLeafLabelList"/>
    <dgm:cxn modelId="{45471AC4-4C5C-43AB-BCFF-A6864A4B6E67}" type="presParOf" srcId="{059FAB4D-7751-4EF2-892B-5E1C707F35B4}" destId="{E4914779-5DEF-4F44-82EC-253DC571F0EB}" srcOrd="0" destOrd="0" presId="urn:microsoft.com/office/officeart/2018/5/layout/IconLeafLabelList"/>
    <dgm:cxn modelId="{DB151E11-B56D-4805-9FA8-4D5A7F335E76}" type="presParOf" srcId="{059FAB4D-7751-4EF2-892B-5E1C707F35B4}" destId="{A800AC1C-BB84-4939-A031-A5F855967496}" srcOrd="1" destOrd="0" presId="urn:microsoft.com/office/officeart/2018/5/layout/IconLeafLabelList"/>
    <dgm:cxn modelId="{D7D35B2A-1E6B-4CAC-93FA-BD3705456A91}" type="presParOf" srcId="{059FAB4D-7751-4EF2-892B-5E1C707F35B4}" destId="{761730AA-43CD-4A7F-A798-1502A5C8B6F1}" srcOrd="2" destOrd="0" presId="urn:microsoft.com/office/officeart/2018/5/layout/IconLeafLabelList"/>
    <dgm:cxn modelId="{5E5DFE3A-389D-4634-A96F-11B01A572618}" type="presParOf" srcId="{059FAB4D-7751-4EF2-892B-5E1C707F35B4}" destId="{0693414E-6ECB-4D34-A825-CC624059152B}" srcOrd="3" destOrd="0" presId="urn:microsoft.com/office/officeart/2018/5/layout/IconLeafLabelList"/>
    <dgm:cxn modelId="{5B17E219-4B48-4811-9BD3-535A43D00700}" type="presParOf" srcId="{CFAC1964-A5A9-43D8-B4F3-A00A5DCB96A8}" destId="{56446A70-8B63-4077-A168-A46260FBDCB8}" srcOrd="7" destOrd="0" presId="urn:microsoft.com/office/officeart/2018/5/layout/IconLeafLabelList"/>
    <dgm:cxn modelId="{4EAF4A05-F4E8-424B-87AC-06F6F1B8D677}" type="presParOf" srcId="{CFAC1964-A5A9-43D8-B4F3-A00A5DCB96A8}" destId="{8F562389-0F49-4037-BB61-2C88FF8DE014}" srcOrd="8" destOrd="0" presId="urn:microsoft.com/office/officeart/2018/5/layout/IconLeafLabelList"/>
    <dgm:cxn modelId="{69D2B6C0-9507-4440-AE27-E2F336A66BE3}" type="presParOf" srcId="{8F562389-0F49-4037-BB61-2C88FF8DE014}" destId="{BD1B8E03-F836-406F-BD9E-BBF8E3B276DD}" srcOrd="0" destOrd="0" presId="urn:microsoft.com/office/officeart/2018/5/layout/IconLeafLabelList"/>
    <dgm:cxn modelId="{B062B407-0C70-4A29-B5ED-686564D0FC75}" type="presParOf" srcId="{8F562389-0F49-4037-BB61-2C88FF8DE014}" destId="{4A8074B3-6D3B-43B7-B890-569443B77E8E}" srcOrd="1" destOrd="0" presId="urn:microsoft.com/office/officeart/2018/5/layout/IconLeafLabelList"/>
    <dgm:cxn modelId="{923E9E2C-DD8C-4A60-8655-4D73243B1496}" type="presParOf" srcId="{8F562389-0F49-4037-BB61-2C88FF8DE014}" destId="{CC608915-F0A4-4323-9287-8D95D50089A6}" srcOrd="2" destOrd="0" presId="urn:microsoft.com/office/officeart/2018/5/layout/IconLeafLabelList"/>
    <dgm:cxn modelId="{495D6267-6DE9-40C3-BFB0-68D22848BFB9}" type="presParOf" srcId="{8F562389-0F49-4037-BB61-2C88FF8DE014}" destId="{BB405C78-0F34-4075-ACCF-FAF33B851588}"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11888664-F559-469C-9C0E-F1318A788001}"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2E7F23D-C400-4A82-9375-90E1DBA5DEF2}">
      <dgm:prSet/>
      <dgm:spPr/>
      <dgm:t>
        <a:bodyPr/>
        <a:lstStyle/>
        <a:p>
          <a:pPr>
            <a:defRPr cap="all"/>
          </a:pPr>
          <a:r>
            <a:rPr lang="en-MY"/>
            <a:t>Run multiple OS on one physical machine</a:t>
          </a:r>
          <a:endParaRPr lang="en-US"/>
        </a:p>
      </dgm:t>
    </dgm:pt>
    <dgm:pt modelId="{5D119620-9B74-43AA-8083-9ADB8FFE040A}" type="parTrans" cxnId="{E985128E-5733-468F-A48F-DFFE34F8A25D}">
      <dgm:prSet/>
      <dgm:spPr/>
      <dgm:t>
        <a:bodyPr/>
        <a:lstStyle/>
        <a:p>
          <a:endParaRPr lang="en-US"/>
        </a:p>
      </dgm:t>
    </dgm:pt>
    <dgm:pt modelId="{C7AA8B45-F3D1-4B2F-8ED2-1424A4214DA7}" type="sibTrans" cxnId="{E985128E-5733-468F-A48F-DFFE34F8A25D}">
      <dgm:prSet/>
      <dgm:spPr/>
      <dgm:t>
        <a:bodyPr/>
        <a:lstStyle/>
        <a:p>
          <a:endParaRPr lang="en-US"/>
        </a:p>
      </dgm:t>
    </dgm:pt>
    <dgm:pt modelId="{C560C091-5914-416F-9DF4-B310AADA46D8}">
      <dgm:prSet/>
      <dgm:spPr/>
      <dgm:t>
        <a:bodyPr/>
        <a:lstStyle/>
        <a:p>
          <a:pPr>
            <a:defRPr cap="all"/>
          </a:pPr>
          <a:r>
            <a:rPr lang="en-MY"/>
            <a:t>Simulate different environments</a:t>
          </a:r>
          <a:endParaRPr lang="en-US"/>
        </a:p>
      </dgm:t>
    </dgm:pt>
    <dgm:pt modelId="{93C5446F-2401-4BA9-8BC9-553DAB2BCC9D}" type="parTrans" cxnId="{6F03223E-FA85-4D11-ACA9-FEBF2B3F7BEE}">
      <dgm:prSet/>
      <dgm:spPr/>
      <dgm:t>
        <a:bodyPr/>
        <a:lstStyle/>
        <a:p>
          <a:endParaRPr lang="en-US"/>
        </a:p>
      </dgm:t>
    </dgm:pt>
    <dgm:pt modelId="{30F59B63-9248-42B1-88FF-EE453C598FB9}" type="sibTrans" cxnId="{6F03223E-FA85-4D11-ACA9-FEBF2B3F7BEE}">
      <dgm:prSet/>
      <dgm:spPr/>
      <dgm:t>
        <a:bodyPr/>
        <a:lstStyle/>
        <a:p>
          <a:endParaRPr lang="en-US"/>
        </a:p>
      </dgm:t>
    </dgm:pt>
    <dgm:pt modelId="{E1831AF7-DA8A-43CA-B2E5-742A71BB3F1E}">
      <dgm:prSet/>
      <dgm:spPr/>
      <dgm:t>
        <a:bodyPr/>
        <a:lstStyle/>
        <a:p>
          <a:pPr>
            <a:defRPr cap="all"/>
          </a:pPr>
          <a:r>
            <a:rPr lang="en-MY"/>
            <a:t>Cost-efficient deployment</a:t>
          </a:r>
          <a:endParaRPr lang="en-US"/>
        </a:p>
      </dgm:t>
    </dgm:pt>
    <dgm:pt modelId="{5EA495C3-28B7-44E4-9D5E-67C4E873CD2C}" type="parTrans" cxnId="{9D7CCDAE-C147-438D-9AA4-32C2014ED6CA}">
      <dgm:prSet/>
      <dgm:spPr/>
      <dgm:t>
        <a:bodyPr/>
        <a:lstStyle/>
        <a:p>
          <a:endParaRPr lang="en-US"/>
        </a:p>
      </dgm:t>
    </dgm:pt>
    <dgm:pt modelId="{A5471108-D55F-4344-859E-A579BACBB1DD}" type="sibTrans" cxnId="{9D7CCDAE-C147-438D-9AA4-32C2014ED6CA}">
      <dgm:prSet/>
      <dgm:spPr/>
      <dgm:t>
        <a:bodyPr/>
        <a:lstStyle/>
        <a:p>
          <a:endParaRPr lang="en-US"/>
        </a:p>
      </dgm:t>
    </dgm:pt>
    <dgm:pt modelId="{25EC32D5-BAEA-4F60-90CC-B9208D274830}" type="pres">
      <dgm:prSet presAssocID="{11888664-F559-469C-9C0E-F1318A788001}" presName="root" presStyleCnt="0">
        <dgm:presLayoutVars>
          <dgm:dir/>
          <dgm:resizeHandles val="exact"/>
        </dgm:presLayoutVars>
      </dgm:prSet>
      <dgm:spPr/>
    </dgm:pt>
    <dgm:pt modelId="{3F264B90-E32F-44B9-8A9F-68C66D1FD20A}" type="pres">
      <dgm:prSet presAssocID="{12E7F23D-C400-4A82-9375-90E1DBA5DEF2}" presName="compNode" presStyleCnt="0"/>
      <dgm:spPr/>
    </dgm:pt>
    <dgm:pt modelId="{9E1CA663-DDD8-45AD-BEF8-30DFFD8B5546}" type="pres">
      <dgm:prSet presAssocID="{12E7F23D-C400-4A82-9375-90E1DBA5DEF2}" presName="iconBgRect" presStyleLbl="bgShp" presStyleIdx="0" presStyleCnt="3"/>
      <dgm:spPr/>
    </dgm:pt>
    <dgm:pt modelId="{0CA92DE7-88AE-41BF-A590-68DCA037FC64}" type="pres">
      <dgm:prSet presAssocID="{12E7F23D-C400-4A82-9375-90E1DBA5DEF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C0E05E07-5AB9-42B5-8319-C6C0E5DB5DD4}" type="pres">
      <dgm:prSet presAssocID="{12E7F23D-C400-4A82-9375-90E1DBA5DEF2}" presName="spaceRect" presStyleCnt="0"/>
      <dgm:spPr/>
    </dgm:pt>
    <dgm:pt modelId="{F64B0714-34F9-4180-9E32-BBEE7E267C01}" type="pres">
      <dgm:prSet presAssocID="{12E7F23D-C400-4A82-9375-90E1DBA5DEF2}" presName="textRect" presStyleLbl="revTx" presStyleIdx="0" presStyleCnt="3">
        <dgm:presLayoutVars>
          <dgm:chMax val="1"/>
          <dgm:chPref val="1"/>
        </dgm:presLayoutVars>
      </dgm:prSet>
      <dgm:spPr/>
    </dgm:pt>
    <dgm:pt modelId="{B62877D0-140D-425E-9A1F-1E822BCD69B1}" type="pres">
      <dgm:prSet presAssocID="{C7AA8B45-F3D1-4B2F-8ED2-1424A4214DA7}" presName="sibTrans" presStyleCnt="0"/>
      <dgm:spPr/>
    </dgm:pt>
    <dgm:pt modelId="{847B4721-7719-4D3B-BEE7-59C89CF33F0F}" type="pres">
      <dgm:prSet presAssocID="{C560C091-5914-416F-9DF4-B310AADA46D8}" presName="compNode" presStyleCnt="0"/>
      <dgm:spPr/>
    </dgm:pt>
    <dgm:pt modelId="{C644BEEF-1818-45EC-9739-3882695A04BC}" type="pres">
      <dgm:prSet presAssocID="{C560C091-5914-416F-9DF4-B310AADA46D8}" presName="iconBgRect" presStyleLbl="bgShp" presStyleIdx="1" presStyleCnt="3"/>
      <dgm:spPr/>
    </dgm:pt>
    <dgm:pt modelId="{0591BD69-DB01-4535-9D93-2C4B17A1EC93}" type="pres">
      <dgm:prSet presAssocID="{C560C091-5914-416F-9DF4-B310AADA46D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C3A2245F-07EE-47D2-9970-706F46C68D7B}" type="pres">
      <dgm:prSet presAssocID="{C560C091-5914-416F-9DF4-B310AADA46D8}" presName="spaceRect" presStyleCnt="0"/>
      <dgm:spPr/>
    </dgm:pt>
    <dgm:pt modelId="{C3FFA7F2-6B24-40EA-94CB-6740C3DF7076}" type="pres">
      <dgm:prSet presAssocID="{C560C091-5914-416F-9DF4-B310AADA46D8}" presName="textRect" presStyleLbl="revTx" presStyleIdx="1" presStyleCnt="3">
        <dgm:presLayoutVars>
          <dgm:chMax val="1"/>
          <dgm:chPref val="1"/>
        </dgm:presLayoutVars>
      </dgm:prSet>
      <dgm:spPr/>
    </dgm:pt>
    <dgm:pt modelId="{0D1D503A-5972-4550-8134-907FC70F8B72}" type="pres">
      <dgm:prSet presAssocID="{30F59B63-9248-42B1-88FF-EE453C598FB9}" presName="sibTrans" presStyleCnt="0"/>
      <dgm:spPr/>
    </dgm:pt>
    <dgm:pt modelId="{8F8BE44C-73A2-4BF8-A3F3-B753AB1F55BC}" type="pres">
      <dgm:prSet presAssocID="{E1831AF7-DA8A-43CA-B2E5-742A71BB3F1E}" presName="compNode" presStyleCnt="0"/>
      <dgm:spPr/>
    </dgm:pt>
    <dgm:pt modelId="{A364999F-E7E4-47AC-8951-AD00990ACA0E}" type="pres">
      <dgm:prSet presAssocID="{E1831AF7-DA8A-43CA-B2E5-742A71BB3F1E}" presName="iconBgRect" presStyleLbl="bgShp" presStyleIdx="2" presStyleCnt="3"/>
      <dgm:spPr/>
    </dgm:pt>
    <dgm:pt modelId="{8473D3DB-AF52-4E33-A509-F55B9C57DB35}" type="pres">
      <dgm:prSet presAssocID="{E1831AF7-DA8A-43CA-B2E5-742A71BB3F1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2EA48B20-04C5-46A5-BEF0-EEF26F635F96}" type="pres">
      <dgm:prSet presAssocID="{E1831AF7-DA8A-43CA-B2E5-742A71BB3F1E}" presName="spaceRect" presStyleCnt="0"/>
      <dgm:spPr/>
    </dgm:pt>
    <dgm:pt modelId="{8EFEC70B-B065-444F-AFF0-0611851F8BD1}" type="pres">
      <dgm:prSet presAssocID="{E1831AF7-DA8A-43CA-B2E5-742A71BB3F1E}" presName="textRect" presStyleLbl="revTx" presStyleIdx="2" presStyleCnt="3">
        <dgm:presLayoutVars>
          <dgm:chMax val="1"/>
          <dgm:chPref val="1"/>
        </dgm:presLayoutVars>
      </dgm:prSet>
      <dgm:spPr/>
    </dgm:pt>
  </dgm:ptLst>
  <dgm:cxnLst>
    <dgm:cxn modelId="{A98C7E35-F47C-419F-B26D-BEB35F8C9268}" type="presOf" srcId="{12E7F23D-C400-4A82-9375-90E1DBA5DEF2}" destId="{F64B0714-34F9-4180-9E32-BBEE7E267C01}" srcOrd="0" destOrd="0" presId="urn:microsoft.com/office/officeart/2018/5/layout/IconCircleLabelList"/>
    <dgm:cxn modelId="{6F03223E-FA85-4D11-ACA9-FEBF2B3F7BEE}" srcId="{11888664-F559-469C-9C0E-F1318A788001}" destId="{C560C091-5914-416F-9DF4-B310AADA46D8}" srcOrd="1" destOrd="0" parTransId="{93C5446F-2401-4BA9-8BC9-553DAB2BCC9D}" sibTransId="{30F59B63-9248-42B1-88FF-EE453C598FB9}"/>
    <dgm:cxn modelId="{E985128E-5733-468F-A48F-DFFE34F8A25D}" srcId="{11888664-F559-469C-9C0E-F1318A788001}" destId="{12E7F23D-C400-4A82-9375-90E1DBA5DEF2}" srcOrd="0" destOrd="0" parTransId="{5D119620-9B74-43AA-8083-9ADB8FFE040A}" sibTransId="{C7AA8B45-F3D1-4B2F-8ED2-1424A4214DA7}"/>
    <dgm:cxn modelId="{9328DE91-A798-4B72-BC24-F44492D7262D}" type="presOf" srcId="{11888664-F559-469C-9C0E-F1318A788001}" destId="{25EC32D5-BAEA-4F60-90CC-B9208D274830}" srcOrd="0" destOrd="0" presId="urn:microsoft.com/office/officeart/2018/5/layout/IconCircleLabelList"/>
    <dgm:cxn modelId="{3AD83992-CA60-43D9-83E9-55348590DDA8}" type="presOf" srcId="{E1831AF7-DA8A-43CA-B2E5-742A71BB3F1E}" destId="{8EFEC70B-B065-444F-AFF0-0611851F8BD1}" srcOrd="0" destOrd="0" presId="urn:microsoft.com/office/officeart/2018/5/layout/IconCircleLabelList"/>
    <dgm:cxn modelId="{9D7CCDAE-C147-438D-9AA4-32C2014ED6CA}" srcId="{11888664-F559-469C-9C0E-F1318A788001}" destId="{E1831AF7-DA8A-43CA-B2E5-742A71BB3F1E}" srcOrd="2" destOrd="0" parTransId="{5EA495C3-28B7-44E4-9D5E-67C4E873CD2C}" sibTransId="{A5471108-D55F-4344-859E-A579BACBB1DD}"/>
    <dgm:cxn modelId="{87ABB8F1-DBD9-411C-97BF-811530809A81}" type="presOf" srcId="{C560C091-5914-416F-9DF4-B310AADA46D8}" destId="{C3FFA7F2-6B24-40EA-94CB-6740C3DF7076}" srcOrd="0" destOrd="0" presId="urn:microsoft.com/office/officeart/2018/5/layout/IconCircleLabelList"/>
    <dgm:cxn modelId="{A2250BE2-E9D8-41A4-ABE5-73FD4462E710}" type="presParOf" srcId="{25EC32D5-BAEA-4F60-90CC-B9208D274830}" destId="{3F264B90-E32F-44B9-8A9F-68C66D1FD20A}" srcOrd="0" destOrd="0" presId="urn:microsoft.com/office/officeart/2018/5/layout/IconCircleLabelList"/>
    <dgm:cxn modelId="{6E525339-B5A5-4DDC-A157-6B0BA6417824}" type="presParOf" srcId="{3F264B90-E32F-44B9-8A9F-68C66D1FD20A}" destId="{9E1CA663-DDD8-45AD-BEF8-30DFFD8B5546}" srcOrd="0" destOrd="0" presId="urn:microsoft.com/office/officeart/2018/5/layout/IconCircleLabelList"/>
    <dgm:cxn modelId="{A7E25282-EB5B-42E8-8881-059FABADA332}" type="presParOf" srcId="{3F264B90-E32F-44B9-8A9F-68C66D1FD20A}" destId="{0CA92DE7-88AE-41BF-A590-68DCA037FC64}" srcOrd="1" destOrd="0" presId="urn:microsoft.com/office/officeart/2018/5/layout/IconCircleLabelList"/>
    <dgm:cxn modelId="{24A22EC4-1484-4701-BE2C-828F1DA31F7F}" type="presParOf" srcId="{3F264B90-E32F-44B9-8A9F-68C66D1FD20A}" destId="{C0E05E07-5AB9-42B5-8319-C6C0E5DB5DD4}" srcOrd="2" destOrd="0" presId="urn:microsoft.com/office/officeart/2018/5/layout/IconCircleLabelList"/>
    <dgm:cxn modelId="{D59BF88B-2496-4A4E-9E5F-881EA3726E0E}" type="presParOf" srcId="{3F264B90-E32F-44B9-8A9F-68C66D1FD20A}" destId="{F64B0714-34F9-4180-9E32-BBEE7E267C01}" srcOrd="3" destOrd="0" presId="urn:microsoft.com/office/officeart/2018/5/layout/IconCircleLabelList"/>
    <dgm:cxn modelId="{B32E5A2E-0066-42A0-A64D-90C1CFCEC4A9}" type="presParOf" srcId="{25EC32D5-BAEA-4F60-90CC-B9208D274830}" destId="{B62877D0-140D-425E-9A1F-1E822BCD69B1}" srcOrd="1" destOrd="0" presId="urn:microsoft.com/office/officeart/2018/5/layout/IconCircleLabelList"/>
    <dgm:cxn modelId="{EA90348E-8ADE-4031-8262-CEE8E0409C3E}" type="presParOf" srcId="{25EC32D5-BAEA-4F60-90CC-B9208D274830}" destId="{847B4721-7719-4D3B-BEE7-59C89CF33F0F}" srcOrd="2" destOrd="0" presId="urn:microsoft.com/office/officeart/2018/5/layout/IconCircleLabelList"/>
    <dgm:cxn modelId="{3D361040-ADE5-4E09-B719-D6375E5FB380}" type="presParOf" srcId="{847B4721-7719-4D3B-BEE7-59C89CF33F0F}" destId="{C644BEEF-1818-45EC-9739-3882695A04BC}" srcOrd="0" destOrd="0" presId="urn:microsoft.com/office/officeart/2018/5/layout/IconCircleLabelList"/>
    <dgm:cxn modelId="{D9F6F851-4BDE-4C3A-937E-370A0776AD3B}" type="presParOf" srcId="{847B4721-7719-4D3B-BEE7-59C89CF33F0F}" destId="{0591BD69-DB01-4535-9D93-2C4B17A1EC93}" srcOrd="1" destOrd="0" presId="urn:microsoft.com/office/officeart/2018/5/layout/IconCircleLabelList"/>
    <dgm:cxn modelId="{231A141A-9C39-463F-A43E-8253A3D02156}" type="presParOf" srcId="{847B4721-7719-4D3B-BEE7-59C89CF33F0F}" destId="{C3A2245F-07EE-47D2-9970-706F46C68D7B}" srcOrd="2" destOrd="0" presId="urn:microsoft.com/office/officeart/2018/5/layout/IconCircleLabelList"/>
    <dgm:cxn modelId="{EE6F65E2-E3B2-4ABA-AB29-226E3E601F95}" type="presParOf" srcId="{847B4721-7719-4D3B-BEE7-59C89CF33F0F}" destId="{C3FFA7F2-6B24-40EA-94CB-6740C3DF7076}" srcOrd="3" destOrd="0" presId="urn:microsoft.com/office/officeart/2018/5/layout/IconCircleLabelList"/>
    <dgm:cxn modelId="{56ABEA64-70F2-49C0-B761-A94AEE1375FE}" type="presParOf" srcId="{25EC32D5-BAEA-4F60-90CC-B9208D274830}" destId="{0D1D503A-5972-4550-8134-907FC70F8B72}" srcOrd="3" destOrd="0" presId="urn:microsoft.com/office/officeart/2018/5/layout/IconCircleLabelList"/>
    <dgm:cxn modelId="{54872676-01D6-4657-8382-C7ABD888B25F}" type="presParOf" srcId="{25EC32D5-BAEA-4F60-90CC-B9208D274830}" destId="{8F8BE44C-73A2-4BF8-A3F3-B753AB1F55BC}" srcOrd="4" destOrd="0" presId="urn:microsoft.com/office/officeart/2018/5/layout/IconCircleLabelList"/>
    <dgm:cxn modelId="{53A8CF99-BDCC-445F-B4A0-45EA87D188E4}" type="presParOf" srcId="{8F8BE44C-73A2-4BF8-A3F3-B753AB1F55BC}" destId="{A364999F-E7E4-47AC-8951-AD00990ACA0E}" srcOrd="0" destOrd="0" presId="urn:microsoft.com/office/officeart/2018/5/layout/IconCircleLabelList"/>
    <dgm:cxn modelId="{3776B320-A5B4-4FEF-A39E-8256A622A94F}" type="presParOf" srcId="{8F8BE44C-73A2-4BF8-A3F3-B753AB1F55BC}" destId="{8473D3DB-AF52-4E33-A509-F55B9C57DB35}" srcOrd="1" destOrd="0" presId="urn:microsoft.com/office/officeart/2018/5/layout/IconCircleLabelList"/>
    <dgm:cxn modelId="{A04F347A-B76D-4E7D-A454-3EF90415BE25}" type="presParOf" srcId="{8F8BE44C-73A2-4BF8-A3F3-B753AB1F55BC}" destId="{2EA48B20-04C5-46A5-BEF0-EEF26F635F96}" srcOrd="2" destOrd="0" presId="urn:microsoft.com/office/officeart/2018/5/layout/IconCircleLabelList"/>
    <dgm:cxn modelId="{FED674BB-196C-430B-A358-254681200C84}" type="presParOf" srcId="{8F8BE44C-73A2-4BF8-A3F3-B753AB1F55BC}" destId="{8EFEC70B-B065-444F-AFF0-0611851F8BD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ADC73165-6305-47AF-9833-0A59F8490A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3D8A0F2-1CF7-4531-AC06-FEB71C435113}">
      <dgm:prSet/>
      <dgm:spPr/>
      <dgm:t>
        <a:bodyPr/>
        <a:lstStyle/>
        <a:p>
          <a:r>
            <a:rPr lang="en-MY"/>
            <a:t>Scalability: Clone in minutes</a:t>
          </a:r>
          <a:endParaRPr lang="en-US"/>
        </a:p>
      </dgm:t>
    </dgm:pt>
    <dgm:pt modelId="{6F1E4E47-7226-463F-BE38-9DE8E9EEB1A3}" type="parTrans" cxnId="{78F36956-5D59-4C4E-AF28-ECDD04E39794}">
      <dgm:prSet/>
      <dgm:spPr/>
      <dgm:t>
        <a:bodyPr/>
        <a:lstStyle/>
        <a:p>
          <a:endParaRPr lang="en-US"/>
        </a:p>
      </dgm:t>
    </dgm:pt>
    <dgm:pt modelId="{468B414D-D61B-4A78-A458-2CDBD62D583B}" type="sibTrans" cxnId="{78F36956-5D59-4C4E-AF28-ECDD04E39794}">
      <dgm:prSet/>
      <dgm:spPr/>
      <dgm:t>
        <a:bodyPr/>
        <a:lstStyle/>
        <a:p>
          <a:endParaRPr lang="en-US"/>
        </a:p>
      </dgm:t>
    </dgm:pt>
    <dgm:pt modelId="{E2187154-5985-45EE-9D5A-D8CDC98F3F9B}">
      <dgm:prSet/>
      <dgm:spPr/>
      <dgm:t>
        <a:bodyPr/>
        <a:lstStyle/>
        <a:p>
          <a:r>
            <a:rPr lang="en-MY"/>
            <a:t>Load balancing: Migrate VMs based on demand</a:t>
          </a:r>
          <a:endParaRPr lang="en-US"/>
        </a:p>
      </dgm:t>
    </dgm:pt>
    <dgm:pt modelId="{943EDA2F-64CF-4ECE-AD57-444EFC639369}" type="parTrans" cxnId="{FF8DCAA7-A555-46AA-A44A-A4D1B90CAA21}">
      <dgm:prSet/>
      <dgm:spPr/>
      <dgm:t>
        <a:bodyPr/>
        <a:lstStyle/>
        <a:p>
          <a:endParaRPr lang="en-US"/>
        </a:p>
      </dgm:t>
    </dgm:pt>
    <dgm:pt modelId="{CAECBEDC-5BA8-40B3-AED5-A6400F12F19A}" type="sibTrans" cxnId="{FF8DCAA7-A555-46AA-A44A-A4D1B90CAA21}">
      <dgm:prSet/>
      <dgm:spPr/>
      <dgm:t>
        <a:bodyPr/>
        <a:lstStyle/>
        <a:p>
          <a:endParaRPr lang="en-US"/>
        </a:p>
      </dgm:t>
    </dgm:pt>
    <dgm:pt modelId="{E76E6E5A-0D2B-4AF3-A98F-0287F6FF0E6F}">
      <dgm:prSet/>
      <dgm:spPr/>
      <dgm:t>
        <a:bodyPr/>
        <a:lstStyle/>
        <a:p>
          <a:r>
            <a:rPr lang="en-MY"/>
            <a:t>Maintenance: Update without downtime</a:t>
          </a:r>
          <a:endParaRPr lang="en-US"/>
        </a:p>
      </dgm:t>
    </dgm:pt>
    <dgm:pt modelId="{A7787CAA-40C9-4AEC-A874-025EF2377139}" type="parTrans" cxnId="{D3A672A5-6F14-4B55-A0CE-2F5E6FB5CF19}">
      <dgm:prSet/>
      <dgm:spPr/>
      <dgm:t>
        <a:bodyPr/>
        <a:lstStyle/>
        <a:p>
          <a:endParaRPr lang="en-US"/>
        </a:p>
      </dgm:t>
    </dgm:pt>
    <dgm:pt modelId="{F9CEBBCD-DD0B-4F32-913F-D89EA8D4F18F}" type="sibTrans" cxnId="{D3A672A5-6F14-4B55-A0CE-2F5E6FB5CF19}">
      <dgm:prSet/>
      <dgm:spPr/>
      <dgm:t>
        <a:bodyPr/>
        <a:lstStyle/>
        <a:p>
          <a:endParaRPr lang="en-US"/>
        </a:p>
      </dgm:t>
    </dgm:pt>
    <dgm:pt modelId="{00485631-2859-48BE-B803-57258E653FFB}" type="pres">
      <dgm:prSet presAssocID="{ADC73165-6305-47AF-9833-0A59F8490A80}" presName="root" presStyleCnt="0">
        <dgm:presLayoutVars>
          <dgm:dir/>
          <dgm:resizeHandles val="exact"/>
        </dgm:presLayoutVars>
      </dgm:prSet>
      <dgm:spPr/>
    </dgm:pt>
    <dgm:pt modelId="{DD51A3DC-EE7F-4869-93B8-5597FE32B435}" type="pres">
      <dgm:prSet presAssocID="{E3D8A0F2-1CF7-4531-AC06-FEB71C435113}" presName="compNode" presStyleCnt="0"/>
      <dgm:spPr/>
    </dgm:pt>
    <dgm:pt modelId="{4FBAAF00-EA09-4DBD-8CCE-6842A3DFEB6A}" type="pres">
      <dgm:prSet presAssocID="{E3D8A0F2-1CF7-4531-AC06-FEB71C435113}" presName="bgRect" presStyleLbl="bgShp" presStyleIdx="0" presStyleCnt="3"/>
      <dgm:spPr/>
    </dgm:pt>
    <dgm:pt modelId="{60C79C08-AF24-4188-BFA3-E67C3F72C7FD}" type="pres">
      <dgm:prSet presAssocID="{E3D8A0F2-1CF7-4531-AC06-FEB71C43511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 Print"/>
        </a:ext>
      </dgm:extLst>
    </dgm:pt>
    <dgm:pt modelId="{42983398-BB84-4FAE-BDDA-FBF6FC6A824B}" type="pres">
      <dgm:prSet presAssocID="{E3D8A0F2-1CF7-4531-AC06-FEB71C435113}" presName="spaceRect" presStyleCnt="0"/>
      <dgm:spPr/>
    </dgm:pt>
    <dgm:pt modelId="{36BE78DD-1D05-4B3A-B372-4CC12867B642}" type="pres">
      <dgm:prSet presAssocID="{E3D8A0F2-1CF7-4531-AC06-FEB71C435113}" presName="parTx" presStyleLbl="revTx" presStyleIdx="0" presStyleCnt="3">
        <dgm:presLayoutVars>
          <dgm:chMax val="0"/>
          <dgm:chPref val="0"/>
        </dgm:presLayoutVars>
      </dgm:prSet>
      <dgm:spPr/>
    </dgm:pt>
    <dgm:pt modelId="{97B196B0-1C31-4CB6-AF09-6927FD04F151}" type="pres">
      <dgm:prSet presAssocID="{468B414D-D61B-4A78-A458-2CDBD62D583B}" presName="sibTrans" presStyleCnt="0"/>
      <dgm:spPr/>
    </dgm:pt>
    <dgm:pt modelId="{02ED9185-A544-40A1-87B1-2A173760095B}" type="pres">
      <dgm:prSet presAssocID="{E2187154-5985-45EE-9D5A-D8CDC98F3F9B}" presName="compNode" presStyleCnt="0"/>
      <dgm:spPr/>
    </dgm:pt>
    <dgm:pt modelId="{78E5981A-50C8-458C-80E1-CF9C58F4F1B3}" type="pres">
      <dgm:prSet presAssocID="{E2187154-5985-45EE-9D5A-D8CDC98F3F9B}" presName="bgRect" presStyleLbl="bgShp" presStyleIdx="1" presStyleCnt="3"/>
      <dgm:spPr/>
    </dgm:pt>
    <dgm:pt modelId="{DDCD1B6A-7970-4E33-81E2-40C76DAB8893}" type="pres">
      <dgm:prSet presAssocID="{E2187154-5985-45EE-9D5A-D8CDC98F3F9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F16C409B-D15F-4DA3-91C8-D9851CFE5E16}" type="pres">
      <dgm:prSet presAssocID="{E2187154-5985-45EE-9D5A-D8CDC98F3F9B}" presName="spaceRect" presStyleCnt="0"/>
      <dgm:spPr/>
    </dgm:pt>
    <dgm:pt modelId="{E1E0B511-62A1-406F-9798-CCC7591B6509}" type="pres">
      <dgm:prSet presAssocID="{E2187154-5985-45EE-9D5A-D8CDC98F3F9B}" presName="parTx" presStyleLbl="revTx" presStyleIdx="1" presStyleCnt="3">
        <dgm:presLayoutVars>
          <dgm:chMax val="0"/>
          <dgm:chPref val="0"/>
        </dgm:presLayoutVars>
      </dgm:prSet>
      <dgm:spPr/>
    </dgm:pt>
    <dgm:pt modelId="{B183859D-0905-46A8-BD18-60A8A13DE02F}" type="pres">
      <dgm:prSet presAssocID="{CAECBEDC-5BA8-40B3-AED5-A6400F12F19A}" presName="sibTrans" presStyleCnt="0"/>
      <dgm:spPr/>
    </dgm:pt>
    <dgm:pt modelId="{70B96F7E-AB38-4964-A2A7-676D664BB64E}" type="pres">
      <dgm:prSet presAssocID="{E76E6E5A-0D2B-4AF3-A98F-0287F6FF0E6F}" presName="compNode" presStyleCnt="0"/>
      <dgm:spPr/>
    </dgm:pt>
    <dgm:pt modelId="{3E70B6D4-79BA-4088-AC4D-DE0000B40C9B}" type="pres">
      <dgm:prSet presAssocID="{E76E6E5A-0D2B-4AF3-A98F-0287F6FF0E6F}" presName="bgRect" presStyleLbl="bgShp" presStyleIdx="2" presStyleCnt="3"/>
      <dgm:spPr/>
    </dgm:pt>
    <dgm:pt modelId="{42BAE596-3647-4C0D-907E-349547644655}" type="pres">
      <dgm:prSet presAssocID="{E76E6E5A-0D2B-4AF3-A98F-0287F6FF0E6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ols"/>
        </a:ext>
      </dgm:extLst>
    </dgm:pt>
    <dgm:pt modelId="{325CE84B-2A97-4324-8ADE-EC130B7610F0}" type="pres">
      <dgm:prSet presAssocID="{E76E6E5A-0D2B-4AF3-A98F-0287F6FF0E6F}" presName="spaceRect" presStyleCnt="0"/>
      <dgm:spPr/>
    </dgm:pt>
    <dgm:pt modelId="{886DC6DD-4145-479D-B852-644AF7BB10D0}" type="pres">
      <dgm:prSet presAssocID="{E76E6E5A-0D2B-4AF3-A98F-0287F6FF0E6F}" presName="parTx" presStyleLbl="revTx" presStyleIdx="2" presStyleCnt="3">
        <dgm:presLayoutVars>
          <dgm:chMax val="0"/>
          <dgm:chPref val="0"/>
        </dgm:presLayoutVars>
      </dgm:prSet>
      <dgm:spPr/>
    </dgm:pt>
  </dgm:ptLst>
  <dgm:cxnLst>
    <dgm:cxn modelId="{CE09F60D-8FD3-4EED-A3E0-F87B74F12BB4}" type="presOf" srcId="{E2187154-5985-45EE-9D5A-D8CDC98F3F9B}" destId="{E1E0B511-62A1-406F-9798-CCC7591B6509}" srcOrd="0" destOrd="0" presId="urn:microsoft.com/office/officeart/2018/2/layout/IconVerticalSolidList"/>
    <dgm:cxn modelId="{4776EE1E-E5D2-425D-A48E-D42E5EE96D41}" type="presOf" srcId="{E76E6E5A-0D2B-4AF3-A98F-0287F6FF0E6F}" destId="{886DC6DD-4145-479D-B852-644AF7BB10D0}" srcOrd="0" destOrd="0" presId="urn:microsoft.com/office/officeart/2018/2/layout/IconVerticalSolidList"/>
    <dgm:cxn modelId="{78F36956-5D59-4C4E-AF28-ECDD04E39794}" srcId="{ADC73165-6305-47AF-9833-0A59F8490A80}" destId="{E3D8A0F2-1CF7-4531-AC06-FEB71C435113}" srcOrd="0" destOrd="0" parTransId="{6F1E4E47-7226-463F-BE38-9DE8E9EEB1A3}" sibTransId="{468B414D-D61B-4A78-A458-2CDBD62D583B}"/>
    <dgm:cxn modelId="{C0578F76-8F4E-49DB-98CE-865C586F21E8}" type="presOf" srcId="{E3D8A0F2-1CF7-4531-AC06-FEB71C435113}" destId="{36BE78DD-1D05-4B3A-B372-4CC12867B642}" srcOrd="0" destOrd="0" presId="urn:microsoft.com/office/officeart/2018/2/layout/IconVerticalSolidList"/>
    <dgm:cxn modelId="{25F2489D-9427-41E0-BFB8-7B9A17DA4F77}" type="presOf" srcId="{ADC73165-6305-47AF-9833-0A59F8490A80}" destId="{00485631-2859-48BE-B803-57258E653FFB}" srcOrd="0" destOrd="0" presId="urn:microsoft.com/office/officeart/2018/2/layout/IconVerticalSolidList"/>
    <dgm:cxn modelId="{D3A672A5-6F14-4B55-A0CE-2F5E6FB5CF19}" srcId="{ADC73165-6305-47AF-9833-0A59F8490A80}" destId="{E76E6E5A-0D2B-4AF3-A98F-0287F6FF0E6F}" srcOrd="2" destOrd="0" parTransId="{A7787CAA-40C9-4AEC-A874-025EF2377139}" sibTransId="{F9CEBBCD-DD0B-4F32-913F-D89EA8D4F18F}"/>
    <dgm:cxn modelId="{FF8DCAA7-A555-46AA-A44A-A4D1B90CAA21}" srcId="{ADC73165-6305-47AF-9833-0A59F8490A80}" destId="{E2187154-5985-45EE-9D5A-D8CDC98F3F9B}" srcOrd="1" destOrd="0" parTransId="{943EDA2F-64CF-4ECE-AD57-444EFC639369}" sibTransId="{CAECBEDC-5BA8-40B3-AED5-A6400F12F19A}"/>
    <dgm:cxn modelId="{7162F63A-B2D3-4563-A608-8A1B056AF1C3}" type="presParOf" srcId="{00485631-2859-48BE-B803-57258E653FFB}" destId="{DD51A3DC-EE7F-4869-93B8-5597FE32B435}" srcOrd="0" destOrd="0" presId="urn:microsoft.com/office/officeart/2018/2/layout/IconVerticalSolidList"/>
    <dgm:cxn modelId="{E355FAFF-EB4B-4F93-B121-C7ED51A50470}" type="presParOf" srcId="{DD51A3DC-EE7F-4869-93B8-5597FE32B435}" destId="{4FBAAF00-EA09-4DBD-8CCE-6842A3DFEB6A}" srcOrd="0" destOrd="0" presId="urn:microsoft.com/office/officeart/2018/2/layout/IconVerticalSolidList"/>
    <dgm:cxn modelId="{F986F443-D679-4FC7-BCEB-501A0777E327}" type="presParOf" srcId="{DD51A3DC-EE7F-4869-93B8-5597FE32B435}" destId="{60C79C08-AF24-4188-BFA3-E67C3F72C7FD}" srcOrd="1" destOrd="0" presId="urn:microsoft.com/office/officeart/2018/2/layout/IconVerticalSolidList"/>
    <dgm:cxn modelId="{9EC58C5E-8D57-4196-9137-7C8CC0AB57BF}" type="presParOf" srcId="{DD51A3DC-EE7F-4869-93B8-5597FE32B435}" destId="{42983398-BB84-4FAE-BDDA-FBF6FC6A824B}" srcOrd="2" destOrd="0" presId="urn:microsoft.com/office/officeart/2018/2/layout/IconVerticalSolidList"/>
    <dgm:cxn modelId="{DF191C6B-F5BF-4B2A-BFD9-369B904DBF29}" type="presParOf" srcId="{DD51A3DC-EE7F-4869-93B8-5597FE32B435}" destId="{36BE78DD-1D05-4B3A-B372-4CC12867B642}" srcOrd="3" destOrd="0" presId="urn:microsoft.com/office/officeart/2018/2/layout/IconVerticalSolidList"/>
    <dgm:cxn modelId="{85E35127-B498-4162-888D-8C7C6DACE1C9}" type="presParOf" srcId="{00485631-2859-48BE-B803-57258E653FFB}" destId="{97B196B0-1C31-4CB6-AF09-6927FD04F151}" srcOrd="1" destOrd="0" presId="urn:microsoft.com/office/officeart/2018/2/layout/IconVerticalSolidList"/>
    <dgm:cxn modelId="{8A28E148-F510-410C-8F4F-D3797B1FBB84}" type="presParOf" srcId="{00485631-2859-48BE-B803-57258E653FFB}" destId="{02ED9185-A544-40A1-87B1-2A173760095B}" srcOrd="2" destOrd="0" presId="urn:microsoft.com/office/officeart/2018/2/layout/IconVerticalSolidList"/>
    <dgm:cxn modelId="{CFCE4137-CC84-47D0-BFB1-7FEA3742D002}" type="presParOf" srcId="{02ED9185-A544-40A1-87B1-2A173760095B}" destId="{78E5981A-50C8-458C-80E1-CF9C58F4F1B3}" srcOrd="0" destOrd="0" presId="urn:microsoft.com/office/officeart/2018/2/layout/IconVerticalSolidList"/>
    <dgm:cxn modelId="{8E563372-3BB3-47CC-B972-810611000657}" type="presParOf" srcId="{02ED9185-A544-40A1-87B1-2A173760095B}" destId="{DDCD1B6A-7970-4E33-81E2-40C76DAB8893}" srcOrd="1" destOrd="0" presId="urn:microsoft.com/office/officeart/2018/2/layout/IconVerticalSolidList"/>
    <dgm:cxn modelId="{08350A2F-C46E-4677-B917-1BEAA34AD603}" type="presParOf" srcId="{02ED9185-A544-40A1-87B1-2A173760095B}" destId="{F16C409B-D15F-4DA3-91C8-D9851CFE5E16}" srcOrd="2" destOrd="0" presId="urn:microsoft.com/office/officeart/2018/2/layout/IconVerticalSolidList"/>
    <dgm:cxn modelId="{D567A9F6-84E5-4274-8A82-A39AD8EDCCD1}" type="presParOf" srcId="{02ED9185-A544-40A1-87B1-2A173760095B}" destId="{E1E0B511-62A1-406F-9798-CCC7591B6509}" srcOrd="3" destOrd="0" presId="urn:microsoft.com/office/officeart/2018/2/layout/IconVerticalSolidList"/>
    <dgm:cxn modelId="{796CB473-816F-4B9F-B0EB-937D958B0C54}" type="presParOf" srcId="{00485631-2859-48BE-B803-57258E653FFB}" destId="{B183859D-0905-46A8-BD18-60A8A13DE02F}" srcOrd="3" destOrd="0" presId="urn:microsoft.com/office/officeart/2018/2/layout/IconVerticalSolidList"/>
    <dgm:cxn modelId="{98458EB0-9136-452A-80C6-50ED60075D4A}" type="presParOf" srcId="{00485631-2859-48BE-B803-57258E653FFB}" destId="{70B96F7E-AB38-4964-A2A7-676D664BB64E}" srcOrd="4" destOrd="0" presId="urn:microsoft.com/office/officeart/2018/2/layout/IconVerticalSolidList"/>
    <dgm:cxn modelId="{134C8CEF-2310-47B3-B0D5-A2BA29EAB744}" type="presParOf" srcId="{70B96F7E-AB38-4964-A2A7-676D664BB64E}" destId="{3E70B6D4-79BA-4088-AC4D-DE0000B40C9B}" srcOrd="0" destOrd="0" presId="urn:microsoft.com/office/officeart/2018/2/layout/IconVerticalSolidList"/>
    <dgm:cxn modelId="{1F77A037-FC55-4D42-B4DB-EDA525C30104}" type="presParOf" srcId="{70B96F7E-AB38-4964-A2A7-676D664BB64E}" destId="{42BAE596-3647-4C0D-907E-349547644655}" srcOrd="1" destOrd="0" presId="urn:microsoft.com/office/officeart/2018/2/layout/IconVerticalSolidList"/>
    <dgm:cxn modelId="{9CB6C415-0C53-4EC2-A7B6-2DC5C834D0D7}" type="presParOf" srcId="{70B96F7E-AB38-4964-A2A7-676D664BB64E}" destId="{325CE84B-2A97-4324-8ADE-EC130B7610F0}" srcOrd="2" destOrd="0" presId="urn:microsoft.com/office/officeart/2018/2/layout/IconVerticalSolidList"/>
    <dgm:cxn modelId="{40F5B525-D3DB-406D-AA93-10C671AD6064}" type="presParOf" srcId="{70B96F7E-AB38-4964-A2A7-676D664BB64E}" destId="{886DC6DD-4145-479D-B852-644AF7BB10D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89A1067-DC6E-4452-A68F-042AFAACA8B8}"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840D9DFC-AB5F-4FBA-A3EE-A2C88507F7E3}">
      <dgm:prSet/>
      <dgm:spPr/>
      <dgm:t>
        <a:bodyPr/>
        <a:lstStyle/>
        <a:p>
          <a:r>
            <a:rPr lang="en-MY"/>
            <a:t>Automated scaling</a:t>
          </a:r>
          <a:endParaRPr lang="en-US"/>
        </a:p>
      </dgm:t>
    </dgm:pt>
    <dgm:pt modelId="{6C6E9018-2E69-4261-BBF2-189E5CF8E361}" type="parTrans" cxnId="{AA467CE6-24A4-499B-94BD-4FF9A63CF145}">
      <dgm:prSet/>
      <dgm:spPr/>
      <dgm:t>
        <a:bodyPr/>
        <a:lstStyle/>
        <a:p>
          <a:endParaRPr lang="en-US"/>
        </a:p>
      </dgm:t>
    </dgm:pt>
    <dgm:pt modelId="{CE774CEC-037C-43F6-B102-DA375BE799E5}" type="sibTrans" cxnId="{AA467CE6-24A4-499B-94BD-4FF9A63CF145}">
      <dgm:prSet/>
      <dgm:spPr/>
      <dgm:t>
        <a:bodyPr/>
        <a:lstStyle/>
        <a:p>
          <a:endParaRPr lang="en-US"/>
        </a:p>
      </dgm:t>
    </dgm:pt>
    <dgm:pt modelId="{F73A6461-53B2-4240-AA21-C94C3F8F4BD4}">
      <dgm:prSet/>
      <dgm:spPr/>
      <dgm:t>
        <a:bodyPr/>
        <a:lstStyle/>
        <a:p>
          <a:r>
            <a:rPr lang="en-MY"/>
            <a:t>Multi-cloud strategy</a:t>
          </a:r>
          <a:endParaRPr lang="en-US"/>
        </a:p>
      </dgm:t>
    </dgm:pt>
    <dgm:pt modelId="{BFC1E26D-5CE3-4CAB-A0CA-D80AAB5738FD}" type="parTrans" cxnId="{CD90C0A7-7AC3-4924-B971-2E117453820D}">
      <dgm:prSet/>
      <dgm:spPr/>
      <dgm:t>
        <a:bodyPr/>
        <a:lstStyle/>
        <a:p>
          <a:endParaRPr lang="en-US"/>
        </a:p>
      </dgm:t>
    </dgm:pt>
    <dgm:pt modelId="{BF208A4D-E0D8-4CA5-AAE0-455F7FEEBE4A}" type="sibTrans" cxnId="{CD90C0A7-7AC3-4924-B971-2E117453820D}">
      <dgm:prSet/>
      <dgm:spPr/>
      <dgm:t>
        <a:bodyPr/>
        <a:lstStyle/>
        <a:p>
          <a:endParaRPr lang="en-US"/>
        </a:p>
      </dgm:t>
    </dgm:pt>
    <dgm:pt modelId="{8762C385-C484-4ACB-AB66-BF2A0E7361F1}">
      <dgm:prSet/>
      <dgm:spPr/>
      <dgm:t>
        <a:bodyPr/>
        <a:lstStyle/>
        <a:p>
          <a:r>
            <a:rPr lang="en-MY"/>
            <a:t>AI-based resource optimization</a:t>
          </a:r>
          <a:endParaRPr lang="en-US"/>
        </a:p>
      </dgm:t>
    </dgm:pt>
    <dgm:pt modelId="{E55B29BE-40DD-463A-A983-D77336CF220E}" type="parTrans" cxnId="{EB045417-9CE1-4D00-8F23-570967A948B7}">
      <dgm:prSet/>
      <dgm:spPr/>
      <dgm:t>
        <a:bodyPr/>
        <a:lstStyle/>
        <a:p>
          <a:endParaRPr lang="en-US"/>
        </a:p>
      </dgm:t>
    </dgm:pt>
    <dgm:pt modelId="{D46D523A-04E2-4A93-9D48-4705DCCDB59D}" type="sibTrans" cxnId="{EB045417-9CE1-4D00-8F23-570967A948B7}">
      <dgm:prSet/>
      <dgm:spPr/>
      <dgm:t>
        <a:bodyPr/>
        <a:lstStyle/>
        <a:p>
          <a:endParaRPr lang="en-US"/>
        </a:p>
      </dgm:t>
    </dgm:pt>
    <dgm:pt modelId="{43950777-9F69-4F89-9C4C-765494893AD2}">
      <dgm:prSet/>
      <dgm:spPr/>
      <dgm:t>
        <a:bodyPr/>
        <a:lstStyle/>
        <a:p>
          <a:r>
            <a:rPr lang="en-MY"/>
            <a:t>Integration with DevOps (CI/CD)</a:t>
          </a:r>
          <a:endParaRPr lang="en-US"/>
        </a:p>
      </dgm:t>
    </dgm:pt>
    <dgm:pt modelId="{F829409E-3E42-4892-BDD8-440B5433697B}" type="parTrans" cxnId="{BD7CE0B3-A63A-4F0E-BFDE-333080F4697C}">
      <dgm:prSet/>
      <dgm:spPr/>
      <dgm:t>
        <a:bodyPr/>
        <a:lstStyle/>
        <a:p>
          <a:endParaRPr lang="en-US"/>
        </a:p>
      </dgm:t>
    </dgm:pt>
    <dgm:pt modelId="{A1E34778-7296-4301-AD3C-CD57FAFED574}" type="sibTrans" cxnId="{BD7CE0B3-A63A-4F0E-BFDE-333080F4697C}">
      <dgm:prSet/>
      <dgm:spPr/>
      <dgm:t>
        <a:bodyPr/>
        <a:lstStyle/>
        <a:p>
          <a:endParaRPr lang="en-US"/>
        </a:p>
      </dgm:t>
    </dgm:pt>
    <dgm:pt modelId="{82A144D1-BDA5-4B9A-A6EA-F0095D40DFD5}" type="pres">
      <dgm:prSet presAssocID="{389A1067-DC6E-4452-A68F-042AFAACA8B8}" presName="root" presStyleCnt="0">
        <dgm:presLayoutVars>
          <dgm:dir/>
          <dgm:resizeHandles val="exact"/>
        </dgm:presLayoutVars>
      </dgm:prSet>
      <dgm:spPr/>
    </dgm:pt>
    <dgm:pt modelId="{9C48F880-C135-42D2-A82A-6CE788E1EA82}" type="pres">
      <dgm:prSet presAssocID="{840D9DFC-AB5F-4FBA-A3EE-A2C88507F7E3}" presName="compNode" presStyleCnt="0"/>
      <dgm:spPr/>
    </dgm:pt>
    <dgm:pt modelId="{B86C5426-7EAD-4D8C-8530-3B9BB49B10B5}" type="pres">
      <dgm:prSet presAssocID="{840D9DFC-AB5F-4FBA-A3EE-A2C88507F7E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5A7DE5E2-568D-4220-89EF-FFB835DEEC83}" type="pres">
      <dgm:prSet presAssocID="{840D9DFC-AB5F-4FBA-A3EE-A2C88507F7E3}" presName="spaceRect" presStyleCnt="0"/>
      <dgm:spPr/>
    </dgm:pt>
    <dgm:pt modelId="{D18860EA-82D3-4A95-A7CF-325AB706CC2F}" type="pres">
      <dgm:prSet presAssocID="{840D9DFC-AB5F-4FBA-A3EE-A2C88507F7E3}" presName="textRect" presStyleLbl="revTx" presStyleIdx="0" presStyleCnt="4">
        <dgm:presLayoutVars>
          <dgm:chMax val="1"/>
          <dgm:chPref val="1"/>
        </dgm:presLayoutVars>
      </dgm:prSet>
      <dgm:spPr/>
    </dgm:pt>
    <dgm:pt modelId="{EC8F6087-9056-4175-B61A-64048567A8B6}" type="pres">
      <dgm:prSet presAssocID="{CE774CEC-037C-43F6-B102-DA375BE799E5}" presName="sibTrans" presStyleCnt="0"/>
      <dgm:spPr/>
    </dgm:pt>
    <dgm:pt modelId="{DD5A682C-D629-4700-98F8-AD74E200F6C3}" type="pres">
      <dgm:prSet presAssocID="{F73A6461-53B2-4240-AA21-C94C3F8F4BD4}" presName="compNode" presStyleCnt="0"/>
      <dgm:spPr/>
    </dgm:pt>
    <dgm:pt modelId="{88D2FAB6-1278-4D99-A620-9CE59255F635}" type="pres">
      <dgm:prSet presAssocID="{F73A6461-53B2-4240-AA21-C94C3F8F4BD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3B153AE4-7011-495F-8FE9-2C6D2DC63958}" type="pres">
      <dgm:prSet presAssocID="{F73A6461-53B2-4240-AA21-C94C3F8F4BD4}" presName="spaceRect" presStyleCnt="0"/>
      <dgm:spPr/>
    </dgm:pt>
    <dgm:pt modelId="{3FC46B38-F858-4009-AEBC-DE95D6C30FBB}" type="pres">
      <dgm:prSet presAssocID="{F73A6461-53B2-4240-AA21-C94C3F8F4BD4}" presName="textRect" presStyleLbl="revTx" presStyleIdx="1" presStyleCnt="4">
        <dgm:presLayoutVars>
          <dgm:chMax val="1"/>
          <dgm:chPref val="1"/>
        </dgm:presLayoutVars>
      </dgm:prSet>
      <dgm:spPr/>
    </dgm:pt>
    <dgm:pt modelId="{540E49E8-00A0-4AA6-924D-6A9709D55AF0}" type="pres">
      <dgm:prSet presAssocID="{BF208A4D-E0D8-4CA5-AAE0-455F7FEEBE4A}" presName="sibTrans" presStyleCnt="0"/>
      <dgm:spPr/>
    </dgm:pt>
    <dgm:pt modelId="{6D6A71A4-1491-4119-902E-57448FD40FD9}" type="pres">
      <dgm:prSet presAssocID="{8762C385-C484-4ACB-AB66-BF2A0E7361F1}" presName="compNode" presStyleCnt="0"/>
      <dgm:spPr/>
    </dgm:pt>
    <dgm:pt modelId="{DFE7B4F3-220B-4958-B589-A5EBC9D14257}" type="pres">
      <dgm:prSet presAssocID="{8762C385-C484-4ACB-AB66-BF2A0E7361F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C97D8448-E7F8-4CF0-B964-257D8CF61AA5}" type="pres">
      <dgm:prSet presAssocID="{8762C385-C484-4ACB-AB66-BF2A0E7361F1}" presName="spaceRect" presStyleCnt="0"/>
      <dgm:spPr/>
    </dgm:pt>
    <dgm:pt modelId="{15F48B18-81A6-461B-9711-94D7A29ADD3E}" type="pres">
      <dgm:prSet presAssocID="{8762C385-C484-4ACB-AB66-BF2A0E7361F1}" presName="textRect" presStyleLbl="revTx" presStyleIdx="2" presStyleCnt="4">
        <dgm:presLayoutVars>
          <dgm:chMax val="1"/>
          <dgm:chPref val="1"/>
        </dgm:presLayoutVars>
      </dgm:prSet>
      <dgm:spPr/>
    </dgm:pt>
    <dgm:pt modelId="{F9B73115-75C6-408B-87F6-D1E0FB2BD39B}" type="pres">
      <dgm:prSet presAssocID="{D46D523A-04E2-4A93-9D48-4705DCCDB59D}" presName="sibTrans" presStyleCnt="0"/>
      <dgm:spPr/>
    </dgm:pt>
    <dgm:pt modelId="{67DEE285-FFFB-4559-8E44-CF39494503B7}" type="pres">
      <dgm:prSet presAssocID="{43950777-9F69-4F89-9C4C-765494893AD2}" presName="compNode" presStyleCnt="0"/>
      <dgm:spPr/>
    </dgm:pt>
    <dgm:pt modelId="{1B3ABB43-680D-4E4C-86EA-1136203DA38E}" type="pres">
      <dgm:prSet presAssocID="{43950777-9F69-4F89-9C4C-765494893AD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86A1816C-0B3F-4ACB-BFDD-9A8989481425}" type="pres">
      <dgm:prSet presAssocID="{43950777-9F69-4F89-9C4C-765494893AD2}" presName="spaceRect" presStyleCnt="0"/>
      <dgm:spPr/>
    </dgm:pt>
    <dgm:pt modelId="{1F05305C-0F50-4F66-845C-AAEBA3FAC024}" type="pres">
      <dgm:prSet presAssocID="{43950777-9F69-4F89-9C4C-765494893AD2}" presName="textRect" presStyleLbl="revTx" presStyleIdx="3" presStyleCnt="4">
        <dgm:presLayoutVars>
          <dgm:chMax val="1"/>
          <dgm:chPref val="1"/>
        </dgm:presLayoutVars>
      </dgm:prSet>
      <dgm:spPr/>
    </dgm:pt>
  </dgm:ptLst>
  <dgm:cxnLst>
    <dgm:cxn modelId="{EB045417-9CE1-4D00-8F23-570967A948B7}" srcId="{389A1067-DC6E-4452-A68F-042AFAACA8B8}" destId="{8762C385-C484-4ACB-AB66-BF2A0E7361F1}" srcOrd="2" destOrd="0" parTransId="{E55B29BE-40DD-463A-A983-D77336CF220E}" sibTransId="{D46D523A-04E2-4A93-9D48-4705DCCDB59D}"/>
    <dgm:cxn modelId="{BF71395F-8D47-42FC-B07F-F8932D362512}" type="presOf" srcId="{840D9DFC-AB5F-4FBA-A3EE-A2C88507F7E3}" destId="{D18860EA-82D3-4A95-A7CF-325AB706CC2F}" srcOrd="0" destOrd="0" presId="urn:microsoft.com/office/officeart/2018/2/layout/IconLabelList"/>
    <dgm:cxn modelId="{C384DC7F-DA61-4C01-B8FD-D9A9D50227B0}" type="presOf" srcId="{389A1067-DC6E-4452-A68F-042AFAACA8B8}" destId="{82A144D1-BDA5-4B9A-A6EA-F0095D40DFD5}" srcOrd="0" destOrd="0" presId="urn:microsoft.com/office/officeart/2018/2/layout/IconLabelList"/>
    <dgm:cxn modelId="{CD90C0A7-7AC3-4924-B971-2E117453820D}" srcId="{389A1067-DC6E-4452-A68F-042AFAACA8B8}" destId="{F73A6461-53B2-4240-AA21-C94C3F8F4BD4}" srcOrd="1" destOrd="0" parTransId="{BFC1E26D-5CE3-4CAB-A0CA-D80AAB5738FD}" sibTransId="{BF208A4D-E0D8-4CA5-AAE0-455F7FEEBE4A}"/>
    <dgm:cxn modelId="{BD7CE0B3-A63A-4F0E-BFDE-333080F4697C}" srcId="{389A1067-DC6E-4452-A68F-042AFAACA8B8}" destId="{43950777-9F69-4F89-9C4C-765494893AD2}" srcOrd="3" destOrd="0" parTransId="{F829409E-3E42-4892-BDD8-440B5433697B}" sibTransId="{A1E34778-7296-4301-AD3C-CD57FAFED574}"/>
    <dgm:cxn modelId="{9D79DEB6-2C64-4A15-92E9-25A22DE4CBBE}" type="presOf" srcId="{8762C385-C484-4ACB-AB66-BF2A0E7361F1}" destId="{15F48B18-81A6-461B-9711-94D7A29ADD3E}" srcOrd="0" destOrd="0" presId="urn:microsoft.com/office/officeart/2018/2/layout/IconLabelList"/>
    <dgm:cxn modelId="{D3F087D3-A408-4780-B465-7F94C1352FC4}" type="presOf" srcId="{43950777-9F69-4F89-9C4C-765494893AD2}" destId="{1F05305C-0F50-4F66-845C-AAEBA3FAC024}" srcOrd="0" destOrd="0" presId="urn:microsoft.com/office/officeart/2018/2/layout/IconLabelList"/>
    <dgm:cxn modelId="{AA467CE6-24A4-499B-94BD-4FF9A63CF145}" srcId="{389A1067-DC6E-4452-A68F-042AFAACA8B8}" destId="{840D9DFC-AB5F-4FBA-A3EE-A2C88507F7E3}" srcOrd="0" destOrd="0" parTransId="{6C6E9018-2E69-4261-BBF2-189E5CF8E361}" sibTransId="{CE774CEC-037C-43F6-B102-DA375BE799E5}"/>
    <dgm:cxn modelId="{CECC66E9-FABD-411C-8CF8-8422747844FD}" type="presOf" srcId="{F73A6461-53B2-4240-AA21-C94C3F8F4BD4}" destId="{3FC46B38-F858-4009-AEBC-DE95D6C30FBB}" srcOrd="0" destOrd="0" presId="urn:microsoft.com/office/officeart/2018/2/layout/IconLabelList"/>
    <dgm:cxn modelId="{6AF28111-7FA8-4082-B1E8-AC293CE993AC}" type="presParOf" srcId="{82A144D1-BDA5-4B9A-A6EA-F0095D40DFD5}" destId="{9C48F880-C135-42D2-A82A-6CE788E1EA82}" srcOrd="0" destOrd="0" presId="urn:microsoft.com/office/officeart/2018/2/layout/IconLabelList"/>
    <dgm:cxn modelId="{D7A864AD-D623-450A-9EB6-FE318E081A2F}" type="presParOf" srcId="{9C48F880-C135-42D2-A82A-6CE788E1EA82}" destId="{B86C5426-7EAD-4D8C-8530-3B9BB49B10B5}" srcOrd="0" destOrd="0" presId="urn:microsoft.com/office/officeart/2018/2/layout/IconLabelList"/>
    <dgm:cxn modelId="{FAE16A61-B513-4118-9D2A-D7D2066E6E8A}" type="presParOf" srcId="{9C48F880-C135-42D2-A82A-6CE788E1EA82}" destId="{5A7DE5E2-568D-4220-89EF-FFB835DEEC83}" srcOrd="1" destOrd="0" presId="urn:microsoft.com/office/officeart/2018/2/layout/IconLabelList"/>
    <dgm:cxn modelId="{DFF152CA-7ECB-404C-AB5C-25C26510B282}" type="presParOf" srcId="{9C48F880-C135-42D2-A82A-6CE788E1EA82}" destId="{D18860EA-82D3-4A95-A7CF-325AB706CC2F}" srcOrd="2" destOrd="0" presId="urn:microsoft.com/office/officeart/2018/2/layout/IconLabelList"/>
    <dgm:cxn modelId="{4EB789AE-AC2E-491B-AB74-A81095153970}" type="presParOf" srcId="{82A144D1-BDA5-4B9A-A6EA-F0095D40DFD5}" destId="{EC8F6087-9056-4175-B61A-64048567A8B6}" srcOrd="1" destOrd="0" presId="urn:microsoft.com/office/officeart/2018/2/layout/IconLabelList"/>
    <dgm:cxn modelId="{B66F12B1-20FF-4D1B-B6BF-17B86222C807}" type="presParOf" srcId="{82A144D1-BDA5-4B9A-A6EA-F0095D40DFD5}" destId="{DD5A682C-D629-4700-98F8-AD74E200F6C3}" srcOrd="2" destOrd="0" presId="urn:microsoft.com/office/officeart/2018/2/layout/IconLabelList"/>
    <dgm:cxn modelId="{451647B6-7E49-4E60-A7AB-B788658E22ED}" type="presParOf" srcId="{DD5A682C-D629-4700-98F8-AD74E200F6C3}" destId="{88D2FAB6-1278-4D99-A620-9CE59255F635}" srcOrd="0" destOrd="0" presId="urn:microsoft.com/office/officeart/2018/2/layout/IconLabelList"/>
    <dgm:cxn modelId="{82F7CFB7-A952-483B-8571-2E1037333089}" type="presParOf" srcId="{DD5A682C-D629-4700-98F8-AD74E200F6C3}" destId="{3B153AE4-7011-495F-8FE9-2C6D2DC63958}" srcOrd="1" destOrd="0" presId="urn:microsoft.com/office/officeart/2018/2/layout/IconLabelList"/>
    <dgm:cxn modelId="{3FD7D552-1133-4EEF-9971-8EF6AD017DDB}" type="presParOf" srcId="{DD5A682C-D629-4700-98F8-AD74E200F6C3}" destId="{3FC46B38-F858-4009-AEBC-DE95D6C30FBB}" srcOrd="2" destOrd="0" presId="urn:microsoft.com/office/officeart/2018/2/layout/IconLabelList"/>
    <dgm:cxn modelId="{1576649A-ED48-4CD7-85C2-41C2FE72EAE6}" type="presParOf" srcId="{82A144D1-BDA5-4B9A-A6EA-F0095D40DFD5}" destId="{540E49E8-00A0-4AA6-924D-6A9709D55AF0}" srcOrd="3" destOrd="0" presId="urn:microsoft.com/office/officeart/2018/2/layout/IconLabelList"/>
    <dgm:cxn modelId="{C19B5F8E-6E1F-483C-B247-BB16BF8F181B}" type="presParOf" srcId="{82A144D1-BDA5-4B9A-A6EA-F0095D40DFD5}" destId="{6D6A71A4-1491-4119-902E-57448FD40FD9}" srcOrd="4" destOrd="0" presId="urn:microsoft.com/office/officeart/2018/2/layout/IconLabelList"/>
    <dgm:cxn modelId="{B77A60CA-3A8B-438B-BB1B-8EB3F6F243EA}" type="presParOf" srcId="{6D6A71A4-1491-4119-902E-57448FD40FD9}" destId="{DFE7B4F3-220B-4958-B589-A5EBC9D14257}" srcOrd="0" destOrd="0" presId="urn:microsoft.com/office/officeart/2018/2/layout/IconLabelList"/>
    <dgm:cxn modelId="{1D45CDE9-3E6E-43A6-B626-D4BCC0522AC1}" type="presParOf" srcId="{6D6A71A4-1491-4119-902E-57448FD40FD9}" destId="{C97D8448-E7F8-4CF0-B964-257D8CF61AA5}" srcOrd="1" destOrd="0" presId="urn:microsoft.com/office/officeart/2018/2/layout/IconLabelList"/>
    <dgm:cxn modelId="{AA5516ED-B11D-434E-8F61-915F41A19D97}" type="presParOf" srcId="{6D6A71A4-1491-4119-902E-57448FD40FD9}" destId="{15F48B18-81A6-461B-9711-94D7A29ADD3E}" srcOrd="2" destOrd="0" presId="urn:microsoft.com/office/officeart/2018/2/layout/IconLabelList"/>
    <dgm:cxn modelId="{D517B273-50A4-401D-8C13-E0F9F13EFB99}" type="presParOf" srcId="{82A144D1-BDA5-4B9A-A6EA-F0095D40DFD5}" destId="{F9B73115-75C6-408B-87F6-D1E0FB2BD39B}" srcOrd="5" destOrd="0" presId="urn:microsoft.com/office/officeart/2018/2/layout/IconLabelList"/>
    <dgm:cxn modelId="{A7D19F22-605A-4871-AA81-FF769E10F349}" type="presParOf" srcId="{82A144D1-BDA5-4B9A-A6EA-F0095D40DFD5}" destId="{67DEE285-FFFB-4559-8E44-CF39494503B7}" srcOrd="6" destOrd="0" presId="urn:microsoft.com/office/officeart/2018/2/layout/IconLabelList"/>
    <dgm:cxn modelId="{C92627E0-021C-42A7-9C7B-35CD99AB5BEB}" type="presParOf" srcId="{67DEE285-FFFB-4559-8E44-CF39494503B7}" destId="{1B3ABB43-680D-4E4C-86EA-1136203DA38E}" srcOrd="0" destOrd="0" presId="urn:microsoft.com/office/officeart/2018/2/layout/IconLabelList"/>
    <dgm:cxn modelId="{A8D8FD4E-6BFE-4E8F-A91D-B1135D167304}" type="presParOf" srcId="{67DEE285-FFFB-4559-8E44-CF39494503B7}" destId="{86A1816C-0B3F-4ACB-BFDD-9A8989481425}" srcOrd="1" destOrd="0" presId="urn:microsoft.com/office/officeart/2018/2/layout/IconLabelList"/>
    <dgm:cxn modelId="{732FBD10-8198-4698-A64D-7C2E6BA4592E}" type="presParOf" srcId="{67DEE285-FFFB-4559-8E44-CF39494503B7}" destId="{1F05305C-0F50-4F66-845C-AAEBA3FAC02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FC59E4A7-5FC7-45E0-80B0-4004301E67A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6840E2A-2D0E-43F8-A8D2-331448366F39}">
      <dgm:prSet/>
      <dgm:spPr/>
      <dgm:t>
        <a:bodyPr/>
        <a:lstStyle/>
        <a:p>
          <a:r>
            <a:rPr lang="en-MY"/>
            <a:t>Hypervisor attacks</a:t>
          </a:r>
          <a:endParaRPr lang="en-US"/>
        </a:p>
      </dgm:t>
    </dgm:pt>
    <dgm:pt modelId="{E610B46D-2EEC-41CD-906A-F76B1B21A6DB}" type="parTrans" cxnId="{7076A350-D097-4F77-AA80-46EDDD35EFB9}">
      <dgm:prSet/>
      <dgm:spPr/>
      <dgm:t>
        <a:bodyPr/>
        <a:lstStyle/>
        <a:p>
          <a:endParaRPr lang="en-US"/>
        </a:p>
      </dgm:t>
    </dgm:pt>
    <dgm:pt modelId="{A443F766-3A66-4809-9FF6-B00A94D43BF7}" type="sibTrans" cxnId="{7076A350-D097-4F77-AA80-46EDDD35EFB9}">
      <dgm:prSet/>
      <dgm:spPr/>
      <dgm:t>
        <a:bodyPr/>
        <a:lstStyle/>
        <a:p>
          <a:endParaRPr lang="en-US"/>
        </a:p>
      </dgm:t>
    </dgm:pt>
    <dgm:pt modelId="{BE685B39-83F9-4C62-944E-68FEA72AF193}">
      <dgm:prSet/>
      <dgm:spPr/>
      <dgm:t>
        <a:bodyPr/>
        <a:lstStyle/>
        <a:p>
          <a:r>
            <a:rPr lang="en-MY"/>
            <a:t>VM escape</a:t>
          </a:r>
          <a:endParaRPr lang="en-US"/>
        </a:p>
      </dgm:t>
    </dgm:pt>
    <dgm:pt modelId="{FACCF958-0B7F-4716-AD34-6F08478D64D5}" type="parTrans" cxnId="{B7729D58-582D-45E1-9B96-EE7DF7EFBD60}">
      <dgm:prSet/>
      <dgm:spPr/>
      <dgm:t>
        <a:bodyPr/>
        <a:lstStyle/>
        <a:p>
          <a:endParaRPr lang="en-US"/>
        </a:p>
      </dgm:t>
    </dgm:pt>
    <dgm:pt modelId="{6C35D3F8-BA3B-4F17-ADFE-F5CA8FAD0F12}" type="sibTrans" cxnId="{B7729D58-582D-45E1-9B96-EE7DF7EFBD60}">
      <dgm:prSet/>
      <dgm:spPr/>
      <dgm:t>
        <a:bodyPr/>
        <a:lstStyle/>
        <a:p>
          <a:endParaRPr lang="en-US"/>
        </a:p>
      </dgm:t>
    </dgm:pt>
    <dgm:pt modelId="{17DF47E7-A857-4E2B-962F-738615819893}">
      <dgm:prSet/>
      <dgm:spPr/>
      <dgm:t>
        <a:bodyPr/>
        <a:lstStyle/>
        <a:p>
          <a:r>
            <a:rPr lang="en-MY"/>
            <a:t>Insecure APIs</a:t>
          </a:r>
          <a:endParaRPr lang="en-US"/>
        </a:p>
      </dgm:t>
    </dgm:pt>
    <dgm:pt modelId="{6DF2AFB7-0267-4C06-86D3-FD8C397E4478}" type="parTrans" cxnId="{05E479D7-4FC4-4483-B86E-3CF1D3BF6EBC}">
      <dgm:prSet/>
      <dgm:spPr/>
      <dgm:t>
        <a:bodyPr/>
        <a:lstStyle/>
        <a:p>
          <a:endParaRPr lang="en-US"/>
        </a:p>
      </dgm:t>
    </dgm:pt>
    <dgm:pt modelId="{5DBF8B9B-71AD-41E6-8F27-9A0FA44272C9}" type="sibTrans" cxnId="{05E479D7-4FC4-4483-B86E-3CF1D3BF6EBC}">
      <dgm:prSet/>
      <dgm:spPr/>
      <dgm:t>
        <a:bodyPr/>
        <a:lstStyle/>
        <a:p>
          <a:endParaRPr lang="en-US"/>
        </a:p>
      </dgm:t>
    </dgm:pt>
    <dgm:pt modelId="{1E582727-7971-48BE-AAC3-E31DF555162D}">
      <dgm:prSet/>
      <dgm:spPr/>
      <dgm:t>
        <a:bodyPr/>
        <a:lstStyle/>
        <a:p>
          <a:r>
            <a:rPr lang="en-MY"/>
            <a:t>Data breaches</a:t>
          </a:r>
          <a:endParaRPr lang="en-US"/>
        </a:p>
      </dgm:t>
    </dgm:pt>
    <dgm:pt modelId="{215E8E6E-6AF6-4EEB-801E-83A579B1CA5A}" type="parTrans" cxnId="{09F9FA46-BA09-4E2E-B625-2C7B9D7EABFA}">
      <dgm:prSet/>
      <dgm:spPr/>
      <dgm:t>
        <a:bodyPr/>
        <a:lstStyle/>
        <a:p>
          <a:endParaRPr lang="en-US"/>
        </a:p>
      </dgm:t>
    </dgm:pt>
    <dgm:pt modelId="{53BE2C0D-99B6-4612-8D71-CDFAAF4AD4CC}" type="sibTrans" cxnId="{09F9FA46-BA09-4E2E-B625-2C7B9D7EABFA}">
      <dgm:prSet/>
      <dgm:spPr/>
      <dgm:t>
        <a:bodyPr/>
        <a:lstStyle/>
        <a:p>
          <a:endParaRPr lang="en-US"/>
        </a:p>
      </dgm:t>
    </dgm:pt>
    <dgm:pt modelId="{1918ABD2-BA0B-4DE8-825C-9CCD45B75266}" type="pres">
      <dgm:prSet presAssocID="{FC59E4A7-5FC7-45E0-80B0-4004301E67A2}" presName="root" presStyleCnt="0">
        <dgm:presLayoutVars>
          <dgm:dir/>
          <dgm:resizeHandles val="exact"/>
        </dgm:presLayoutVars>
      </dgm:prSet>
      <dgm:spPr/>
    </dgm:pt>
    <dgm:pt modelId="{350482CB-E690-47B3-BDB5-84844E88F0DF}" type="pres">
      <dgm:prSet presAssocID="{B6840E2A-2D0E-43F8-A8D2-331448366F39}" presName="compNode" presStyleCnt="0"/>
      <dgm:spPr/>
    </dgm:pt>
    <dgm:pt modelId="{238A5C45-31B8-47A2-A027-CE4500016A9F}" type="pres">
      <dgm:prSet presAssocID="{B6840E2A-2D0E-43F8-A8D2-331448366F39}" presName="bgRect" presStyleLbl="bgShp" presStyleIdx="0" presStyleCnt="4"/>
      <dgm:spPr/>
    </dgm:pt>
    <dgm:pt modelId="{75562A4A-23A2-43B3-88F2-DD899380A451}" type="pres">
      <dgm:prSet presAssocID="{B6840E2A-2D0E-43F8-A8D2-331448366F3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93482842-99D0-4ACF-889E-E9D09EB03E30}" type="pres">
      <dgm:prSet presAssocID="{B6840E2A-2D0E-43F8-A8D2-331448366F39}" presName="spaceRect" presStyleCnt="0"/>
      <dgm:spPr/>
    </dgm:pt>
    <dgm:pt modelId="{508728B5-CF9D-47BC-B627-5E88D571E9A4}" type="pres">
      <dgm:prSet presAssocID="{B6840E2A-2D0E-43F8-A8D2-331448366F39}" presName="parTx" presStyleLbl="revTx" presStyleIdx="0" presStyleCnt="4">
        <dgm:presLayoutVars>
          <dgm:chMax val="0"/>
          <dgm:chPref val="0"/>
        </dgm:presLayoutVars>
      </dgm:prSet>
      <dgm:spPr/>
    </dgm:pt>
    <dgm:pt modelId="{B2B821C1-FC01-4DAB-AC43-7506075ADE2A}" type="pres">
      <dgm:prSet presAssocID="{A443F766-3A66-4809-9FF6-B00A94D43BF7}" presName="sibTrans" presStyleCnt="0"/>
      <dgm:spPr/>
    </dgm:pt>
    <dgm:pt modelId="{C1497B74-B64B-468A-93A0-03CA2CD0070B}" type="pres">
      <dgm:prSet presAssocID="{BE685B39-83F9-4C62-944E-68FEA72AF193}" presName="compNode" presStyleCnt="0"/>
      <dgm:spPr/>
    </dgm:pt>
    <dgm:pt modelId="{DE33E0A9-55D0-47C4-BA04-3BFE4E76D545}" type="pres">
      <dgm:prSet presAssocID="{BE685B39-83F9-4C62-944E-68FEA72AF193}" presName="bgRect" presStyleLbl="bgShp" presStyleIdx="1" presStyleCnt="4"/>
      <dgm:spPr/>
    </dgm:pt>
    <dgm:pt modelId="{44A78040-9DB6-4F73-AF30-093CA35C4DA9}" type="pres">
      <dgm:prSet presAssocID="{BE685B39-83F9-4C62-944E-68FEA72AF19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un"/>
        </a:ext>
      </dgm:extLst>
    </dgm:pt>
    <dgm:pt modelId="{674787FD-E029-4F8D-9919-325F7441B22C}" type="pres">
      <dgm:prSet presAssocID="{BE685B39-83F9-4C62-944E-68FEA72AF193}" presName="spaceRect" presStyleCnt="0"/>
      <dgm:spPr/>
    </dgm:pt>
    <dgm:pt modelId="{E8E16B04-BDFD-4BB8-AA06-01D2A92CA457}" type="pres">
      <dgm:prSet presAssocID="{BE685B39-83F9-4C62-944E-68FEA72AF193}" presName="parTx" presStyleLbl="revTx" presStyleIdx="1" presStyleCnt="4">
        <dgm:presLayoutVars>
          <dgm:chMax val="0"/>
          <dgm:chPref val="0"/>
        </dgm:presLayoutVars>
      </dgm:prSet>
      <dgm:spPr/>
    </dgm:pt>
    <dgm:pt modelId="{F5E507AE-5179-4088-B131-3145CF03FD45}" type="pres">
      <dgm:prSet presAssocID="{6C35D3F8-BA3B-4F17-ADFE-F5CA8FAD0F12}" presName="sibTrans" presStyleCnt="0"/>
      <dgm:spPr/>
    </dgm:pt>
    <dgm:pt modelId="{B463473C-3CD4-49A9-8A38-2F222AF99A7C}" type="pres">
      <dgm:prSet presAssocID="{17DF47E7-A857-4E2B-962F-738615819893}" presName="compNode" presStyleCnt="0"/>
      <dgm:spPr/>
    </dgm:pt>
    <dgm:pt modelId="{570B0816-5A43-4C65-82F2-9DE6B1840710}" type="pres">
      <dgm:prSet presAssocID="{17DF47E7-A857-4E2B-962F-738615819893}" presName="bgRect" presStyleLbl="bgShp" presStyleIdx="2" presStyleCnt="4"/>
      <dgm:spPr/>
    </dgm:pt>
    <dgm:pt modelId="{EC4778FC-EB23-47AD-A853-AAC69A0B4B80}" type="pres">
      <dgm:prSet presAssocID="{17DF47E7-A857-4E2B-962F-73861581989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7F380D8A-B145-4D4A-925B-E5C784806810}" type="pres">
      <dgm:prSet presAssocID="{17DF47E7-A857-4E2B-962F-738615819893}" presName="spaceRect" presStyleCnt="0"/>
      <dgm:spPr/>
    </dgm:pt>
    <dgm:pt modelId="{CD2CE91C-B271-4B97-A644-87CA5B6E8415}" type="pres">
      <dgm:prSet presAssocID="{17DF47E7-A857-4E2B-962F-738615819893}" presName="parTx" presStyleLbl="revTx" presStyleIdx="2" presStyleCnt="4">
        <dgm:presLayoutVars>
          <dgm:chMax val="0"/>
          <dgm:chPref val="0"/>
        </dgm:presLayoutVars>
      </dgm:prSet>
      <dgm:spPr/>
    </dgm:pt>
    <dgm:pt modelId="{35CC3DFD-5EBF-41EA-9DB7-AFF17BF4207F}" type="pres">
      <dgm:prSet presAssocID="{5DBF8B9B-71AD-41E6-8F27-9A0FA44272C9}" presName="sibTrans" presStyleCnt="0"/>
      <dgm:spPr/>
    </dgm:pt>
    <dgm:pt modelId="{76DA2A12-99D1-461E-B706-6F1C5749D7A4}" type="pres">
      <dgm:prSet presAssocID="{1E582727-7971-48BE-AAC3-E31DF555162D}" presName="compNode" presStyleCnt="0"/>
      <dgm:spPr/>
    </dgm:pt>
    <dgm:pt modelId="{B4C80F88-3605-4AC0-A1AF-129AB3256F5C}" type="pres">
      <dgm:prSet presAssocID="{1E582727-7971-48BE-AAC3-E31DF555162D}" presName="bgRect" presStyleLbl="bgShp" presStyleIdx="3" presStyleCnt="4"/>
      <dgm:spPr/>
    </dgm:pt>
    <dgm:pt modelId="{52D22786-373D-43DF-BF1B-87477CB0FA6D}" type="pres">
      <dgm:prSet presAssocID="{1E582727-7971-48BE-AAC3-E31DF555162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nlock"/>
        </a:ext>
      </dgm:extLst>
    </dgm:pt>
    <dgm:pt modelId="{6E558863-57AA-4E2D-8DFD-E581D3B6ED8F}" type="pres">
      <dgm:prSet presAssocID="{1E582727-7971-48BE-AAC3-E31DF555162D}" presName="spaceRect" presStyleCnt="0"/>
      <dgm:spPr/>
    </dgm:pt>
    <dgm:pt modelId="{3FFE4BA8-EEBB-45FA-B670-54829A68B04B}" type="pres">
      <dgm:prSet presAssocID="{1E582727-7971-48BE-AAC3-E31DF555162D}" presName="parTx" presStyleLbl="revTx" presStyleIdx="3" presStyleCnt="4">
        <dgm:presLayoutVars>
          <dgm:chMax val="0"/>
          <dgm:chPref val="0"/>
        </dgm:presLayoutVars>
      </dgm:prSet>
      <dgm:spPr/>
    </dgm:pt>
  </dgm:ptLst>
  <dgm:cxnLst>
    <dgm:cxn modelId="{D92C1A38-7B23-4EDF-8B80-215C5FD97D88}" type="presOf" srcId="{1E582727-7971-48BE-AAC3-E31DF555162D}" destId="{3FFE4BA8-EEBB-45FA-B670-54829A68B04B}" srcOrd="0" destOrd="0" presId="urn:microsoft.com/office/officeart/2018/2/layout/IconVerticalSolidList"/>
    <dgm:cxn modelId="{09F9FA46-BA09-4E2E-B625-2C7B9D7EABFA}" srcId="{FC59E4A7-5FC7-45E0-80B0-4004301E67A2}" destId="{1E582727-7971-48BE-AAC3-E31DF555162D}" srcOrd="3" destOrd="0" parTransId="{215E8E6E-6AF6-4EEB-801E-83A579B1CA5A}" sibTransId="{53BE2C0D-99B6-4612-8D71-CDFAAF4AD4CC}"/>
    <dgm:cxn modelId="{7076A350-D097-4F77-AA80-46EDDD35EFB9}" srcId="{FC59E4A7-5FC7-45E0-80B0-4004301E67A2}" destId="{B6840E2A-2D0E-43F8-A8D2-331448366F39}" srcOrd="0" destOrd="0" parTransId="{E610B46D-2EEC-41CD-906A-F76B1B21A6DB}" sibTransId="{A443F766-3A66-4809-9FF6-B00A94D43BF7}"/>
    <dgm:cxn modelId="{E303A950-2764-437A-8C06-5076B767BCB8}" type="presOf" srcId="{FC59E4A7-5FC7-45E0-80B0-4004301E67A2}" destId="{1918ABD2-BA0B-4DE8-825C-9CCD45B75266}" srcOrd="0" destOrd="0" presId="urn:microsoft.com/office/officeart/2018/2/layout/IconVerticalSolidList"/>
    <dgm:cxn modelId="{B7729D58-582D-45E1-9B96-EE7DF7EFBD60}" srcId="{FC59E4A7-5FC7-45E0-80B0-4004301E67A2}" destId="{BE685B39-83F9-4C62-944E-68FEA72AF193}" srcOrd="1" destOrd="0" parTransId="{FACCF958-0B7F-4716-AD34-6F08478D64D5}" sibTransId="{6C35D3F8-BA3B-4F17-ADFE-F5CA8FAD0F12}"/>
    <dgm:cxn modelId="{AB5AC795-8D80-46AE-9346-AB71556A0C2E}" type="presOf" srcId="{BE685B39-83F9-4C62-944E-68FEA72AF193}" destId="{E8E16B04-BDFD-4BB8-AA06-01D2A92CA457}" srcOrd="0" destOrd="0" presId="urn:microsoft.com/office/officeart/2018/2/layout/IconVerticalSolidList"/>
    <dgm:cxn modelId="{1F061BBC-ECA8-4E75-9271-040685E82FDE}" type="presOf" srcId="{B6840E2A-2D0E-43F8-A8D2-331448366F39}" destId="{508728B5-CF9D-47BC-B627-5E88D571E9A4}" srcOrd="0" destOrd="0" presId="urn:microsoft.com/office/officeart/2018/2/layout/IconVerticalSolidList"/>
    <dgm:cxn modelId="{400429D5-FAC8-41CA-BE54-3A4D767769CD}" type="presOf" srcId="{17DF47E7-A857-4E2B-962F-738615819893}" destId="{CD2CE91C-B271-4B97-A644-87CA5B6E8415}" srcOrd="0" destOrd="0" presId="urn:microsoft.com/office/officeart/2018/2/layout/IconVerticalSolidList"/>
    <dgm:cxn modelId="{05E479D7-4FC4-4483-B86E-3CF1D3BF6EBC}" srcId="{FC59E4A7-5FC7-45E0-80B0-4004301E67A2}" destId="{17DF47E7-A857-4E2B-962F-738615819893}" srcOrd="2" destOrd="0" parTransId="{6DF2AFB7-0267-4C06-86D3-FD8C397E4478}" sibTransId="{5DBF8B9B-71AD-41E6-8F27-9A0FA44272C9}"/>
    <dgm:cxn modelId="{A581DC62-F96C-4287-BE66-BE416675823A}" type="presParOf" srcId="{1918ABD2-BA0B-4DE8-825C-9CCD45B75266}" destId="{350482CB-E690-47B3-BDB5-84844E88F0DF}" srcOrd="0" destOrd="0" presId="urn:microsoft.com/office/officeart/2018/2/layout/IconVerticalSolidList"/>
    <dgm:cxn modelId="{9454473E-37DF-4E0E-8E18-C0F6F80AD27C}" type="presParOf" srcId="{350482CB-E690-47B3-BDB5-84844E88F0DF}" destId="{238A5C45-31B8-47A2-A027-CE4500016A9F}" srcOrd="0" destOrd="0" presId="urn:microsoft.com/office/officeart/2018/2/layout/IconVerticalSolidList"/>
    <dgm:cxn modelId="{2218F6FE-8449-4097-B44F-C85B8006A55E}" type="presParOf" srcId="{350482CB-E690-47B3-BDB5-84844E88F0DF}" destId="{75562A4A-23A2-43B3-88F2-DD899380A451}" srcOrd="1" destOrd="0" presId="urn:microsoft.com/office/officeart/2018/2/layout/IconVerticalSolidList"/>
    <dgm:cxn modelId="{E18A94EB-4EFE-4C92-A3A0-662F1AE45C75}" type="presParOf" srcId="{350482CB-E690-47B3-BDB5-84844E88F0DF}" destId="{93482842-99D0-4ACF-889E-E9D09EB03E30}" srcOrd="2" destOrd="0" presId="urn:microsoft.com/office/officeart/2018/2/layout/IconVerticalSolidList"/>
    <dgm:cxn modelId="{4771A5C6-252E-48A5-AE0A-2DA4081740CD}" type="presParOf" srcId="{350482CB-E690-47B3-BDB5-84844E88F0DF}" destId="{508728B5-CF9D-47BC-B627-5E88D571E9A4}" srcOrd="3" destOrd="0" presId="urn:microsoft.com/office/officeart/2018/2/layout/IconVerticalSolidList"/>
    <dgm:cxn modelId="{C83345E8-4F7B-43FB-B0E5-6FEEB9D36F1D}" type="presParOf" srcId="{1918ABD2-BA0B-4DE8-825C-9CCD45B75266}" destId="{B2B821C1-FC01-4DAB-AC43-7506075ADE2A}" srcOrd="1" destOrd="0" presId="urn:microsoft.com/office/officeart/2018/2/layout/IconVerticalSolidList"/>
    <dgm:cxn modelId="{D7EC3DED-75A6-40CB-AF43-9A751F325053}" type="presParOf" srcId="{1918ABD2-BA0B-4DE8-825C-9CCD45B75266}" destId="{C1497B74-B64B-468A-93A0-03CA2CD0070B}" srcOrd="2" destOrd="0" presId="urn:microsoft.com/office/officeart/2018/2/layout/IconVerticalSolidList"/>
    <dgm:cxn modelId="{930C7961-EAB5-4A75-A1B0-0346D515131F}" type="presParOf" srcId="{C1497B74-B64B-468A-93A0-03CA2CD0070B}" destId="{DE33E0A9-55D0-47C4-BA04-3BFE4E76D545}" srcOrd="0" destOrd="0" presId="urn:microsoft.com/office/officeart/2018/2/layout/IconVerticalSolidList"/>
    <dgm:cxn modelId="{38FC8B05-1808-41CA-8A47-CB74DEF1CF6E}" type="presParOf" srcId="{C1497B74-B64B-468A-93A0-03CA2CD0070B}" destId="{44A78040-9DB6-4F73-AF30-093CA35C4DA9}" srcOrd="1" destOrd="0" presId="urn:microsoft.com/office/officeart/2018/2/layout/IconVerticalSolidList"/>
    <dgm:cxn modelId="{3948151C-45B6-4EC7-984F-077E2CCD45B5}" type="presParOf" srcId="{C1497B74-B64B-468A-93A0-03CA2CD0070B}" destId="{674787FD-E029-4F8D-9919-325F7441B22C}" srcOrd="2" destOrd="0" presId="urn:microsoft.com/office/officeart/2018/2/layout/IconVerticalSolidList"/>
    <dgm:cxn modelId="{C07B5DDC-A3AE-4B99-90EF-47FC06932EE8}" type="presParOf" srcId="{C1497B74-B64B-468A-93A0-03CA2CD0070B}" destId="{E8E16B04-BDFD-4BB8-AA06-01D2A92CA457}" srcOrd="3" destOrd="0" presId="urn:microsoft.com/office/officeart/2018/2/layout/IconVerticalSolidList"/>
    <dgm:cxn modelId="{EA138C80-FD13-436B-A90A-69F4818FA38A}" type="presParOf" srcId="{1918ABD2-BA0B-4DE8-825C-9CCD45B75266}" destId="{F5E507AE-5179-4088-B131-3145CF03FD45}" srcOrd="3" destOrd="0" presId="urn:microsoft.com/office/officeart/2018/2/layout/IconVerticalSolidList"/>
    <dgm:cxn modelId="{B5184BB1-4E57-4AF7-B55A-4C5F3597AC11}" type="presParOf" srcId="{1918ABD2-BA0B-4DE8-825C-9CCD45B75266}" destId="{B463473C-3CD4-49A9-8A38-2F222AF99A7C}" srcOrd="4" destOrd="0" presId="urn:microsoft.com/office/officeart/2018/2/layout/IconVerticalSolidList"/>
    <dgm:cxn modelId="{5239CEF3-6BC3-4C9D-8C2F-3A83452BA79A}" type="presParOf" srcId="{B463473C-3CD4-49A9-8A38-2F222AF99A7C}" destId="{570B0816-5A43-4C65-82F2-9DE6B1840710}" srcOrd="0" destOrd="0" presId="urn:microsoft.com/office/officeart/2018/2/layout/IconVerticalSolidList"/>
    <dgm:cxn modelId="{B9B78D68-5477-44DD-901D-821A6C47CFEB}" type="presParOf" srcId="{B463473C-3CD4-49A9-8A38-2F222AF99A7C}" destId="{EC4778FC-EB23-47AD-A853-AAC69A0B4B80}" srcOrd="1" destOrd="0" presId="urn:microsoft.com/office/officeart/2018/2/layout/IconVerticalSolidList"/>
    <dgm:cxn modelId="{380D4112-8869-4E73-AB09-52481DB79FB4}" type="presParOf" srcId="{B463473C-3CD4-49A9-8A38-2F222AF99A7C}" destId="{7F380D8A-B145-4D4A-925B-E5C784806810}" srcOrd="2" destOrd="0" presId="urn:microsoft.com/office/officeart/2018/2/layout/IconVerticalSolidList"/>
    <dgm:cxn modelId="{24118169-EA69-4DF0-8C95-FBC54FCDB17B}" type="presParOf" srcId="{B463473C-3CD4-49A9-8A38-2F222AF99A7C}" destId="{CD2CE91C-B271-4B97-A644-87CA5B6E8415}" srcOrd="3" destOrd="0" presId="urn:microsoft.com/office/officeart/2018/2/layout/IconVerticalSolidList"/>
    <dgm:cxn modelId="{E6A41C49-4A5C-45B5-BA72-A7AA594F8FD0}" type="presParOf" srcId="{1918ABD2-BA0B-4DE8-825C-9CCD45B75266}" destId="{35CC3DFD-5EBF-41EA-9DB7-AFF17BF4207F}" srcOrd="5" destOrd="0" presId="urn:microsoft.com/office/officeart/2018/2/layout/IconVerticalSolidList"/>
    <dgm:cxn modelId="{994D0B85-7DAB-4AE1-83F2-61BE6EAB84F1}" type="presParOf" srcId="{1918ABD2-BA0B-4DE8-825C-9CCD45B75266}" destId="{76DA2A12-99D1-461E-B706-6F1C5749D7A4}" srcOrd="6" destOrd="0" presId="urn:microsoft.com/office/officeart/2018/2/layout/IconVerticalSolidList"/>
    <dgm:cxn modelId="{8C9C5B83-DAF2-4D5F-BACF-C4297D65C5B6}" type="presParOf" srcId="{76DA2A12-99D1-461E-B706-6F1C5749D7A4}" destId="{B4C80F88-3605-4AC0-A1AF-129AB3256F5C}" srcOrd="0" destOrd="0" presId="urn:microsoft.com/office/officeart/2018/2/layout/IconVerticalSolidList"/>
    <dgm:cxn modelId="{72A598F5-2ED9-41D6-978B-403BA32B49D7}" type="presParOf" srcId="{76DA2A12-99D1-461E-B706-6F1C5749D7A4}" destId="{52D22786-373D-43DF-BF1B-87477CB0FA6D}" srcOrd="1" destOrd="0" presId="urn:microsoft.com/office/officeart/2018/2/layout/IconVerticalSolidList"/>
    <dgm:cxn modelId="{F33FFD00-C8A5-40F6-8A01-2E26C7E6C799}" type="presParOf" srcId="{76DA2A12-99D1-461E-B706-6F1C5749D7A4}" destId="{6E558863-57AA-4E2D-8DFD-E581D3B6ED8F}" srcOrd="2" destOrd="0" presId="urn:microsoft.com/office/officeart/2018/2/layout/IconVerticalSolidList"/>
    <dgm:cxn modelId="{B2E9486A-2455-480B-A2CE-BFA3700F7AEC}" type="presParOf" srcId="{76DA2A12-99D1-461E-B706-6F1C5749D7A4}" destId="{3FFE4BA8-EEBB-45FA-B670-54829A68B04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5B287C22-A047-4F79-9EB8-75BB4B0BD8F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2FB4000-FDBC-4C5D-9E1F-898EB47302B2}">
      <dgm:prSet/>
      <dgm:spPr/>
      <dgm:t>
        <a:bodyPr/>
        <a:lstStyle/>
        <a:p>
          <a:pPr>
            <a:lnSpc>
              <a:spcPct val="100000"/>
            </a:lnSpc>
          </a:pPr>
          <a:r>
            <a:rPr lang="en-MY"/>
            <a:t>Use automation tools (Ansible, Terraform)</a:t>
          </a:r>
          <a:endParaRPr lang="en-US"/>
        </a:p>
      </dgm:t>
    </dgm:pt>
    <dgm:pt modelId="{A49115D6-0BC7-4160-83CA-8E2EFB9371E7}" type="parTrans" cxnId="{084A5141-8B58-472D-95E1-1BA392515AC2}">
      <dgm:prSet/>
      <dgm:spPr/>
      <dgm:t>
        <a:bodyPr/>
        <a:lstStyle/>
        <a:p>
          <a:endParaRPr lang="en-US"/>
        </a:p>
      </dgm:t>
    </dgm:pt>
    <dgm:pt modelId="{725C492D-D595-4ADE-BC14-A21682B6CEC0}" type="sibTrans" cxnId="{084A5141-8B58-472D-95E1-1BA392515AC2}">
      <dgm:prSet/>
      <dgm:spPr/>
      <dgm:t>
        <a:bodyPr/>
        <a:lstStyle/>
        <a:p>
          <a:endParaRPr lang="en-US"/>
        </a:p>
      </dgm:t>
    </dgm:pt>
    <dgm:pt modelId="{E56522D2-1A21-4AF7-BAE7-0DE6EB812CEF}">
      <dgm:prSet/>
      <dgm:spPr/>
      <dgm:t>
        <a:bodyPr/>
        <a:lstStyle/>
        <a:p>
          <a:pPr>
            <a:lnSpc>
              <a:spcPct val="100000"/>
            </a:lnSpc>
          </a:pPr>
          <a:r>
            <a:rPr lang="en-MY"/>
            <a:t>Monitor usage and set alerts</a:t>
          </a:r>
          <a:endParaRPr lang="en-US"/>
        </a:p>
      </dgm:t>
    </dgm:pt>
    <dgm:pt modelId="{0CF63710-E70D-4999-9892-E3291F96DCE5}" type="parTrans" cxnId="{BFA84DC6-5451-4639-BA96-73D0A8B3B1EB}">
      <dgm:prSet/>
      <dgm:spPr/>
      <dgm:t>
        <a:bodyPr/>
        <a:lstStyle/>
        <a:p>
          <a:endParaRPr lang="en-US"/>
        </a:p>
      </dgm:t>
    </dgm:pt>
    <dgm:pt modelId="{50F8F3F7-3D2E-4272-8BE4-19F1C3568E0F}" type="sibTrans" cxnId="{BFA84DC6-5451-4639-BA96-73D0A8B3B1EB}">
      <dgm:prSet/>
      <dgm:spPr/>
      <dgm:t>
        <a:bodyPr/>
        <a:lstStyle/>
        <a:p>
          <a:endParaRPr lang="en-US"/>
        </a:p>
      </dgm:t>
    </dgm:pt>
    <dgm:pt modelId="{E2361053-8843-4659-ACC2-85A81E71AD98}">
      <dgm:prSet/>
      <dgm:spPr/>
      <dgm:t>
        <a:bodyPr/>
        <a:lstStyle/>
        <a:p>
          <a:pPr>
            <a:lnSpc>
              <a:spcPct val="100000"/>
            </a:lnSpc>
          </a:pPr>
          <a:r>
            <a:rPr lang="en-MY"/>
            <a:t>Train staff continuously</a:t>
          </a:r>
          <a:endParaRPr lang="en-US"/>
        </a:p>
      </dgm:t>
    </dgm:pt>
    <dgm:pt modelId="{1ADA3876-C219-4A12-BE6E-495C55D7C155}" type="parTrans" cxnId="{F6CB334F-2748-4EAC-A4B8-06F2BDC2EF70}">
      <dgm:prSet/>
      <dgm:spPr/>
      <dgm:t>
        <a:bodyPr/>
        <a:lstStyle/>
        <a:p>
          <a:endParaRPr lang="en-US"/>
        </a:p>
      </dgm:t>
    </dgm:pt>
    <dgm:pt modelId="{997F7A68-5FE3-46A7-B736-3602F36F0C4C}" type="sibTrans" cxnId="{F6CB334F-2748-4EAC-A4B8-06F2BDC2EF70}">
      <dgm:prSet/>
      <dgm:spPr/>
      <dgm:t>
        <a:bodyPr/>
        <a:lstStyle/>
        <a:p>
          <a:endParaRPr lang="en-US"/>
        </a:p>
      </dgm:t>
    </dgm:pt>
    <dgm:pt modelId="{604757DC-C316-4E81-BC43-5FFE5B87EB0E}">
      <dgm:prSet/>
      <dgm:spPr/>
      <dgm:t>
        <a:bodyPr/>
        <a:lstStyle/>
        <a:p>
          <a:pPr>
            <a:lnSpc>
              <a:spcPct val="100000"/>
            </a:lnSpc>
          </a:pPr>
          <a:r>
            <a:rPr lang="en-MY"/>
            <a:t>Use hybrid cloud wisely</a:t>
          </a:r>
          <a:endParaRPr lang="en-US"/>
        </a:p>
      </dgm:t>
    </dgm:pt>
    <dgm:pt modelId="{DA178F0F-597A-406F-8EED-B0C5B4966ED9}" type="parTrans" cxnId="{F10FCB0A-ACDB-475B-B202-8C4F402B3E99}">
      <dgm:prSet/>
      <dgm:spPr/>
      <dgm:t>
        <a:bodyPr/>
        <a:lstStyle/>
        <a:p>
          <a:endParaRPr lang="en-US"/>
        </a:p>
      </dgm:t>
    </dgm:pt>
    <dgm:pt modelId="{65780FC2-8791-464E-9A5A-3A0946997373}" type="sibTrans" cxnId="{F10FCB0A-ACDB-475B-B202-8C4F402B3E99}">
      <dgm:prSet/>
      <dgm:spPr/>
      <dgm:t>
        <a:bodyPr/>
        <a:lstStyle/>
        <a:p>
          <a:endParaRPr lang="en-US"/>
        </a:p>
      </dgm:t>
    </dgm:pt>
    <dgm:pt modelId="{2D5E028A-1EA0-48F5-A648-FC3AC8A121AA}" type="pres">
      <dgm:prSet presAssocID="{5B287C22-A047-4F79-9EB8-75BB4B0BD8FB}" presName="root" presStyleCnt="0">
        <dgm:presLayoutVars>
          <dgm:dir/>
          <dgm:resizeHandles val="exact"/>
        </dgm:presLayoutVars>
      </dgm:prSet>
      <dgm:spPr/>
    </dgm:pt>
    <dgm:pt modelId="{B11D8E46-295F-49D0-91F1-FE34E2C6F382}" type="pres">
      <dgm:prSet presAssocID="{A2FB4000-FDBC-4C5D-9E1F-898EB47302B2}" presName="compNode" presStyleCnt="0"/>
      <dgm:spPr/>
    </dgm:pt>
    <dgm:pt modelId="{152A08B8-D923-43C4-92C4-9283176AC1B5}" type="pres">
      <dgm:prSet presAssocID="{A2FB4000-FDBC-4C5D-9E1F-898EB47302B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0ED55130-577E-45E7-A405-A5BE97160100}" type="pres">
      <dgm:prSet presAssocID="{A2FB4000-FDBC-4C5D-9E1F-898EB47302B2}" presName="spaceRect" presStyleCnt="0"/>
      <dgm:spPr/>
    </dgm:pt>
    <dgm:pt modelId="{E6BC4BF1-1CC0-4D54-964C-C55F7E50421D}" type="pres">
      <dgm:prSet presAssocID="{A2FB4000-FDBC-4C5D-9E1F-898EB47302B2}" presName="textRect" presStyleLbl="revTx" presStyleIdx="0" presStyleCnt="4">
        <dgm:presLayoutVars>
          <dgm:chMax val="1"/>
          <dgm:chPref val="1"/>
        </dgm:presLayoutVars>
      </dgm:prSet>
      <dgm:spPr/>
    </dgm:pt>
    <dgm:pt modelId="{CA153AC2-ADCE-44D1-B816-6257A5D06D51}" type="pres">
      <dgm:prSet presAssocID="{725C492D-D595-4ADE-BC14-A21682B6CEC0}" presName="sibTrans" presStyleCnt="0"/>
      <dgm:spPr/>
    </dgm:pt>
    <dgm:pt modelId="{25BF212C-40E7-4526-AAF8-8F4AF0462740}" type="pres">
      <dgm:prSet presAssocID="{E56522D2-1A21-4AF7-BAE7-0DE6EB812CEF}" presName="compNode" presStyleCnt="0"/>
      <dgm:spPr/>
    </dgm:pt>
    <dgm:pt modelId="{2057B35A-FD92-4A66-B6CC-A9E9CEF07D98}" type="pres">
      <dgm:prSet presAssocID="{E56522D2-1A21-4AF7-BAE7-0DE6EB812CE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ell"/>
        </a:ext>
      </dgm:extLst>
    </dgm:pt>
    <dgm:pt modelId="{34899C37-54D5-45FB-8D46-492D71BFF1C8}" type="pres">
      <dgm:prSet presAssocID="{E56522D2-1A21-4AF7-BAE7-0DE6EB812CEF}" presName="spaceRect" presStyleCnt="0"/>
      <dgm:spPr/>
    </dgm:pt>
    <dgm:pt modelId="{ED2142E1-40E2-4E70-B315-EFB535CFA981}" type="pres">
      <dgm:prSet presAssocID="{E56522D2-1A21-4AF7-BAE7-0DE6EB812CEF}" presName="textRect" presStyleLbl="revTx" presStyleIdx="1" presStyleCnt="4">
        <dgm:presLayoutVars>
          <dgm:chMax val="1"/>
          <dgm:chPref val="1"/>
        </dgm:presLayoutVars>
      </dgm:prSet>
      <dgm:spPr/>
    </dgm:pt>
    <dgm:pt modelId="{6B60C48B-DC8C-4D1E-9D4B-03DDFA62C5C1}" type="pres">
      <dgm:prSet presAssocID="{50F8F3F7-3D2E-4272-8BE4-19F1C3568E0F}" presName="sibTrans" presStyleCnt="0"/>
      <dgm:spPr/>
    </dgm:pt>
    <dgm:pt modelId="{1E6D10BE-BFF3-4F01-8C59-19A7782542A8}" type="pres">
      <dgm:prSet presAssocID="{E2361053-8843-4659-ACC2-85A81E71AD98}" presName="compNode" presStyleCnt="0"/>
      <dgm:spPr/>
    </dgm:pt>
    <dgm:pt modelId="{BF237718-01E5-4DCC-B8A4-A05DF9CBCD94}" type="pres">
      <dgm:prSet presAssocID="{E2361053-8843-4659-ACC2-85A81E71AD9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s"/>
        </a:ext>
      </dgm:extLst>
    </dgm:pt>
    <dgm:pt modelId="{6868638A-8985-48EC-9C8F-E361BAF5C2D8}" type="pres">
      <dgm:prSet presAssocID="{E2361053-8843-4659-ACC2-85A81E71AD98}" presName="spaceRect" presStyleCnt="0"/>
      <dgm:spPr/>
    </dgm:pt>
    <dgm:pt modelId="{47292E82-15D6-4894-BEA1-99D135B97A8F}" type="pres">
      <dgm:prSet presAssocID="{E2361053-8843-4659-ACC2-85A81E71AD98}" presName="textRect" presStyleLbl="revTx" presStyleIdx="2" presStyleCnt="4">
        <dgm:presLayoutVars>
          <dgm:chMax val="1"/>
          <dgm:chPref val="1"/>
        </dgm:presLayoutVars>
      </dgm:prSet>
      <dgm:spPr/>
    </dgm:pt>
    <dgm:pt modelId="{1A590124-C0EE-4C90-827B-1702598F9926}" type="pres">
      <dgm:prSet presAssocID="{997F7A68-5FE3-46A7-B736-3602F36F0C4C}" presName="sibTrans" presStyleCnt="0"/>
      <dgm:spPr/>
    </dgm:pt>
    <dgm:pt modelId="{40E3305F-66C5-49C5-BE10-FC86D7EAC7AC}" type="pres">
      <dgm:prSet presAssocID="{604757DC-C316-4E81-BC43-5FFE5B87EB0E}" presName="compNode" presStyleCnt="0"/>
      <dgm:spPr/>
    </dgm:pt>
    <dgm:pt modelId="{B2D23D95-638F-415B-BA1C-FE281F1D4081}" type="pres">
      <dgm:prSet presAssocID="{604757DC-C316-4E81-BC43-5FFE5B87EB0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ick"/>
        </a:ext>
      </dgm:extLst>
    </dgm:pt>
    <dgm:pt modelId="{E8CD9FFC-4983-424C-B737-8A60BD7B75B9}" type="pres">
      <dgm:prSet presAssocID="{604757DC-C316-4E81-BC43-5FFE5B87EB0E}" presName="spaceRect" presStyleCnt="0"/>
      <dgm:spPr/>
    </dgm:pt>
    <dgm:pt modelId="{95C1F366-C24A-4718-B75B-4BE76DA4BF1D}" type="pres">
      <dgm:prSet presAssocID="{604757DC-C316-4E81-BC43-5FFE5B87EB0E}" presName="textRect" presStyleLbl="revTx" presStyleIdx="3" presStyleCnt="4">
        <dgm:presLayoutVars>
          <dgm:chMax val="1"/>
          <dgm:chPref val="1"/>
        </dgm:presLayoutVars>
      </dgm:prSet>
      <dgm:spPr/>
    </dgm:pt>
  </dgm:ptLst>
  <dgm:cxnLst>
    <dgm:cxn modelId="{F10FCB0A-ACDB-475B-B202-8C4F402B3E99}" srcId="{5B287C22-A047-4F79-9EB8-75BB4B0BD8FB}" destId="{604757DC-C316-4E81-BC43-5FFE5B87EB0E}" srcOrd="3" destOrd="0" parTransId="{DA178F0F-597A-406F-8EED-B0C5B4966ED9}" sibTransId="{65780FC2-8791-464E-9A5A-3A0946997373}"/>
    <dgm:cxn modelId="{BB24305F-2FE5-4F3C-98E3-4B1CDA3DBC40}" type="presOf" srcId="{E2361053-8843-4659-ACC2-85A81E71AD98}" destId="{47292E82-15D6-4894-BEA1-99D135B97A8F}" srcOrd="0" destOrd="0" presId="urn:microsoft.com/office/officeart/2018/2/layout/IconLabelList"/>
    <dgm:cxn modelId="{084A5141-8B58-472D-95E1-1BA392515AC2}" srcId="{5B287C22-A047-4F79-9EB8-75BB4B0BD8FB}" destId="{A2FB4000-FDBC-4C5D-9E1F-898EB47302B2}" srcOrd="0" destOrd="0" parTransId="{A49115D6-0BC7-4160-83CA-8E2EFB9371E7}" sibTransId="{725C492D-D595-4ADE-BC14-A21682B6CEC0}"/>
    <dgm:cxn modelId="{F6CB334F-2748-4EAC-A4B8-06F2BDC2EF70}" srcId="{5B287C22-A047-4F79-9EB8-75BB4B0BD8FB}" destId="{E2361053-8843-4659-ACC2-85A81E71AD98}" srcOrd="2" destOrd="0" parTransId="{1ADA3876-C219-4A12-BE6E-495C55D7C155}" sibTransId="{997F7A68-5FE3-46A7-B736-3602F36F0C4C}"/>
    <dgm:cxn modelId="{FCE80978-5A5B-4F60-8703-875EC57DEDB2}" type="presOf" srcId="{5B287C22-A047-4F79-9EB8-75BB4B0BD8FB}" destId="{2D5E028A-1EA0-48F5-A648-FC3AC8A121AA}" srcOrd="0" destOrd="0" presId="urn:microsoft.com/office/officeart/2018/2/layout/IconLabelList"/>
    <dgm:cxn modelId="{4184C5A5-AC84-4D50-BA10-4447EF19BFB7}" type="presOf" srcId="{E56522D2-1A21-4AF7-BAE7-0DE6EB812CEF}" destId="{ED2142E1-40E2-4E70-B315-EFB535CFA981}" srcOrd="0" destOrd="0" presId="urn:microsoft.com/office/officeart/2018/2/layout/IconLabelList"/>
    <dgm:cxn modelId="{BFA84DC6-5451-4639-BA96-73D0A8B3B1EB}" srcId="{5B287C22-A047-4F79-9EB8-75BB4B0BD8FB}" destId="{E56522D2-1A21-4AF7-BAE7-0DE6EB812CEF}" srcOrd="1" destOrd="0" parTransId="{0CF63710-E70D-4999-9892-E3291F96DCE5}" sibTransId="{50F8F3F7-3D2E-4272-8BE4-19F1C3568E0F}"/>
    <dgm:cxn modelId="{539089C9-FD1F-40DD-974E-134F77C40A52}" type="presOf" srcId="{604757DC-C316-4E81-BC43-5FFE5B87EB0E}" destId="{95C1F366-C24A-4718-B75B-4BE76DA4BF1D}" srcOrd="0" destOrd="0" presId="urn:microsoft.com/office/officeart/2018/2/layout/IconLabelList"/>
    <dgm:cxn modelId="{5C73DBD1-2DCF-4735-A5CC-800D26028BE0}" type="presOf" srcId="{A2FB4000-FDBC-4C5D-9E1F-898EB47302B2}" destId="{E6BC4BF1-1CC0-4D54-964C-C55F7E50421D}" srcOrd="0" destOrd="0" presId="urn:microsoft.com/office/officeart/2018/2/layout/IconLabelList"/>
    <dgm:cxn modelId="{5FD25F16-0835-4609-A9E1-16E2CC1634B2}" type="presParOf" srcId="{2D5E028A-1EA0-48F5-A648-FC3AC8A121AA}" destId="{B11D8E46-295F-49D0-91F1-FE34E2C6F382}" srcOrd="0" destOrd="0" presId="urn:microsoft.com/office/officeart/2018/2/layout/IconLabelList"/>
    <dgm:cxn modelId="{CC63C43E-301A-4967-AB80-744571C68641}" type="presParOf" srcId="{B11D8E46-295F-49D0-91F1-FE34E2C6F382}" destId="{152A08B8-D923-43C4-92C4-9283176AC1B5}" srcOrd="0" destOrd="0" presId="urn:microsoft.com/office/officeart/2018/2/layout/IconLabelList"/>
    <dgm:cxn modelId="{3595A9EB-F7BA-4A0E-9EEF-2468A784C869}" type="presParOf" srcId="{B11D8E46-295F-49D0-91F1-FE34E2C6F382}" destId="{0ED55130-577E-45E7-A405-A5BE97160100}" srcOrd="1" destOrd="0" presId="urn:microsoft.com/office/officeart/2018/2/layout/IconLabelList"/>
    <dgm:cxn modelId="{DF6C1A9A-1B7D-44AD-B333-B9ED0F34FD7A}" type="presParOf" srcId="{B11D8E46-295F-49D0-91F1-FE34E2C6F382}" destId="{E6BC4BF1-1CC0-4D54-964C-C55F7E50421D}" srcOrd="2" destOrd="0" presId="urn:microsoft.com/office/officeart/2018/2/layout/IconLabelList"/>
    <dgm:cxn modelId="{9E65B3A3-C60F-4691-B2AA-A37C5C08E419}" type="presParOf" srcId="{2D5E028A-1EA0-48F5-A648-FC3AC8A121AA}" destId="{CA153AC2-ADCE-44D1-B816-6257A5D06D51}" srcOrd="1" destOrd="0" presId="urn:microsoft.com/office/officeart/2018/2/layout/IconLabelList"/>
    <dgm:cxn modelId="{66C0FD78-31C9-4D8E-8F21-C8A9B1096E76}" type="presParOf" srcId="{2D5E028A-1EA0-48F5-A648-FC3AC8A121AA}" destId="{25BF212C-40E7-4526-AAF8-8F4AF0462740}" srcOrd="2" destOrd="0" presId="urn:microsoft.com/office/officeart/2018/2/layout/IconLabelList"/>
    <dgm:cxn modelId="{C3A3BB47-0021-4368-869A-330546BAB632}" type="presParOf" srcId="{25BF212C-40E7-4526-AAF8-8F4AF0462740}" destId="{2057B35A-FD92-4A66-B6CC-A9E9CEF07D98}" srcOrd="0" destOrd="0" presId="urn:microsoft.com/office/officeart/2018/2/layout/IconLabelList"/>
    <dgm:cxn modelId="{A4084999-75EC-4999-88BF-8CCB885BF9B6}" type="presParOf" srcId="{25BF212C-40E7-4526-AAF8-8F4AF0462740}" destId="{34899C37-54D5-45FB-8D46-492D71BFF1C8}" srcOrd="1" destOrd="0" presId="urn:microsoft.com/office/officeart/2018/2/layout/IconLabelList"/>
    <dgm:cxn modelId="{B1F5F668-5B55-46A2-80FC-3B5F60EBA5A5}" type="presParOf" srcId="{25BF212C-40E7-4526-AAF8-8F4AF0462740}" destId="{ED2142E1-40E2-4E70-B315-EFB535CFA981}" srcOrd="2" destOrd="0" presId="urn:microsoft.com/office/officeart/2018/2/layout/IconLabelList"/>
    <dgm:cxn modelId="{9EAD13AA-E130-4F85-A32F-8015DE676909}" type="presParOf" srcId="{2D5E028A-1EA0-48F5-A648-FC3AC8A121AA}" destId="{6B60C48B-DC8C-4D1E-9D4B-03DDFA62C5C1}" srcOrd="3" destOrd="0" presId="urn:microsoft.com/office/officeart/2018/2/layout/IconLabelList"/>
    <dgm:cxn modelId="{02D8761B-CD12-4C75-A73E-D8415AD76D8B}" type="presParOf" srcId="{2D5E028A-1EA0-48F5-A648-FC3AC8A121AA}" destId="{1E6D10BE-BFF3-4F01-8C59-19A7782542A8}" srcOrd="4" destOrd="0" presId="urn:microsoft.com/office/officeart/2018/2/layout/IconLabelList"/>
    <dgm:cxn modelId="{BAC82B4D-1CDF-4F74-87EE-DD140DC69278}" type="presParOf" srcId="{1E6D10BE-BFF3-4F01-8C59-19A7782542A8}" destId="{BF237718-01E5-4DCC-B8A4-A05DF9CBCD94}" srcOrd="0" destOrd="0" presId="urn:microsoft.com/office/officeart/2018/2/layout/IconLabelList"/>
    <dgm:cxn modelId="{FED05996-DFE9-476E-90D3-CEC4DF414765}" type="presParOf" srcId="{1E6D10BE-BFF3-4F01-8C59-19A7782542A8}" destId="{6868638A-8985-48EC-9C8F-E361BAF5C2D8}" srcOrd="1" destOrd="0" presId="urn:microsoft.com/office/officeart/2018/2/layout/IconLabelList"/>
    <dgm:cxn modelId="{51E01AD6-D127-42F9-B2CB-4439643CF6BC}" type="presParOf" srcId="{1E6D10BE-BFF3-4F01-8C59-19A7782542A8}" destId="{47292E82-15D6-4894-BEA1-99D135B97A8F}" srcOrd="2" destOrd="0" presId="urn:microsoft.com/office/officeart/2018/2/layout/IconLabelList"/>
    <dgm:cxn modelId="{2FA2F5FE-D76F-4901-B276-BCB93EE49DAE}" type="presParOf" srcId="{2D5E028A-1EA0-48F5-A648-FC3AC8A121AA}" destId="{1A590124-C0EE-4C90-827B-1702598F9926}" srcOrd="5" destOrd="0" presId="urn:microsoft.com/office/officeart/2018/2/layout/IconLabelList"/>
    <dgm:cxn modelId="{84F36A6C-9C84-404C-AF64-942478E69931}" type="presParOf" srcId="{2D5E028A-1EA0-48F5-A648-FC3AC8A121AA}" destId="{40E3305F-66C5-49C5-BE10-FC86D7EAC7AC}" srcOrd="6" destOrd="0" presId="urn:microsoft.com/office/officeart/2018/2/layout/IconLabelList"/>
    <dgm:cxn modelId="{B1C72AB1-FFAC-4A62-BBBB-23FBBE1727FC}" type="presParOf" srcId="{40E3305F-66C5-49C5-BE10-FC86D7EAC7AC}" destId="{B2D23D95-638F-415B-BA1C-FE281F1D4081}" srcOrd="0" destOrd="0" presId="urn:microsoft.com/office/officeart/2018/2/layout/IconLabelList"/>
    <dgm:cxn modelId="{22BE227A-AD96-41D8-ADDA-F289C46E9C70}" type="presParOf" srcId="{40E3305F-66C5-49C5-BE10-FC86D7EAC7AC}" destId="{E8CD9FFC-4983-424C-B737-8A60BD7B75B9}" srcOrd="1" destOrd="0" presId="urn:microsoft.com/office/officeart/2018/2/layout/IconLabelList"/>
    <dgm:cxn modelId="{FBCECC7F-A0EA-4C1C-8B5A-C2E86FE4F90A}" type="presParOf" srcId="{40E3305F-66C5-49C5-BE10-FC86D7EAC7AC}" destId="{95C1F366-C24A-4718-B75B-4BE76DA4BF1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4CA4E78C-32F8-4863-860C-5501A4D09B6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7FD1A41-87B8-4A5F-AC35-046BA1EFCE09}">
      <dgm:prSet/>
      <dgm:spPr/>
      <dgm:t>
        <a:bodyPr/>
        <a:lstStyle/>
        <a:p>
          <a:r>
            <a:rPr lang="en-MY" b="1"/>
            <a:t>Scalability:</a:t>
          </a:r>
          <a:r>
            <a:rPr lang="en-MY"/>
            <a:t> Easily increase or decrease resources.</a:t>
          </a:r>
          <a:endParaRPr lang="en-US"/>
        </a:p>
      </dgm:t>
    </dgm:pt>
    <dgm:pt modelId="{C56A22D1-8DB9-4F8A-BF28-8A5258D6117B}" type="parTrans" cxnId="{C04AF359-7226-4387-AF37-2BA68151C760}">
      <dgm:prSet/>
      <dgm:spPr/>
      <dgm:t>
        <a:bodyPr/>
        <a:lstStyle/>
        <a:p>
          <a:endParaRPr lang="en-US"/>
        </a:p>
      </dgm:t>
    </dgm:pt>
    <dgm:pt modelId="{BD25CAFF-0DDE-422D-ACBA-20B1DA9AE1AA}" type="sibTrans" cxnId="{C04AF359-7226-4387-AF37-2BA68151C760}">
      <dgm:prSet/>
      <dgm:spPr/>
      <dgm:t>
        <a:bodyPr/>
        <a:lstStyle/>
        <a:p>
          <a:endParaRPr lang="en-US"/>
        </a:p>
      </dgm:t>
    </dgm:pt>
    <dgm:pt modelId="{C0D05354-DFA0-4F53-BD99-42A9D8D5063F}">
      <dgm:prSet/>
      <dgm:spPr/>
      <dgm:t>
        <a:bodyPr/>
        <a:lstStyle/>
        <a:p>
          <a:r>
            <a:rPr lang="en-MY" b="1"/>
            <a:t>Cost Efficiency:</a:t>
          </a:r>
          <a:r>
            <a:rPr lang="en-MY"/>
            <a:t> Pay-as-you-go pricing reduces capital expenditure.</a:t>
          </a:r>
          <a:endParaRPr lang="en-US"/>
        </a:p>
      </dgm:t>
    </dgm:pt>
    <dgm:pt modelId="{DE0482C7-927A-44D1-9830-E6880D224E02}" type="parTrans" cxnId="{50759F10-58C2-4331-8F76-B2F001D67D27}">
      <dgm:prSet/>
      <dgm:spPr/>
      <dgm:t>
        <a:bodyPr/>
        <a:lstStyle/>
        <a:p>
          <a:endParaRPr lang="en-US"/>
        </a:p>
      </dgm:t>
    </dgm:pt>
    <dgm:pt modelId="{805806DF-2B9B-45A3-B81D-F2CA16F5AC1A}" type="sibTrans" cxnId="{50759F10-58C2-4331-8F76-B2F001D67D27}">
      <dgm:prSet/>
      <dgm:spPr/>
      <dgm:t>
        <a:bodyPr/>
        <a:lstStyle/>
        <a:p>
          <a:endParaRPr lang="en-US"/>
        </a:p>
      </dgm:t>
    </dgm:pt>
    <dgm:pt modelId="{11C30FE4-F44B-45B9-8F4C-A611F7F3E791}">
      <dgm:prSet/>
      <dgm:spPr/>
      <dgm:t>
        <a:bodyPr/>
        <a:lstStyle/>
        <a:p>
          <a:r>
            <a:rPr lang="en-MY" b="1"/>
            <a:t>Performance:</a:t>
          </a:r>
          <a:r>
            <a:rPr lang="en-MY"/>
            <a:t> Improved speed, performance, and uptime.</a:t>
          </a:r>
          <a:endParaRPr lang="en-US"/>
        </a:p>
      </dgm:t>
    </dgm:pt>
    <dgm:pt modelId="{50BAA48E-3266-46E7-8894-D1256D12387A}" type="parTrans" cxnId="{B20A5590-4E4C-46A9-AAB7-59B8B985C1DF}">
      <dgm:prSet/>
      <dgm:spPr/>
      <dgm:t>
        <a:bodyPr/>
        <a:lstStyle/>
        <a:p>
          <a:endParaRPr lang="en-US"/>
        </a:p>
      </dgm:t>
    </dgm:pt>
    <dgm:pt modelId="{5B6B00B1-73F5-44EF-A457-9822D63CAC2B}" type="sibTrans" cxnId="{B20A5590-4E4C-46A9-AAB7-59B8B985C1DF}">
      <dgm:prSet/>
      <dgm:spPr/>
      <dgm:t>
        <a:bodyPr/>
        <a:lstStyle/>
        <a:p>
          <a:endParaRPr lang="en-US"/>
        </a:p>
      </dgm:t>
    </dgm:pt>
    <dgm:pt modelId="{8F66DE2B-24E6-4B58-9CAC-D4A1BDCE0211}">
      <dgm:prSet/>
      <dgm:spPr/>
      <dgm:t>
        <a:bodyPr/>
        <a:lstStyle/>
        <a:p>
          <a:r>
            <a:rPr lang="en-MY" b="1"/>
            <a:t>Disaster Recovery:</a:t>
          </a:r>
          <a:r>
            <a:rPr lang="en-MY"/>
            <a:t> Built-in redundancy and failover options.</a:t>
          </a:r>
          <a:endParaRPr lang="en-US"/>
        </a:p>
      </dgm:t>
    </dgm:pt>
    <dgm:pt modelId="{98FEE0F7-846F-4DAB-97ED-64E6D0C16CA8}" type="parTrans" cxnId="{3D7AB395-3801-4F92-BE20-E30F996CD620}">
      <dgm:prSet/>
      <dgm:spPr/>
      <dgm:t>
        <a:bodyPr/>
        <a:lstStyle/>
        <a:p>
          <a:endParaRPr lang="en-US"/>
        </a:p>
      </dgm:t>
    </dgm:pt>
    <dgm:pt modelId="{B6A36E88-5F86-49B3-88E5-AB812AFC94F3}" type="sibTrans" cxnId="{3D7AB395-3801-4F92-BE20-E30F996CD620}">
      <dgm:prSet/>
      <dgm:spPr/>
      <dgm:t>
        <a:bodyPr/>
        <a:lstStyle/>
        <a:p>
          <a:endParaRPr lang="en-US"/>
        </a:p>
      </dgm:t>
    </dgm:pt>
    <dgm:pt modelId="{FBBEBC39-1407-4F51-860F-07D73F634E12}">
      <dgm:prSet/>
      <dgm:spPr/>
      <dgm:t>
        <a:bodyPr/>
        <a:lstStyle/>
        <a:p>
          <a:r>
            <a:rPr lang="en-MY" b="1"/>
            <a:t>Remote Access:</a:t>
          </a:r>
          <a:r>
            <a:rPr lang="en-MY"/>
            <a:t> Access from anywhere using internet.</a:t>
          </a:r>
          <a:endParaRPr lang="en-US"/>
        </a:p>
      </dgm:t>
    </dgm:pt>
    <dgm:pt modelId="{C06A88EA-6DEB-4A0C-9F3A-3E901C15C352}" type="parTrans" cxnId="{BCE3669E-06E6-4DBC-B21A-BB8149002CA8}">
      <dgm:prSet/>
      <dgm:spPr/>
      <dgm:t>
        <a:bodyPr/>
        <a:lstStyle/>
        <a:p>
          <a:endParaRPr lang="en-US"/>
        </a:p>
      </dgm:t>
    </dgm:pt>
    <dgm:pt modelId="{82FDA5ED-C5F4-4524-BF17-7437659395FD}" type="sibTrans" cxnId="{BCE3669E-06E6-4DBC-B21A-BB8149002CA8}">
      <dgm:prSet/>
      <dgm:spPr/>
      <dgm:t>
        <a:bodyPr/>
        <a:lstStyle/>
        <a:p>
          <a:endParaRPr lang="en-US"/>
        </a:p>
      </dgm:t>
    </dgm:pt>
    <dgm:pt modelId="{F67C8547-4FB9-42C6-8563-12A4AA711D3A}" type="pres">
      <dgm:prSet presAssocID="{4CA4E78C-32F8-4863-860C-5501A4D09B69}" presName="root" presStyleCnt="0">
        <dgm:presLayoutVars>
          <dgm:dir/>
          <dgm:resizeHandles val="exact"/>
        </dgm:presLayoutVars>
      </dgm:prSet>
      <dgm:spPr/>
    </dgm:pt>
    <dgm:pt modelId="{C00710CD-B339-4771-AC71-EA5712A34027}" type="pres">
      <dgm:prSet presAssocID="{E7FD1A41-87B8-4A5F-AC35-046BA1EFCE09}" presName="compNode" presStyleCnt="0"/>
      <dgm:spPr/>
    </dgm:pt>
    <dgm:pt modelId="{F876CACD-B3A2-424A-B49D-666ED62852B6}" type="pres">
      <dgm:prSet presAssocID="{E7FD1A41-87B8-4A5F-AC35-046BA1EFCE09}" presName="bgRect" presStyleLbl="bgShp" presStyleIdx="0" presStyleCnt="5"/>
      <dgm:spPr/>
    </dgm:pt>
    <dgm:pt modelId="{D1F4DABD-0624-4502-AFA6-FEE7D0B55129}" type="pres">
      <dgm:prSet presAssocID="{E7FD1A41-87B8-4A5F-AC35-046BA1EFCE0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ximise"/>
        </a:ext>
      </dgm:extLst>
    </dgm:pt>
    <dgm:pt modelId="{CC3FD62F-12B9-4C74-945E-9E65F2D5CA0A}" type="pres">
      <dgm:prSet presAssocID="{E7FD1A41-87B8-4A5F-AC35-046BA1EFCE09}" presName="spaceRect" presStyleCnt="0"/>
      <dgm:spPr/>
    </dgm:pt>
    <dgm:pt modelId="{95D3D6DA-8373-4144-973C-73323CCE5257}" type="pres">
      <dgm:prSet presAssocID="{E7FD1A41-87B8-4A5F-AC35-046BA1EFCE09}" presName="parTx" presStyleLbl="revTx" presStyleIdx="0" presStyleCnt="5">
        <dgm:presLayoutVars>
          <dgm:chMax val="0"/>
          <dgm:chPref val="0"/>
        </dgm:presLayoutVars>
      </dgm:prSet>
      <dgm:spPr/>
    </dgm:pt>
    <dgm:pt modelId="{E1AAA373-CF16-4146-A7D6-00925CE70398}" type="pres">
      <dgm:prSet presAssocID="{BD25CAFF-0DDE-422D-ACBA-20B1DA9AE1AA}" presName="sibTrans" presStyleCnt="0"/>
      <dgm:spPr/>
    </dgm:pt>
    <dgm:pt modelId="{A70F0951-1DB2-4ADB-987F-7C75CCC78668}" type="pres">
      <dgm:prSet presAssocID="{C0D05354-DFA0-4F53-BD99-42A9D8D5063F}" presName="compNode" presStyleCnt="0"/>
      <dgm:spPr/>
    </dgm:pt>
    <dgm:pt modelId="{F86C6946-B3E1-4637-A4B2-D4638D278D1A}" type="pres">
      <dgm:prSet presAssocID="{C0D05354-DFA0-4F53-BD99-42A9D8D5063F}" presName="bgRect" presStyleLbl="bgShp" presStyleIdx="1" presStyleCnt="5"/>
      <dgm:spPr/>
    </dgm:pt>
    <dgm:pt modelId="{4DDA7198-5F63-43EE-AD7B-C6F4D71DD659}" type="pres">
      <dgm:prSet presAssocID="{C0D05354-DFA0-4F53-BD99-42A9D8D5063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uro"/>
        </a:ext>
      </dgm:extLst>
    </dgm:pt>
    <dgm:pt modelId="{89A02741-3E90-443B-907A-B1C7AF9E467E}" type="pres">
      <dgm:prSet presAssocID="{C0D05354-DFA0-4F53-BD99-42A9D8D5063F}" presName="spaceRect" presStyleCnt="0"/>
      <dgm:spPr/>
    </dgm:pt>
    <dgm:pt modelId="{DDBC0CA4-1356-40EF-B95A-40ADB7373903}" type="pres">
      <dgm:prSet presAssocID="{C0D05354-DFA0-4F53-BD99-42A9D8D5063F}" presName="parTx" presStyleLbl="revTx" presStyleIdx="1" presStyleCnt="5">
        <dgm:presLayoutVars>
          <dgm:chMax val="0"/>
          <dgm:chPref val="0"/>
        </dgm:presLayoutVars>
      </dgm:prSet>
      <dgm:spPr/>
    </dgm:pt>
    <dgm:pt modelId="{BCF491C5-9A54-46DC-9CC0-5ACBCF889F54}" type="pres">
      <dgm:prSet presAssocID="{805806DF-2B9B-45A3-B81D-F2CA16F5AC1A}" presName="sibTrans" presStyleCnt="0"/>
      <dgm:spPr/>
    </dgm:pt>
    <dgm:pt modelId="{0DBFC23B-78F1-474D-9C6A-6C5E8E693CC8}" type="pres">
      <dgm:prSet presAssocID="{11C30FE4-F44B-45B9-8F4C-A611F7F3E791}" presName="compNode" presStyleCnt="0"/>
      <dgm:spPr/>
    </dgm:pt>
    <dgm:pt modelId="{F9B816FB-92EB-4907-B6D4-8EDA1E04ED64}" type="pres">
      <dgm:prSet presAssocID="{11C30FE4-F44B-45B9-8F4C-A611F7F3E791}" presName="bgRect" presStyleLbl="bgShp" presStyleIdx="2" presStyleCnt="5"/>
      <dgm:spPr/>
    </dgm:pt>
    <dgm:pt modelId="{160C88BB-FCC2-4494-A287-E85C90912EE1}" type="pres">
      <dgm:prSet presAssocID="{11C30FE4-F44B-45B9-8F4C-A611F7F3E79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7FB60566-43CE-4271-8201-7415BD8A8255}" type="pres">
      <dgm:prSet presAssocID="{11C30FE4-F44B-45B9-8F4C-A611F7F3E791}" presName="spaceRect" presStyleCnt="0"/>
      <dgm:spPr/>
    </dgm:pt>
    <dgm:pt modelId="{818ABF57-2070-426A-BB94-12C14D7B378E}" type="pres">
      <dgm:prSet presAssocID="{11C30FE4-F44B-45B9-8F4C-A611F7F3E791}" presName="parTx" presStyleLbl="revTx" presStyleIdx="2" presStyleCnt="5">
        <dgm:presLayoutVars>
          <dgm:chMax val="0"/>
          <dgm:chPref val="0"/>
        </dgm:presLayoutVars>
      </dgm:prSet>
      <dgm:spPr/>
    </dgm:pt>
    <dgm:pt modelId="{18C9BBA5-A37E-4972-B5BF-E15F88BF7F25}" type="pres">
      <dgm:prSet presAssocID="{5B6B00B1-73F5-44EF-A457-9822D63CAC2B}" presName="sibTrans" presStyleCnt="0"/>
      <dgm:spPr/>
    </dgm:pt>
    <dgm:pt modelId="{81B3F260-3A63-480A-AA09-9EA26061B8B7}" type="pres">
      <dgm:prSet presAssocID="{8F66DE2B-24E6-4B58-9CAC-D4A1BDCE0211}" presName="compNode" presStyleCnt="0"/>
      <dgm:spPr/>
    </dgm:pt>
    <dgm:pt modelId="{B6DE3AFB-83F8-4D47-9B80-0671691FE162}" type="pres">
      <dgm:prSet presAssocID="{8F66DE2B-24E6-4B58-9CAC-D4A1BDCE0211}" presName="bgRect" presStyleLbl="bgShp" presStyleIdx="3" presStyleCnt="5"/>
      <dgm:spPr/>
    </dgm:pt>
    <dgm:pt modelId="{D4A51D79-77C5-429A-A239-B6F3C8DB127F}" type="pres">
      <dgm:prSet presAssocID="{8F66DE2B-24E6-4B58-9CAC-D4A1BDCE021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A367059A-12F5-41C8-AFF6-BAF5AE845B19}" type="pres">
      <dgm:prSet presAssocID="{8F66DE2B-24E6-4B58-9CAC-D4A1BDCE0211}" presName="spaceRect" presStyleCnt="0"/>
      <dgm:spPr/>
    </dgm:pt>
    <dgm:pt modelId="{DEAC946A-1D11-4016-A470-66D10FE0156B}" type="pres">
      <dgm:prSet presAssocID="{8F66DE2B-24E6-4B58-9CAC-D4A1BDCE0211}" presName="parTx" presStyleLbl="revTx" presStyleIdx="3" presStyleCnt="5">
        <dgm:presLayoutVars>
          <dgm:chMax val="0"/>
          <dgm:chPref val="0"/>
        </dgm:presLayoutVars>
      </dgm:prSet>
      <dgm:spPr/>
    </dgm:pt>
    <dgm:pt modelId="{DBD7B8C1-0B35-4E9C-8421-82DFA28078BB}" type="pres">
      <dgm:prSet presAssocID="{B6A36E88-5F86-49B3-88E5-AB812AFC94F3}" presName="sibTrans" presStyleCnt="0"/>
      <dgm:spPr/>
    </dgm:pt>
    <dgm:pt modelId="{064B83D0-50C9-4381-9EDE-87D602117A6D}" type="pres">
      <dgm:prSet presAssocID="{FBBEBC39-1407-4F51-860F-07D73F634E12}" presName="compNode" presStyleCnt="0"/>
      <dgm:spPr/>
    </dgm:pt>
    <dgm:pt modelId="{F74439FF-9F06-44D5-936D-C31AFF80EA57}" type="pres">
      <dgm:prSet presAssocID="{FBBEBC39-1407-4F51-860F-07D73F634E12}" presName="bgRect" presStyleLbl="bgShp" presStyleIdx="4" presStyleCnt="5"/>
      <dgm:spPr/>
    </dgm:pt>
    <dgm:pt modelId="{D56E01B6-D30B-4FB4-AA6F-3F27102EF4BC}" type="pres">
      <dgm:prSet presAssocID="{FBBEBC39-1407-4F51-860F-07D73F634E1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emote control"/>
        </a:ext>
      </dgm:extLst>
    </dgm:pt>
    <dgm:pt modelId="{F755CF6F-0D5F-4F38-BAB6-9DDBA43346FA}" type="pres">
      <dgm:prSet presAssocID="{FBBEBC39-1407-4F51-860F-07D73F634E12}" presName="spaceRect" presStyleCnt="0"/>
      <dgm:spPr/>
    </dgm:pt>
    <dgm:pt modelId="{C81CB933-658A-4240-9868-14C2F46B0078}" type="pres">
      <dgm:prSet presAssocID="{FBBEBC39-1407-4F51-860F-07D73F634E12}" presName="parTx" presStyleLbl="revTx" presStyleIdx="4" presStyleCnt="5">
        <dgm:presLayoutVars>
          <dgm:chMax val="0"/>
          <dgm:chPref val="0"/>
        </dgm:presLayoutVars>
      </dgm:prSet>
      <dgm:spPr/>
    </dgm:pt>
  </dgm:ptLst>
  <dgm:cxnLst>
    <dgm:cxn modelId="{50759F10-58C2-4331-8F76-B2F001D67D27}" srcId="{4CA4E78C-32F8-4863-860C-5501A4D09B69}" destId="{C0D05354-DFA0-4F53-BD99-42A9D8D5063F}" srcOrd="1" destOrd="0" parTransId="{DE0482C7-927A-44D1-9830-E6880D224E02}" sibTransId="{805806DF-2B9B-45A3-B81D-F2CA16F5AC1A}"/>
    <dgm:cxn modelId="{120B0D1C-8F8D-4D3E-A145-8E743CF838BF}" type="presOf" srcId="{8F66DE2B-24E6-4B58-9CAC-D4A1BDCE0211}" destId="{DEAC946A-1D11-4016-A470-66D10FE0156B}" srcOrd="0" destOrd="0" presId="urn:microsoft.com/office/officeart/2018/2/layout/IconVerticalSolidList"/>
    <dgm:cxn modelId="{C04AF359-7226-4387-AF37-2BA68151C760}" srcId="{4CA4E78C-32F8-4863-860C-5501A4D09B69}" destId="{E7FD1A41-87B8-4A5F-AC35-046BA1EFCE09}" srcOrd="0" destOrd="0" parTransId="{C56A22D1-8DB9-4F8A-BF28-8A5258D6117B}" sibTransId="{BD25CAFF-0DDE-422D-ACBA-20B1DA9AE1AA}"/>
    <dgm:cxn modelId="{B20A5590-4E4C-46A9-AAB7-59B8B985C1DF}" srcId="{4CA4E78C-32F8-4863-860C-5501A4D09B69}" destId="{11C30FE4-F44B-45B9-8F4C-A611F7F3E791}" srcOrd="2" destOrd="0" parTransId="{50BAA48E-3266-46E7-8894-D1256D12387A}" sibTransId="{5B6B00B1-73F5-44EF-A457-9822D63CAC2B}"/>
    <dgm:cxn modelId="{3D7AB395-3801-4F92-BE20-E30F996CD620}" srcId="{4CA4E78C-32F8-4863-860C-5501A4D09B69}" destId="{8F66DE2B-24E6-4B58-9CAC-D4A1BDCE0211}" srcOrd="3" destOrd="0" parTransId="{98FEE0F7-846F-4DAB-97ED-64E6D0C16CA8}" sibTransId="{B6A36E88-5F86-49B3-88E5-AB812AFC94F3}"/>
    <dgm:cxn modelId="{0BADE999-D17D-4C10-85AC-8BB093911DF5}" type="presOf" srcId="{11C30FE4-F44B-45B9-8F4C-A611F7F3E791}" destId="{818ABF57-2070-426A-BB94-12C14D7B378E}" srcOrd="0" destOrd="0" presId="urn:microsoft.com/office/officeart/2018/2/layout/IconVerticalSolidList"/>
    <dgm:cxn modelId="{BCE3669E-06E6-4DBC-B21A-BB8149002CA8}" srcId="{4CA4E78C-32F8-4863-860C-5501A4D09B69}" destId="{FBBEBC39-1407-4F51-860F-07D73F634E12}" srcOrd="4" destOrd="0" parTransId="{C06A88EA-6DEB-4A0C-9F3A-3E901C15C352}" sibTransId="{82FDA5ED-C5F4-4524-BF17-7437659395FD}"/>
    <dgm:cxn modelId="{E105D3AE-689C-4D6E-860E-2AEA86D7812F}" type="presOf" srcId="{4CA4E78C-32F8-4863-860C-5501A4D09B69}" destId="{F67C8547-4FB9-42C6-8563-12A4AA711D3A}" srcOrd="0" destOrd="0" presId="urn:microsoft.com/office/officeart/2018/2/layout/IconVerticalSolidList"/>
    <dgm:cxn modelId="{CC139CB8-CE3C-4EB4-865F-BB6F821EFEAD}" type="presOf" srcId="{FBBEBC39-1407-4F51-860F-07D73F634E12}" destId="{C81CB933-658A-4240-9868-14C2F46B0078}" srcOrd="0" destOrd="0" presId="urn:microsoft.com/office/officeart/2018/2/layout/IconVerticalSolidList"/>
    <dgm:cxn modelId="{CD6F16D6-7467-4334-A361-79DC195FA1F0}" type="presOf" srcId="{C0D05354-DFA0-4F53-BD99-42A9D8D5063F}" destId="{DDBC0CA4-1356-40EF-B95A-40ADB7373903}" srcOrd="0" destOrd="0" presId="urn:microsoft.com/office/officeart/2018/2/layout/IconVerticalSolidList"/>
    <dgm:cxn modelId="{A4BA6EDA-CA57-4EFE-A33F-A1C0E73FD379}" type="presOf" srcId="{E7FD1A41-87B8-4A5F-AC35-046BA1EFCE09}" destId="{95D3D6DA-8373-4144-973C-73323CCE5257}" srcOrd="0" destOrd="0" presId="urn:microsoft.com/office/officeart/2018/2/layout/IconVerticalSolidList"/>
    <dgm:cxn modelId="{8526C320-1B78-4FAC-812C-0C9366733B8A}" type="presParOf" srcId="{F67C8547-4FB9-42C6-8563-12A4AA711D3A}" destId="{C00710CD-B339-4771-AC71-EA5712A34027}" srcOrd="0" destOrd="0" presId="urn:microsoft.com/office/officeart/2018/2/layout/IconVerticalSolidList"/>
    <dgm:cxn modelId="{C1354658-F1E9-42A7-9AC2-FDFCE76FEC74}" type="presParOf" srcId="{C00710CD-B339-4771-AC71-EA5712A34027}" destId="{F876CACD-B3A2-424A-B49D-666ED62852B6}" srcOrd="0" destOrd="0" presId="urn:microsoft.com/office/officeart/2018/2/layout/IconVerticalSolidList"/>
    <dgm:cxn modelId="{2E3B33EC-FE53-4A6D-BF61-E1AF19963DE2}" type="presParOf" srcId="{C00710CD-B339-4771-AC71-EA5712A34027}" destId="{D1F4DABD-0624-4502-AFA6-FEE7D0B55129}" srcOrd="1" destOrd="0" presId="urn:microsoft.com/office/officeart/2018/2/layout/IconVerticalSolidList"/>
    <dgm:cxn modelId="{9FC0ACE6-5A8E-4D67-9CA2-A23737B98369}" type="presParOf" srcId="{C00710CD-B339-4771-AC71-EA5712A34027}" destId="{CC3FD62F-12B9-4C74-945E-9E65F2D5CA0A}" srcOrd="2" destOrd="0" presId="urn:microsoft.com/office/officeart/2018/2/layout/IconVerticalSolidList"/>
    <dgm:cxn modelId="{E05B5639-0DA6-4709-8B3E-5CD10695A7EA}" type="presParOf" srcId="{C00710CD-B339-4771-AC71-EA5712A34027}" destId="{95D3D6DA-8373-4144-973C-73323CCE5257}" srcOrd="3" destOrd="0" presId="urn:microsoft.com/office/officeart/2018/2/layout/IconVerticalSolidList"/>
    <dgm:cxn modelId="{FF8F121B-89D2-4510-8BB6-CA438E69684B}" type="presParOf" srcId="{F67C8547-4FB9-42C6-8563-12A4AA711D3A}" destId="{E1AAA373-CF16-4146-A7D6-00925CE70398}" srcOrd="1" destOrd="0" presId="urn:microsoft.com/office/officeart/2018/2/layout/IconVerticalSolidList"/>
    <dgm:cxn modelId="{81115125-37C6-4BD3-BF50-E5A86998AF15}" type="presParOf" srcId="{F67C8547-4FB9-42C6-8563-12A4AA711D3A}" destId="{A70F0951-1DB2-4ADB-987F-7C75CCC78668}" srcOrd="2" destOrd="0" presId="urn:microsoft.com/office/officeart/2018/2/layout/IconVerticalSolidList"/>
    <dgm:cxn modelId="{B9FE00BC-D3A0-4409-88AB-E78EA8CE1961}" type="presParOf" srcId="{A70F0951-1DB2-4ADB-987F-7C75CCC78668}" destId="{F86C6946-B3E1-4637-A4B2-D4638D278D1A}" srcOrd="0" destOrd="0" presId="urn:microsoft.com/office/officeart/2018/2/layout/IconVerticalSolidList"/>
    <dgm:cxn modelId="{7FB4977E-5B2F-4E3A-A0C1-3DB3952D53FC}" type="presParOf" srcId="{A70F0951-1DB2-4ADB-987F-7C75CCC78668}" destId="{4DDA7198-5F63-43EE-AD7B-C6F4D71DD659}" srcOrd="1" destOrd="0" presId="urn:microsoft.com/office/officeart/2018/2/layout/IconVerticalSolidList"/>
    <dgm:cxn modelId="{E465FC28-4D02-4881-ABFE-3DBB86B9E339}" type="presParOf" srcId="{A70F0951-1DB2-4ADB-987F-7C75CCC78668}" destId="{89A02741-3E90-443B-907A-B1C7AF9E467E}" srcOrd="2" destOrd="0" presId="urn:microsoft.com/office/officeart/2018/2/layout/IconVerticalSolidList"/>
    <dgm:cxn modelId="{97C878B8-C739-45BD-BA87-FC2E2C0623EC}" type="presParOf" srcId="{A70F0951-1DB2-4ADB-987F-7C75CCC78668}" destId="{DDBC0CA4-1356-40EF-B95A-40ADB7373903}" srcOrd="3" destOrd="0" presId="urn:microsoft.com/office/officeart/2018/2/layout/IconVerticalSolidList"/>
    <dgm:cxn modelId="{622A6A71-D197-4501-9647-A0C5FF9CF043}" type="presParOf" srcId="{F67C8547-4FB9-42C6-8563-12A4AA711D3A}" destId="{BCF491C5-9A54-46DC-9CC0-5ACBCF889F54}" srcOrd="3" destOrd="0" presId="urn:microsoft.com/office/officeart/2018/2/layout/IconVerticalSolidList"/>
    <dgm:cxn modelId="{BEBD4AE2-E830-4EAF-8412-8037E534BDD0}" type="presParOf" srcId="{F67C8547-4FB9-42C6-8563-12A4AA711D3A}" destId="{0DBFC23B-78F1-474D-9C6A-6C5E8E693CC8}" srcOrd="4" destOrd="0" presId="urn:microsoft.com/office/officeart/2018/2/layout/IconVerticalSolidList"/>
    <dgm:cxn modelId="{71C842DB-BA10-4834-A1C1-853BD0079BAF}" type="presParOf" srcId="{0DBFC23B-78F1-474D-9C6A-6C5E8E693CC8}" destId="{F9B816FB-92EB-4907-B6D4-8EDA1E04ED64}" srcOrd="0" destOrd="0" presId="urn:microsoft.com/office/officeart/2018/2/layout/IconVerticalSolidList"/>
    <dgm:cxn modelId="{C2932238-EC15-41D4-B48C-ADC92A793CD2}" type="presParOf" srcId="{0DBFC23B-78F1-474D-9C6A-6C5E8E693CC8}" destId="{160C88BB-FCC2-4494-A287-E85C90912EE1}" srcOrd="1" destOrd="0" presId="urn:microsoft.com/office/officeart/2018/2/layout/IconVerticalSolidList"/>
    <dgm:cxn modelId="{4CC80B79-F908-4D7C-8FE9-7EF3204BDE9F}" type="presParOf" srcId="{0DBFC23B-78F1-474D-9C6A-6C5E8E693CC8}" destId="{7FB60566-43CE-4271-8201-7415BD8A8255}" srcOrd="2" destOrd="0" presId="urn:microsoft.com/office/officeart/2018/2/layout/IconVerticalSolidList"/>
    <dgm:cxn modelId="{9FCBEB5E-05B0-4F96-9786-B5C8B7644885}" type="presParOf" srcId="{0DBFC23B-78F1-474D-9C6A-6C5E8E693CC8}" destId="{818ABF57-2070-426A-BB94-12C14D7B378E}" srcOrd="3" destOrd="0" presId="urn:microsoft.com/office/officeart/2018/2/layout/IconVerticalSolidList"/>
    <dgm:cxn modelId="{B95DCBA3-87E8-41C9-AB40-AD91749C6E3D}" type="presParOf" srcId="{F67C8547-4FB9-42C6-8563-12A4AA711D3A}" destId="{18C9BBA5-A37E-4972-B5BF-E15F88BF7F25}" srcOrd="5" destOrd="0" presId="urn:microsoft.com/office/officeart/2018/2/layout/IconVerticalSolidList"/>
    <dgm:cxn modelId="{7D54B8C8-DAAB-4C53-A487-2CE64073C1EA}" type="presParOf" srcId="{F67C8547-4FB9-42C6-8563-12A4AA711D3A}" destId="{81B3F260-3A63-480A-AA09-9EA26061B8B7}" srcOrd="6" destOrd="0" presId="urn:microsoft.com/office/officeart/2018/2/layout/IconVerticalSolidList"/>
    <dgm:cxn modelId="{06F19A6A-E278-489A-8B2A-7E454745244D}" type="presParOf" srcId="{81B3F260-3A63-480A-AA09-9EA26061B8B7}" destId="{B6DE3AFB-83F8-4D47-9B80-0671691FE162}" srcOrd="0" destOrd="0" presId="urn:microsoft.com/office/officeart/2018/2/layout/IconVerticalSolidList"/>
    <dgm:cxn modelId="{8DC9A286-706D-4F1A-862A-7C1A3F8CA594}" type="presParOf" srcId="{81B3F260-3A63-480A-AA09-9EA26061B8B7}" destId="{D4A51D79-77C5-429A-A239-B6F3C8DB127F}" srcOrd="1" destOrd="0" presId="urn:microsoft.com/office/officeart/2018/2/layout/IconVerticalSolidList"/>
    <dgm:cxn modelId="{8E547F35-E71C-4C19-A12B-AB46BAE6861C}" type="presParOf" srcId="{81B3F260-3A63-480A-AA09-9EA26061B8B7}" destId="{A367059A-12F5-41C8-AFF6-BAF5AE845B19}" srcOrd="2" destOrd="0" presId="urn:microsoft.com/office/officeart/2018/2/layout/IconVerticalSolidList"/>
    <dgm:cxn modelId="{5F80EBDA-924D-4C01-97E0-97A0F1BF5A13}" type="presParOf" srcId="{81B3F260-3A63-480A-AA09-9EA26061B8B7}" destId="{DEAC946A-1D11-4016-A470-66D10FE0156B}" srcOrd="3" destOrd="0" presId="urn:microsoft.com/office/officeart/2018/2/layout/IconVerticalSolidList"/>
    <dgm:cxn modelId="{6E24C314-2A0B-4651-9DD0-B5CB29769735}" type="presParOf" srcId="{F67C8547-4FB9-42C6-8563-12A4AA711D3A}" destId="{DBD7B8C1-0B35-4E9C-8421-82DFA28078BB}" srcOrd="7" destOrd="0" presId="urn:microsoft.com/office/officeart/2018/2/layout/IconVerticalSolidList"/>
    <dgm:cxn modelId="{CD4E00A5-97D8-493C-BB18-D9FE67EF6765}" type="presParOf" srcId="{F67C8547-4FB9-42C6-8563-12A4AA711D3A}" destId="{064B83D0-50C9-4381-9EDE-87D602117A6D}" srcOrd="8" destOrd="0" presId="urn:microsoft.com/office/officeart/2018/2/layout/IconVerticalSolidList"/>
    <dgm:cxn modelId="{95E3E434-D34A-4E86-AFA4-05BF0005C626}" type="presParOf" srcId="{064B83D0-50C9-4381-9EDE-87D602117A6D}" destId="{F74439FF-9F06-44D5-936D-C31AFF80EA57}" srcOrd="0" destOrd="0" presId="urn:microsoft.com/office/officeart/2018/2/layout/IconVerticalSolidList"/>
    <dgm:cxn modelId="{4DE2054B-B9B2-4C7E-BB7C-C17983805957}" type="presParOf" srcId="{064B83D0-50C9-4381-9EDE-87D602117A6D}" destId="{D56E01B6-D30B-4FB4-AA6F-3F27102EF4BC}" srcOrd="1" destOrd="0" presId="urn:microsoft.com/office/officeart/2018/2/layout/IconVerticalSolidList"/>
    <dgm:cxn modelId="{5C145E3F-F76D-498A-8546-5C7EEBB921B2}" type="presParOf" srcId="{064B83D0-50C9-4381-9EDE-87D602117A6D}" destId="{F755CF6F-0D5F-4F38-BAB6-9DDBA43346FA}" srcOrd="2" destOrd="0" presId="urn:microsoft.com/office/officeart/2018/2/layout/IconVerticalSolidList"/>
    <dgm:cxn modelId="{619A494B-5137-466F-880E-6CCBCA82854C}" type="presParOf" srcId="{064B83D0-50C9-4381-9EDE-87D602117A6D}" destId="{C81CB933-658A-4240-9868-14C2F46B007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19406840-6522-4707-9D13-C025F155B12C}"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5E4941EA-0D03-4762-96A1-8822CAE4FFBE}">
      <dgm:prSet/>
      <dgm:spPr/>
      <dgm:t>
        <a:bodyPr/>
        <a:lstStyle/>
        <a:p>
          <a:r>
            <a:rPr lang="en-MY" b="1"/>
            <a:t>IaaS (Infrastructure as a Service):</a:t>
          </a:r>
          <a:r>
            <a:rPr lang="en-MY"/>
            <a:t> Provides virtualized computing resources via the internet (e.g., AWS EC2, Azure VM).</a:t>
          </a:r>
          <a:endParaRPr lang="en-US"/>
        </a:p>
      </dgm:t>
    </dgm:pt>
    <dgm:pt modelId="{94A09F98-9EC3-46D1-8508-C19DA1454771}" type="parTrans" cxnId="{68DF49E5-97E7-41A8-97EB-610ED126DF68}">
      <dgm:prSet/>
      <dgm:spPr/>
      <dgm:t>
        <a:bodyPr/>
        <a:lstStyle/>
        <a:p>
          <a:endParaRPr lang="en-US"/>
        </a:p>
      </dgm:t>
    </dgm:pt>
    <dgm:pt modelId="{E7A95985-FA0F-4906-B9D1-2957D1FD69FD}" type="sibTrans" cxnId="{68DF49E5-97E7-41A8-97EB-610ED126DF68}">
      <dgm:prSet/>
      <dgm:spPr/>
      <dgm:t>
        <a:bodyPr/>
        <a:lstStyle/>
        <a:p>
          <a:endParaRPr lang="en-US"/>
        </a:p>
      </dgm:t>
    </dgm:pt>
    <dgm:pt modelId="{C27FEDA6-7CB2-4972-AFBA-8722D3186236}">
      <dgm:prSet/>
      <dgm:spPr/>
      <dgm:t>
        <a:bodyPr/>
        <a:lstStyle/>
        <a:p>
          <a:r>
            <a:rPr lang="en-MY" b="1"/>
            <a:t>PaaS (Platform as a Service):</a:t>
          </a:r>
          <a:r>
            <a:rPr lang="en-MY"/>
            <a:t> Offers hardware and software tools for application development (e.g., Google App Engine).</a:t>
          </a:r>
          <a:endParaRPr lang="en-US"/>
        </a:p>
      </dgm:t>
    </dgm:pt>
    <dgm:pt modelId="{A3D41815-5E69-4B57-A38A-01F94876DBAE}" type="parTrans" cxnId="{FC25882F-C0DD-462E-9380-FAB051946050}">
      <dgm:prSet/>
      <dgm:spPr/>
      <dgm:t>
        <a:bodyPr/>
        <a:lstStyle/>
        <a:p>
          <a:endParaRPr lang="en-US"/>
        </a:p>
      </dgm:t>
    </dgm:pt>
    <dgm:pt modelId="{E234DD07-5267-4E35-9F42-7066ECDCE2B6}" type="sibTrans" cxnId="{FC25882F-C0DD-462E-9380-FAB051946050}">
      <dgm:prSet/>
      <dgm:spPr/>
      <dgm:t>
        <a:bodyPr/>
        <a:lstStyle/>
        <a:p>
          <a:endParaRPr lang="en-US"/>
        </a:p>
      </dgm:t>
    </dgm:pt>
    <dgm:pt modelId="{BB01C4B4-0920-489E-920E-71BEAF49D01B}">
      <dgm:prSet/>
      <dgm:spPr/>
      <dgm:t>
        <a:bodyPr/>
        <a:lstStyle/>
        <a:p>
          <a:r>
            <a:rPr lang="en-MY" b="1"/>
            <a:t>SaaS (Software as a Service):</a:t>
          </a:r>
          <a:r>
            <a:rPr lang="en-MY"/>
            <a:t> Delivers software applications over the internet (e.g., Google Workspace, Dropbox).</a:t>
          </a:r>
          <a:endParaRPr lang="en-US"/>
        </a:p>
      </dgm:t>
    </dgm:pt>
    <dgm:pt modelId="{EC2B5CC2-E2D3-4000-A3AC-9720EFF103F4}" type="parTrans" cxnId="{CC7A64AB-6A54-46A5-A1A4-AE7CC8A2409C}">
      <dgm:prSet/>
      <dgm:spPr/>
      <dgm:t>
        <a:bodyPr/>
        <a:lstStyle/>
        <a:p>
          <a:endParaRPr lang="en-US"/>
        </a:p>
      </dgm:t>
    </dgm:pt>
    <dgm:pt modelId="{05C8C76C-686F-490D-84D0-B55A18FE90FD}" type="sibTrans" cxnId="{CC7A64AB-6A54-46A5-A1A4-AE7CC8A2409C}">
      <dgm:prSet/>
      <dgm:spPr/>
      <dgm:t>
        <a:bodyPr/>
        <a:lstStyle/>
        <a:p>
          <a:endParaRPr lang="en-US"/>
        </a:p>
      </dgm:t>
    </dgm:pt>
    <dgm:pt modelId="{F09C2EFF-1083-4FEE-AFD7-04DCF4C3BE50}" type="pres">
      <dgm:prSet presAssocID="{19406840-6522-4707-9D13-C025F155B12C}" presName="root" presStyleCnt="0">
        <dgm:presLayoutVars>
          <dgm:dir/>
          <dgm:resizeHandles val="exact"/>
        </dgm:presLayoutVars>
      </dgm:prSet>
      <dgm:spPr/>
    </dgm:pt>
    <dgm:pt modelId="{7C5D3A20-DCB7-4BB5-B4B3-CF682A55A3F2}" type="pres">
      <dgm:prSet presAssocID="{5E4941EA-0D03-4762-96A1-8822CAE4FFBE}" presName="compNode" presStyleCnt="0"/>
      <dgm:spPr/>
    </dgm:pt>
    <dgm:pt modelId="{80ACAF16-CF07-4313-8147-7A458CB0EEA2}" type="pres">
      <dgm:prSet presAssocID="{5E4941EA-0D03-4762-96A1-8822CAE4FFB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E4C753F7-BAEA-4C41-9B3A-C761FE872C5B}" type="pres">
      <dgm:prSet presAssocID="{5E4941EA-0D03-4762-96A1-8822CAE4FFBE}" presName="spaceRect" presStyleCnt="0"/>
      <dgm:spPr/>
    </dgm:pt>
    <dgm:pt modelId="{C4BDF23B-B7ED-4D5C-9087-FEED5D9261AC}" type="pres">
      <dgm:prSet presAssocID="{5E4941EA-0D03-4762-96A1-8822CAE4FFBE}" presName="textRect" presStyleLbl="revTx" presStyleIdx="0" presStyleCnt="3">
        <dgm:presLayoutVars>
          <dgm:chMax val="1"/>
          <dgm:chPref val="1"/>
        </dgm:presLayoutVars>
      </dgm:prSet>
      <dgm:spPr/>
    </dgm:pt>
    <dgm:pt modelId="{586DC19F-EBC3-4488-88F6-4FE4F86E6E29}" type="pres">
      <dgm:prSet presAssocID="{E7A95985-FA0F-4906-B9D1-2957D1FD69FD}" presName="sibTrans" presStyleCnt="0"/>
      <dgm:spPr/>
    </dgm:pt>
    <dgm:pt modelId="{4800B29F-97D5-4D09-8077-42C602ABE98A}" type="pres">
      <dgm:prSet presAssocID="{C27FEDA6-7CB2-4972-AFBA-8722D3186236}" presName="compNode" presStyleCnt="0"/>
      <dgm:spPr/>
    </dgm:pt>
    <dgm:pt modelId="{ECA86523-C9F5-44FF-BF3C-AE71D550C835}" type="pres">
      <dgm:prSet presAssocID="{C27FEDA6-7CB2-4972-AFBA-8722D318623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8A12ED6E-FE4B-4AAF-B502-8BD999849FD6}" type="pres">
      <dgm:prSet presAssocID="{C27FEDA6-7CB2-4972-AFBA-8722D3186236}" presName="spaceRect" presStyleCnt="0"/>
      <dgm:spPr/>
    </dgm:pt>
    <dgm:pt modelId="{91F66974-3768-425B-A9E0-175DAE6B86A4}" type="pres">
      <dgm:prSet presAssocID="{C27FEDA6-7CB2-4972-AFBA-8722D3186236}" presName="textRect" presStyleLbl="revTx" presStyleIdx="1" presStyleCnt="3">
        <dgm:presLayoutVars>
          <dgm:chMax val="1"/>
          <dgm:chPref val="1"/>
        </dgm:presLayoutVars>
      </dgm:prSet>
      <dgm:spPr/>
    </dgm:pt>
    <dgm:pt modelId="{2A758A6A-8922-4B93-A8B7-EA45EDD39427}" type="pres">
      <dgm:prSet presAssocID="{E234DD07-5267-4E35-9F42-7066ECDCE2B6}" presName="sibTrans" presStyleCnt="0"/>
      <dgm:spPr/>
    </dgm:pt>
    <dgm:pt modelId="{E280EA59-8CAA-439B-B156-280D62532120}" type="pres">
      <dgm:prSet presAssocID="{BB01C4B4-0920-489E-920E-71BEAF49D01B}" presName="compNode" presStyleCnt="0"/>
      <dgm:spPr/>
    </dgm:pt>
    <dgm:pt modelId="{18999FF9-FA0D-478C-B546-F51FCEDAE7AB}" type="pres">
      <dgm:prSet presAssocID="{BB01C4B4-0920-489E-920E-71BEAF49D01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E32AC178-A0FB-422B-8EAA-7E6FB0D6B11B}" type="pres">
      <dgm:prSet presAssocID="{BB01C4B4-0920-489E-920E-71BEAF49D01B}" presName="spaceRect" presStyleCnt="0"/>
      <dgm:spPr/>
    </dgm:pt>
    <dgm:pt modelId="{4E571A93-A19F-4677-91DC-09C892765AAD}" type="pres">
      <dgm:prSet presAssocID="{BB01C4B4-0920-489E-920E-71BEAF49D01B}" presName="textRect" presStyleLbl="revTx" presStyleIdx="2" presStyleCnt="3">
        <dgm:presLayoutVars>
          <dgm:chMax val="1"/>
          <dgm:chPref val="1"/>
        </dgm:presLayoutVars>
      </dgm:prSet>
      <dgm:spPr/>
    </dgm:pt>
  </dgm:ptLst>
  <dgm:cxnLst>
    <dgm:cxn modelId="{D1247202-E552-4797-9FD7-8A607747C46E}" type="presOf" srcId="{19406840-6522-4707-9D13-C025F155B12C}" destId="{F09C2EFF-1083-4FEE-AFD7-04DCF4C3BE50}" srcOrd="0" destOrd="0" presId="urn:microsoft.com/office/officeart/2018/2/layout/IconLabelList"/>
    <dgm:cxn modelId="{A1517323-CE78-4860-9FBB-DCE42AF77297}" type="presOf" srcId="{C27FEDA6-7CB2-4972-AFBA-8722D3186236}" destId="{91F66974-3768-425B-A9E0-175DAE6B86A4}" srcOrd="0" destOrd="0" presId="urn:microsoft.com/office/officeart/2018/2/layout/IconLabelList"/>
    <dgm:cxn modelId="{FC25882F-C0DD-462E-9380-FAB051946050}" srcId="{19406840-6522-4707-9D13-C025F155B12C}" destId="{C27FEDA6-7CB2-4972-AFBA-8722D3186236}" srcOrd="1" destOrd="0" parTransId="{A3D41815-5E69-4B57-A38A-01F94876DBAE}" sibTransId="{E234DD07-5267-4E35-9F42-7066ECDCE2B6}"/>
    <dgm:cxn modelId="{343CD232-B583-4B83-95A0-24B05592E3C6}" type="presOf" srcId="{5E4941EA-0D03-4762-96A1-8822CAE4FFBE}" destId="{C4BDF23B-B7ED-4D5C-9087-FEED5D9261AC}" srcOrd="0" destOrd="0" presId="urn:microsoft.com/office/officeart/2018/2/layout/IconLabelList"/>
    <dgm:cxn modelId="{2790293E-6638-49E5-B33B-890E05CCFFDC}" type="presOf" srcId="{BB01C4B4-0920-489E-920E-71BEAF49D01B}" destId="{4E571A93-A19F-4677-91DC-09C892765AAD}" srcOrd="0" destOrd="0" presId="urn:microsoft.com/office/officeart/2018/2/layout/IconLabelList"/>
    <dgm:cxn modelId="{CC7A64AB-6A54-46A5-A1A4-AE7CC8A2409C}" srcId="{19406840-6522-4707-9D13-C025F155B12C}" destId="{BB01C4B4-0920-489E-920E-71BEAF49D01B}" srcOrd="2" destOrd="0" parTransId="{EC2B5CC2-E2D3-4000-A3AC-9720EFF103F4}" sibTransId="{05C8C76C-686F-490D-84D0-B55A18FE90FD}"/>
    <dgm:cxn modelId="{68DF49E5-97E7-41A8-97EB-610ED126DF68}" srcId="{19406840-6522-4707-9D13-C025F155B12C}" destId="{5E4941EA-0D03-4762-96A1-8822CAE4FFBE}" srcOrd="0" destOrd="0" parTransId="{94A09F98-9EC3-46D1-8508-C19DA1454771}" sibTransId="{E7A95985-FA0F-4906-B9D1-2957D1FD69FD}"/>
    <dgm:cxn modelId="{6D59B56C-7BCD-49A2-8EA9-8752A0FE51B0}" type="presParOf" srcId="{F09C2EFF-1083-4FEE-AFD7-04DCF4C3BE50}" destId="{7C5D3A20-DCB7-4BB5-B4B3-CF682A55A3F2}" srcOrd="0" destOrd="0" presId="urn:microsoft.com/office/officeart/2018/2/layout/IconLabelList"/>
    <dgm:cxn modelId="{9A411CF1-99C9-48B2-B1CA-7A7C1F0A382C}" type="presParOf" srcId="{7C5D3A20-DCB7-4BB5-B4B3-CF682A55A3F2}" destId="{80ACAF16-CF07-4313-8147-7A458CB0EEA2}" srcOrd="0" destOrd="0" presId="urn:microsoft.com/office/officeart/2018/2/layout/IconLabelList"/>
    <dgm:cxn modelId="{01617C80-7E7C-4C0B-A724-17600E1A2511}" type="presParOf" srcId="{7C5D3A20-DCB7-4BB5-B4B3-CF682A55A3F2}" destId="{E4C753F7-BAEA-4C41-9B3A-C761FE872C5B}" srcOrd="1" destOrd="0" presId="urn:microsoft.com/office/officeart/2018/2/layout/IconLabelList"/>
    <dgm:cxn modelId="{8FB026CF-F147-4C10-8214-39BF066ED9D1}" type="presParOf" srcId="{7C5D3A20-DCB7-4BB5-B4B3-CF682A55A3F2}" destId="{C4BDF23B-B7ED-4D5C-9087-FEED5D9261AC}" srcOrd="2" destOrd="0" presId="urn:microsoft.com/office/officeart/2018/2/layout/IconLabelList"/>
    <dgm:cxn modelId="{37BBD4C1-0502-4AF4-B319-EBF95FA3CFE9}" type="presParOf" srcId="{F09C2EFF-1083-4FEE-AFD7-04DCF4C3BE50}" destId="{586DC19F-EBC3-4488-88F6-4FE4F86E6E29}" srcOrd="1" destOrd="0" presId="urn:microsoft.com/office/officeart/2018/2/layout/IconLabelList"/>
    <dgm:cxn modelId="{7BD31750-1134-438A-A927-01659D1D6E6B}" type="presParOf" srcId="{F09C2EFF-1083-4FEE-AFD7-04DCF4C3BE50}" destId="{4800B29F-97D5-4D09-8077-42C602ABE98A}" srcOrd="2" destOrd="0" presId="urn:microsoft.com/office/officeart/2018/2/layout/IconLabelList"/>
    <dgm:cxn modelId="{3CA42D53-BB25-46BF-B48A-BBB96C5E9A95}" type="presParOf" srcId="{4800B29F-97D5-4D09-8077-42C602ABE98A}" destId="{ECA86523-C9F5-44FF-BF3C-AE71D550C835}" srcOrd="0" destOrd="0" presId="urn:microsoft.com/office/officeart/2018/2/layout/IconLabelList"/>
    <dgm:cxn modelId="{7046BC31-B27E-4A7A-B88D-3DAA5BA74396}" type="presParOf" srcId="{4800B29F-97D5-4D09-8077-42C602ABE98A}" destId="{8A12ED6E-FE4B-4AAF-B502-8BD999849FD6}" srcOrd="1" destOrd="0" presId="urn:microsoft.com/office/officeart/2018/2/layout/IconLabelList"/>
    <dgm:cxn modelId="{73D1D40C-8D57-4CCB-A0EC-81725CB737DE}" type="presParOf" srcId="{4800B29F-97D5-4D09-8077-42C602ABE98A}" destId="{91F66974-3768-425B-A9E0-175DAE6B86A4}" srcOrd="2" destOrd="0" presId="urn:microsoft.com/office/officeart/2018/2/layout/IconLabelList"/>
    <dgm:cxn modelId="{E6F41AF2-465D-4227-9BAE-434D07954910}" type="presParOf" srcId="{F09C2EFF-1083-4FEE-AFD7-04DCF4C3BE50}" destId="{2A758A6A-8922-4B93-A8B7-EA45EDD39427}" srcOrd="3" destOrd="0" presId="urn:microsoft.com/office/officeart/2018/2/layout/IconLabelList"/>
    <dgm:cxn modelId="{83DBED6A-DE56-479A-9CD2-25CE4109656F}" type="presParOf" srcId="{F09C2EFF-1083-4FEE-AFD7-04DCF4C3BE50}" destId="{E280EA59-8CAA-439B-B156-280D62532120}" srcOrd="4" destOrd="0" presId="urn:microsoft.com/office/officeart/2018/2/layout/IconLabelList"/>
    <dgm:cxn modelId="{E8435A17-CA0F-429F-AEF8-08C75B1BA59A}" type="presParOf" srcId="{E280EA59-8CAA-439B-B156-280D62532120}" destId="{18999FF9-FA0D-478C-B546-F51FCEDAE7AB}" srcOrd="0" destOrd="0" presId="urn:microsoft.com/office/officeart/2018/2/layout/IconLabelList"/>
    <dgm:cxn modelId="{ADF29FA4-D26A-4B1F-BA16-BC545DD5860C}" type="presParOf" srcId="{E280EA59-8CAA-439B-B156-280D62532120}" destId="{E32AC178-A0FB-422B-8EAA-7E6FB0D6B11B}" srcOrd="1" destOrd="0" presId="urn:microsoft.com/office/officeart/2018/2/layout/IconLabelList"/>
    <dgm:cxn modelId="{513688C9-618A-468E-A19C-B8110FD25431}" type="presParOf" srcId="{E280EA59-8CAA-439B-B156-280D62532120}" destId="{4E571A93-A19F-4677-91DC-09C892765AA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2574D658-93D2-4804-B0A6-E9F39B649F3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784E6BB-62E8-4347-8651-A32B28BEC1D6}">
      <dgm:prSet/>
      <dgm:spPr/>
      <dgm:t>
        <a:bodyPr/>
        <a:lstStyle/>
        <a:p>
          <a:pPr>
            <a:defRPr cap="all"/>
          </a:pPr>
          <a:r>
            <a:rPr lang="en-MY" b="1"/>
            <a:t>Downtime:</a:t>
          </a:r>
          <a:r>
            <a:rPr lang="en-MY"/>
            <a:t> Risk of application unavailability during migration.</a:t>
          </a:r>
          <a:endParaRPr lang="en-US"/>
        </a:p>
      </dgm:t>
    </dgm:pt>
    <dgm:pt modelId="{CEB4166D-E1F8-4412-8784-4D2552F4B717}" type="parTrans" cxnId="{194C1A3E-2EA9-4278-B6B5-99855238D8D1}">
      <dgm:prSet/>
      <dgm:spPr/>
      <dgm:t>
        <a:bodyPr/>
        <a:lstStyle/>
        <a:p>
          <a:endParaRPr lang="en-US"/>
        </a:p>
      </dgm:t>
    </dgm:pt>
    <dgm:pt modelId="{1FD02048-1C82-40FF-AA87-E95758DEC001}" type="sibTrans" cxnId="{194C1A3E-2EA9-4278-B6B5-99855238D8D1}">
      <dgm:prSet/>
      <dgm:spPr/>
      <dgm:t>
        <a:bodyPr/>
        <a:lstStyle/>
        <a:p>
          <a:endParaRPr lang="en-US"/>
        </a:p>
      </dgm:t>
    </dgm:pt>
    <dgm:pt modelId="{2C292998-DE21-445E-B7F9-9350C574549D}">
      <dgm:prSet/>
      <dgm:spPr/>
      <dgm:t>
        <a:bodyPr/>
        <a:lstStyle/>
        <a:p>
          <a:pPr>
            <a:defRPr cap="all"/>
          </a:pPr>
          <a:r>
            <a:rPr lang="en-MY" b="1"/>
            <a:t>Data Loss:</a:t>
          </a:r>
          <a:r>
            <a:rPr lang="en-MY"/>
            <a:t> Improper handling can lead to permanent data loss.</a:t>
          </a:r>
          <a:endParaRPr lang="en-US"/>
        </a:p>
      </dgm:t>
    </dgm:pt>
    <dgm:pt modelId="{68A8F081-4C36-41D6-846D-7C50A240DFAD}" type="parTrans" cxnId="{1FB6FD7A-1DDB-4EB7-9624-8119BF1FFEEB}">
      <dgm:prSet/>
      <dgm:spPr/>
      <dgm:t>
        <a:bodyPr/>
        <a:lstStyle/>
        <a:p>
          <a:endParaRPr lang="en-US"/>
        </a:p>
      </dgm:t>
    </dgm:pt>
    <dgm:pt modelId="{9EA9FC27-403A-49F5-B6CE-29D4C1609DCF}" type="sibTrans" cxnId="{1FB6FD7A-1DDB-4EB7-9624-8119BF1FFEEB}">
      <dgm:prSet/>
      <dgm:spPr/>
      <dgm:t>
        <a:bodyPr/>
        <a:lstStyle/>
        <a:p>
          <a:endParaRPr lang="en-US"/>
        </a:p>
      </dgm:t>
    </dgm:pt>
    <dgm:pt modelId="{4C52378D-BC9C-43BF-98F8-78504339B47E}">
      <dgm:prSet/>
      <dgm:spPr/>
      <dgm:t>
        <a:bodyPr/>
        <a:lstStyle/>
        <a:p>
          <a:pPr>
            <a:defRPr cap="all"/>
          </a:pPr>
          <a:r>
            <a:rPr lang="en-MY" b="1"/>
            <a:t>Security:</a:t>
          </a:r>
          <a:r>
            <a:rPr lang="en-MY"/>
            <a:t> Data in transit and at rest must be protected.</a:t>
          </a:r>
          <a:endParaRPr lang="en-US"/>
        </a:p>
      </dgm:t>
    </dgm:pt>
    <dgm:pt modelId="{1DCA5D7A-75A6-4F13-A7DB-069CD18C4AE7}" type="parTrans" cxnId="{66558D70-9E83-45FF-94E8-5ABAAEEA05B7}">
      <dgm:prSet/>
      <dgm:spPr/>
      <dgm:t>
        <a:bodyPr/>
        <a:lstStyle/>
        <a:p>
          <a:endParaRPr lang="en-US"/>
        </a:p>
      </dgm:t>
    </dgm:pt>
    <dgm:pt modelId="{8D2FDA7B-30DC-49CA-80FF-6B9A9B3CB3A5}" type="sibTrans" cxnId="{66558D70-9E83-45FF-94E8-5ABAAEEA05B7}">
      <dgm:prSet/>
      <dgm:spPr/>
      <dgm:t>
        <a:bodyPr/>
        <a:lstStyle/>
        <a:p>
          <a:endParaRPr lang="en-US"/>
        </a:p>
      </dgm:t>
    </dgm:pt>
    <dgm:pt modelId="{A8E7765A-0319-42A3-9BBC-D3DAC6BDC0E6}">
      <dgm:prSet/>
      <dgm:spPr/>
      <dgm:t>
        <a:bodyPr/>
        <a:lstStyle/>
        <a:p>
          <a:pPr>
            <a:defRPr cap="all"/>
          </a:pPr>
          <a:r>
            <a:rPr lang="en-MY" b="1"/>
            <a:t>Compliance:</a:t>
          </a:r>
          <a:r>
            <a:rPr lang="en-MY"/>
            <a:t> Must meet regulatory requirements like GDPR, HIPAA.</a:t>
          </a:r>
          <a:endParaRPr lang="en-US"/>
        </a:p>
      </dgm:t>
    </dgm:pt>
    <dgm:pt modelId="{8CFE7398-9F1E-4771-97AA-D980D51FF506}" type="parTrans" cxnId="{7884000D-16C2-4B78-A02D-B143CD8AACD2}">
      <dgm:prSet/>
      <dgm:spPr/>
      <dgm:t>
        <a:bodyPr/>
        <a:lstStyle/>
        <a:p>
          <a:endParaRPr lang="en-US"/>
        </a:p>
      </dgm:t>
    </dgm:pt>
    <dgm:pt modelId="{D889400F-C0F5-4EB3-855E-E7DA15A71316}" type="sibTrans" cxnId="{7884000D-16C2-4B78-A02D-B143CD8AACD2}">
      <dgm:prSet/>
      <dgm:spPr/>
      <dgm:t>
        <a:bodyPr/>
        <a:lstStyle/>
        <a:p>
          <a:endParaRPr lang="en-US"/>
        </a:p>
      </dgm:t>
    </dgm:pt>
    <dgm:pt modelId="{1F53F12E-5DE9-4635-BF81-6926224CF838}">
      <dgm:prSet/>
      <dgm:spPr/>
      <dgm:t>
        <a:bodyPr/>
        <a:lstStyle/>
        <a:p>
          <a:pPr>
            <a:defRPr cap="all"/>
          </a:pPr>
          <a:r>
            <a:rPr lang="en-MY" b="1"/>
            <a:t>Compatibility:</a:t>
          </a:r>
          <a:r>
            <a:rPr lang="en-MY"/>
            <a:t> Legacy apps may not run smoothly in cloud.</a:t>
          </a:r>
          <a:endParaRPr lang="en-US"/>
        </a:p>
      </dgm:t>
    </dgm:pt>
    <dgm:pt modelId="{A4CD6198-E99D-4DF6-93F7-5E5AD9213598}" type="parTrans" cxnId="{0E6B4F66-2BB1-41EB-9996-0D674804D216}">
      <dgm:prSet/>
      <dgm:spPr/>
      <dgm:t>
        <a:bodyPr/>
        <a:lstStyle/>
        <a:p>
          <a:endParaRPr lang="en-US"/>
        </a:p>
      </dgm:t>
    </dgm:pt>
    <dgm:pt modelId="{46712C6C-DFD1-4EF8-8FC8-AC9D16B59CD5}" type="sibTrans" cxnId="{0E6B4F66-2BB1-41EB-9996-0D674804D216}">
      <dgm:prSet/>
      <dgm:spPr/>
      <dgm:t>
        <a:bodyPr/>
        <a:lstStyle/>
        <a:p>
          <a:endParaRPr lang="en-US"/>
        </a:p>
      </dgm:t>
    </dgm:pt>
    <dgm:pt modelId="{3CD253AC-D730-40BA-B514-62623708D779}" type="pres">
      <dgm:prSet presAssocID="{2574D658-93D2-4804-B0A6-E9F39B649F3A}" presName="root" presStyleCnt="0">
        <dgm:presLayoutVars>
          <dgm:dir/>
          <dgm:resizeHandles val="exact"/>
        </dgm:presLayoutVars>
      </dgm:prSet>
      <dgm:spPr/>
    </dgm:pt>
    <dgm:pt modelId="{24BBF61C-A0A6-49FC-8238-B5C69A539447}" type="pres">
      <dgm:prSet presAssocID="{1784E6BB-62E8-4347-8651-A32B28BEC1D6}" presName="compNode" presStyleCnt="0"/>
      <dgm:spPr/>
    </dgm:pt>
    <dgm:pt modelId="{DD467043-4F54-4632-81B0-8C78A47173A9}" type="pres">
      <dgm:prSet presAssocID="{1784E6BB-62E8-4347-8651-A32B28BEC1D6}" presName="iconBgRect" presStyleLbl="bgShp" presStyleIdx="0" presStyleCnt="5"/>
      <dgm:spPr/>
    </dgm:pt>
    <dgm:pt modelId="{772C9998-C59C-4113-B71F-AE654169AD34}" type="pres">
      <dgm:prSet presAssocID="{1784E6BB-62E8-4347-8651-A32B28BEC1D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ning"/>
        </a:ext>
      </dgm:extLst>
    </dgm:pt>
    <dgm:pt modelId="{6FB58C82-6EF3-4D0A-AB85-39085710227A}" type="pres">
      <dgm:prSet presAssocID="{1784E6BB-62E8-4347-8651-A32B28BEC1D6}" presName="spaceRect" presStyleCnt="0"/>
      <dgm:spPr/>
    </dgm:pt>
    <dgm:pt modelId="{2E319FB1-96A4-452E-B8DD-0586A7E1745D}" type="pres">
      <dgm:prSet presAssocID="{1784E6BB-62E8-4347-8651-A32B28BEC1D6}" presName="textRect" presStyleLbl="revTx" presStyleIdx="0" presStyleCnt="5">
        <dgm:presLayoutVars>
          <dgm:chMax val="1"/>
          <dgm:chPref val="1"/>
        </dgm:presLayoutVars>
      </dgm:prSet>
      <dgm:spPr/>
    </dgm:pt>
    <dgm:pt modelId="{EFF34EC2-F02E-4899-BE42-0A460CDEF929}" type="pres">
      <dgm:prSet presAssocID="{1FD02048-1C82-40FF-AA87-E95758DEC001}" presName="sibTrans" presStyleCnt="0"/>
      <dgm:spPr/>
    </dgm:pt>
    <dgm:pt modelId="{8B5911A2-6304-4148-8E42-49DA09F51E89}" type="pres">
      <dgm:prSet presAssocID="{2C292998-DE21-445E-B7F9-9350C574549D}" presName="compNode" presStyleCnt="0"/>
      <dgm:spPr/>
    </dgm:pt>
    <dgm:pt modelId="{236FE448-48C7-4795-85B5-38E7D97CC83B}" type="pres">
      <dgm:prSet presAssocID="{2C292998-DE21-445E-B7F9-9350C574549D}" presName="iconBgRect" presStyleLbl="bgShp" presStyleIdx="1" presStyleCnt="5"/>
      <dgm:spPr/>
    </dgm:pt>
    <dgm:pt modelId="{3175A19E-1DA2-4C43-B85E-EF5059EC82F8}" type="pres">
      <dgm:prSet presAssocID="{2C292998-DE21-445E-B7F9-9350C574549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72E15516-9953-4B99-AA4A-479CC030F2C0}" type="pres">
      <dgm:prSet presAssocID="{2C292998-DE21-445E-B7F9-9350C574549D}" presName="spaceRect" presStyleCnt="0"/>
      <dgm:spPr/>
    </dgm:pt>
    <dgm:pt modelId="{8BAE6982-11E0-4A70-87A5-AB451266D449}" type="pres">
      <dgm:prSet presAssocID="{2C292998-DE21-445E-B7F9-9350C574549D}" presName="textRect" presStyleLbl="revTx" presStyleIdx="1" presStyleCnt="5">
        <dgm:presLayoutVars>
          <dgm:chMax val="1"/>
          <dgm:chPref val="1"/>
        </dgm:presLayoutVars>
      </dgm:prSet>
      <dgm:spPr/>
    </dgm:pt>
    <dgm:pt modelId="{3881134F-DB39-47CF-8D9A-50A4ABBE1DFD}" type="pres">
      <dgm:prSet presAssocID="{9EA9FC27-403A-49F5-B6CE-29D4C1609DCF}" presName="sibTrans" presStyleCnt="0"/>
      <dgm:spPr/>
    </dgm:pt>
    <dgm:pt modelId="{70E7AB68-51C7-4B33-8B2B-3E004EB03377}" type="pres">
      <dgm:prSet presAssocID="{4C52378D-BC9C-43BF-98F8-78504339B47E}" presName="compNode" presStyleCnt="0"/>
      <dgm:spPr/>
    </dgm:pt>
    <dgm:pt modelId="{0F0675D2-C365-44C9-882B-E4D118B8BDF3}" type="pres">
      <dgm:prSet presAssocID="{4C52378D-BC9C-43BF-98F8-78504339B47E}" presName="iconBgRect" presStyleLbl="bgShp" presStyleIdx="2" presStyleCnt="5"/>
      <dgm:spPr/>
    </dgm:pt>
    <dgm:pt modelId="{D82A8DEA-9F33-4024-9CB7-C4ECFCC876A5}" type="pres">
      <dgm:prSet presAssocID="{4C52378D-BC9C-43BF-98F8-78504339B47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613A5BE9-08E0-4E61-8BEB-FC35503E44E2}" type="pres">
      <dgm:prSet presAssocID="{4C52378D-BC9C-43BF-98F8-78504339B47E}" presName="spaceRect" presStyleCnt="0"/>
      <dgm:spPr/>
    </dgm:pt>
    <dgm:pt modelId="{02179BF6-F3D4-4EEB-AA87-A41387BDB37B}" type="pres">
      <dgm:prSet presAssocID="{4C52378D-BC9C-43BF-98F8-78504339B47E}" presName="textRect" presStyleLbl="revTx" presStyleIdx="2" presStyleCnt="5">
        <dgm:presLayoutVars>
          <dgm:chMax val="1"/>
          <dgm:chPref val="1"/>
        </dgm:presLayoutVars>
      </dgm:prSet>
      <dgm:spPr/>
    </dgm:pt>
    <dgm:pt modelId="{252AF505-9892-4A1F-805D-44DF669926B1}" type="pres">
      <dgm:prSet presAssocID="{8D2FDA7B-30DC-49CA-80FF-6B9A9B3CB3A5}" presName="sibTrans" presStyleCnt="0"/>
      <dgm:spPr/>
    </dgm:pt>
    <dgm:pt modelId="{E1AF67DB-A027-4CA7-A5BB-3C16C932F2ED}" type="pres">
      <dgm:prSet presAssocID="{A8E7765A-0319-42A3-9BBC-D3DAC6BDC0E6}" presName="compNode" presStyleCnt="0"/>
      <dgm:spPr/>
    </dgm:pt>
    <dgm:pt modelId="{7F7132F3-3AE1-4D5F-AAC5-7D64983DA026}" type="pres">
      <dgm:prSet presAssocID="{A8E7765A-0319-42A3-9BBC-D3DAC6BDC0E6}" presName="iconBgRect" presStyleLbl="bgShp" presStyleIdx="3" presStyleCnt="5"/>
      <dgm:spPr/>
    </dgm:pt>
    <dgm:pt modelId="{3FE86B83-89FC-48FA-8A9C-83A5FFE523AB}" type="pres">
      <dgm:prSet presAssocID="{A8E7765A-0319-42A3-9BBC-D3DAC6BDC0E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tor"/>
        </a:ext>
      </dgm:extLst>
    </dgm:pt>
    <dgm:pt modelId="{DB7214D8-7226-4454-9C7E-14239F40A1B2}" type="pres">
      <dgm:prSet presAssocID="{A8E7765A-0319-42A3-9BBC-D3DAC6BDC0E6}" presName="spaceRect" presStyleCnt="0"/>
      <dgm:spPr/>
    </dgm:pt>
    <dgm:pt modelId="{728EE6B4-0FE7-4864-9794-EDED72CAB0C6}" type="pres">
      <dgm:prSet presAssocID="{A8E7765A-0319-42A3-9BBC-D3DAC6BDC0E6}" presName="textRect" presStyleLbl="revTx" presStyleIdx="3" presStyleCnt="5">
        <dgm:presLayoutVars>
          <dgm:chMax val="1"/>
          <dgm:chPref val="1"/>
        </dgm:presLayoutVars>
      </dgm:prSet>
      <dgm:spPr/>
    </dgm:pt>
    <dgm:pt modelId="{41F78DE5-2EDB-411E-B687-7BB07F7565CF}" type="pres">
      <dgm:prSet presAssocID="{D889400F-C0F5-4EB3-855E-E7DA15A71316}" presName="sibTrans" presStyleCnt="0"/>
      <dgm:spPr/>
    </dgm:pt>
    <dgm:pt modelId="{18E863E3-DDA3-40A7-B197-799B6E16847D}" type="pres">
      <dgm:prSet presAssocID="{1F53F12E-5DE9-4635-BF81-6926224CF838}" presName="compNode" presStyleCnt="0"/>
      <dgm:spPr/>
    </dgm:pt>
    <dgm:pt modelId="{EBB72992-555C-4E8A-9D4A-A02131939151}" type="pres">
      <dgm:prSet presAssocID="{1F53F12E-5DE9-4635-BF81-6926224CF838}" presName="iconBgRect" presStyleLbl="bgShp" presStyleIdx="4" presStyleCnt="5"/>
      <dgm:spPr/>
    </dgm:pt>
    <dgm:pt modelId="{8F3263C2-25C1-4A91-B64A-BFE672D86167}" type="pres">
      <dgm:prSet presAssocID="{1F53F12E-5DE9-4635-BF81-6926224CF83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yncing Cloud"/>
        </a:ext>
      </dgm:extLst>
    </dgm:pt>
    <dgm:pt modelId="{53F25186-BE4F-4ECA-8015-836DD16483FB}" type="pres">
      <dgm:prSet presAssocID="{1F53F12E-5DE9-4635-BF81-6926224CF838}" presName="spaceRect" presStyleCnt="0"/>
      <dgm:spPr/>
    </dgm:pt>
    <dgm:pt modelId="{68343C2E-D980-470F-B596-1CA971296899}" type="pres">
      <dgm:prSet presAssocID="{1F53F12E-5DE9-4635-BF81-6926224CF838}" presName="textRect" presStyleLbl="revTx" presStyleIdx="4" presStyleCnt="5">
        <dgm:presLayoutVars>
          <dgm:chMax val="1"/>
          <dgm:chPref val="1"/>
        </dgm:presLayoutVars>
      </dgm:prSet>
      <dgm:spPr/>
    </dgm:pt>
  </dgm:ptLst>
  <dgm:cxnLst>
    <dgm:cxn modelId="{7884000D-16C2-4B78-A02D-B143CD8AACD2}" srcId="{2574D658-93D2-4804-B0A6-E9F39B649F3A}" destId="{A8E7765A-0319-42A3-9BBC-D3DAC6BDC0E6}" srcOrd="3" destOrd="0" parTransId="{8CFE7398-9F1E-4771-97AA-D980D51FF506}" sibTransId="{D889400F-C0F5-4EB3-855E-E7DA15A71316}"/>
    <dgm:cxn modelId="{9F24C43A-D3D6-42C8-99E3-520B5CAF8737}" type="presOf" srcId="{A8E7765A-0319-42A3-9BBC-D3DAC6BDC0E6}" destId="{728EE6B4-0FE7-4864-9794-EDED72CAB0C6}" srcOrd="0" destOrd="0" presId="urn:microsoft.com/office/officeart/2018/5/layout/IconCircleLabelList"/>
    <dgm:cxn modelId="{194C1A3E-2EA9-4278-B6B5-99855238D8D1}" srcId="{2574D658-93D2-4804-B0A6-E9F39B649F3A}" destId="{1784E6BB-62E8-4347-8651-A32B28BEC1D6}" srcOrd="0" destOrd="0" parTransId="{CEB4166D-E1F8-4412-8784-4D2552F4B717}" sibTransId="{1FD02048-1C82-40FF-AA87-E95758DEC001}"/>
    <dgm:cxn modelId="{F3A31242-266C-46F8-BCE9-CB8D1503AE32}" type="presOf" srcId="{1F53F12E-5DE9-4635-BF81-6926224CF838}" destId="{68343C2E-D980-470F-B596-1CA971296899}" srcOrd="0" destOrd="0" presId="urn:microsoft.com/office/officeart/2018/5/layout/IconCircleLabelList"/>
    <dgm:cxn modelId="{D6D80743-BF5D-46B1-BE69-29EEB1BF8970}" type="presOf" srcId="{1784E6BB-62E8-4347-8651-A32B28BEC1D6}" destId="{2E319FB1-96A4-452E-B8DD-0586A7E1745D}" srcOrd="0" destOrd="0" presId="urn:microsoft.com/office/officeart/2018/5/layout/IconCircleLabelList"/>
    <dgm:cxn modelId="{0E6B4F66-2BB1-41EB-9996-0D674804D216}" srcId="{2574D658-93D2-4804-B0A6-E9F39B649F3A}" destId="{1F53F12E-5DE9-4635-BF81-6926224CF838}" srcOrd="4" destOrd="0" parTransId="{A4CD6198-E99D-4DF6-93F7-5E5AD9213598}" sibTransId="{46712C6C-DFD1-4EF8-8FC8-AC9D16B59CD5}"/>
    <dgm:cxn modelId="{66558D70-9E83-45FF-94E8-5ABAAEEA05B7}" srcId="{2574D658-93D2-4804-B0A6-E9F39B649F3A}" destId="{4C52378D-BC9C-43BF-98F8-78504339B47E}" srcOrd="2" destOrd="0" parTransId="{1DCA5D7A-75A6-4F13-A7DB-069CD18C4AE7}" sibTransId="{8D2FDA7B-30DC-49CA-80FF-6B9A9B3CB3A5}"/>
    <dgm:cxn modelId="{4434C774-94CB-47E5-B6B4-1C03D44EFEBF}" type="presOf" srcId="{2C292998-DE21-445E-B7F9-9350C574549D}" destId="{8BAE6982-11E0-4A70-87A5-AB451266D449}" srcOrd="0" destOrd="0" presId="urn:microsoft.com/office/officeart/2018/5/layout/IconCircleLabelList"/>
    <dgm:cxn modelId="{6B135379-7E06-475D-AF48-17DF61C78D5D}" type="presOf" srcId="{2574D658-93D2-4804-B0A6-E9F39B649F3A}" destId="{3CD253AC-D730-40BA-B514-62623708D779}" srcOrd="0" destOrd="0" presId="urn:microsoft.com/office/officeart/2018/5/layout/IconCircleLabelList"/>
    <dgm:cxn modelId="{1FB6FD7A-1DDB-4EB7-9624-8119BF1FFEEB}" srcId="{2574D658-93D2-4804-B0A6-E9F39B649F3A}" destId="{2C292998-DE21-445E-B7F9-9350C574549D}" srcOrd="1" destOrd="0" parTransId="{68A8F081-4C36-41D6-846D-7C50A240DFAD}" sibTransId="{9EA9FC27-403A-49F5-B6CE-29D4C1609DCF}"/>
    <dgm:cxn modelId="{03CCACE7-5F78-4308-B42F-F741DE96CF10}" type="presOf" srcId="{4C52378D-BC9C-43BF-98F8-78504339B47E}" destId="{02179BF6-F3D4-4EEB-AA87-A41387BDB37B}" srcOrd="0" destOrd="0" presId="urn:microsoft.com/office/officeart/2018/5/layout/IconCircleLabelList"/>
    <dgm:cxn modelId="{FF70B39F-D8D4-4955-91E6-8BBEEC3CC70F}" type="presParOf" srcId="{3CD253AC-D730-40BA-B514-62623708D779}" destId="{24BBF61C-A0A6-49FC-8238-B5C69A539447}" srcOrd="0" destOrd="0" presId="urn:microsoft.com/office/officeart/2018/5/layout/IconCircleLabelList"/>
    <dgm:cxn modelId="{D920868B-75B3-4C18-BCDE-68685849B9C8}" type="presParOf" srcId="{24BBF61C-A0A6-49FC-8238-B5C69A539447}" destId="{DD467043-4F54-4632-81B0-8C78A47173A9}" srcOrd="0" destOrd="0" presId="urn:microsoft.com/office/officeart/2018/5/layout/IconCircleLabelList"/>
    <dgm:cxn modelId="{5A4E67B6-C63A-435F-9EFD-BA5136A02333}" type="presParOf" srcId="{24BBF61C-A0A6-49FC-8238-B5C69A539447}" destId="{772C9998-C59C-4113-B71F-AE654169AD34}" srcOrd="1" destOrd="0" presId="urn:microsoft.com/office/officeart/2018/5/layout/IconCircleLabelList"/>
    <dgm:cxn modelId="{43500031-43E7-4014-AD69-08AAE33679C5}" type="presParOf" srcId="{24BBF61C-A0A6-49FC-8238-B5C69A539447}" destId="{6FB58C82-6EF3-4D0A-AB85-39085710227A}" srcOrd="2" destOrd="0" presId="urn:microsoft.com/office/officeart/2018/5/layout/IconCircleLabelList"/>
    <dgm:cxn modelId="{69C83C4B-5491-4E4C-B9F9-E6F40771A3E7}" type="presParOf" srcId="{24BBF61C-A0A6-49FC-8238-B5C69A539447}" destId="{2E319FB1-96A4-452E-B8DD-0586A7E1745D}" srcOrd="3" destOrd="0" presId="urn:microsoft.com/office/officeart/2018/5/layout/IconCircleLabelList"/>
    <dgm:cxn modelId="{599ACD7A-4123-4BB3-9515-EC5FB3481F3A}" type="presParOf" srcId="{3CD253AC-D730-40BA-B514-62623708D779}" destId="{EFF34EC2-F02E-4899-BE42-0A460CDEF929}" srcOrd="1" destOrd="0" presId="urn:microsoft.com/office/officeart/2018/5/layout/IconCircleLabelList"/>
    <dgm:cxn modelId="{ADB97B5C-2B7D-4BC7-95AB-C791C59C058E}" type="presParOf" srcId="{3CD253AC-D730-40BA-B514-62623708D779}" destId="{8B5911A2-6304-4148-8E42-49DA09F51E89}" srcOrd="2" destOrd="0" presId="urn:microsoft.com/office/officeart/2018/5/layout/IconCircleLabelList"/>
    <dgm:cxn modelId="{D93CF54C-8ECC-448E-9458-B619C1D7250C}" type="presParOf" srcId="{8B5911A2-6304-4148-8E42-49DA09F51E89}" destId="{236FE448-48C7-4795-85B5-38E7D97CC83B}" srcOrd="0" destOrd="0" presId="urn:microsoft.com/office/officeart/2018/5/layout/IconCircleLabelList"/>
    <dgm:cxn modelId="{A457720B-092E-46BA-8F08-53D5CF17A3FD}" type="presParOf" srcId="{8B5911A2-6304-4148-8E42-49DA09F51E89}" destId="{3175A19E-1DA2-4C43-B85E-EF5059EC82F8}" srcOrd="1" destOrd="0" presId="urn:microsoft.com/office/officeart/2018/5/layout/IconCircleLabelList"/>
    <dgm:cxn modelId="{E334DB92-6501-4E56-8B0F-8744683F7748}" type="presParOf" srcId="{8B5911A2-6304-4148-8E42-49DA09F51E89}" destId="{72E15516-9953-4B99-AA4A-479CC030F2C0}" srcOrd="2" destOrd="0" presId="urn:microsoft.com/office/officeart/2018/5/layout/IconCircleLabelList"/>
    <dgm:cxn modelId="{43D76880-F724-476F-BA91-67BA15E78667}" type="presParOf" srcId="{8B5911A2-6304-4148-8E42-49DA09F51E89}" destId="{8BAE6982-11E0-4A70-87A5-AB451266D449}" srcOrd="3" destOrd="0" presId="urn:microsoft.com/office/officeart/2018/5/layout/IconCircleLabelList"/>
    <dgm:cxn modelId="{AD6A62C2-01AC-4297-8BCB-4F102D6B8CE9}" type="presParOf" srcId="{3CD253AC-D730-40BA-B514-62623708D779}" destId="{3881134F-DB39-47CF-8D9A-50A4ABBE1DFD}" srcOrd="3" destOrd="0" presId="urn:microsoft.com/office/officeart/2018/5/layout/IconCircleLabelList"/>
    <dgm:cxn modelId="{1472127B-E9CD-467D-9EC4-6842917A8AA5}" type="presParOf" srcId="{3CD253AC-D730-40BA-B514-62623708D779}" destId="{70E7AB68-51C7-4B33-8B2B-3E004EB03377}" srcOrd="4" destOrd="0" presId="urn:microsoft.com/office/officeart/2018/5/layout/IconCircleLabelList"/>
    <dgm:cxn modelId="{7833C10F-CFD8-4016-957A-7726C620F02E}" type="presParOf" srcId="{70E7AB68-51C7-4B33-8B2B-3E004EB03377}" destId="{0F0675D2-C365-44C9-882B-E4D118B8BDF3}" srcOrd="0" destOrd="0" presId="urn:microsoft.com/office/officeart/2018/5/layout/IconCircleLabelList"/>
    <dgm:cxn modelId="{74B421C8-7AB7-42BC-AAFA-729E0907F6D3}" type="presParOf" srcId="{70E7AB68-51C7-4B33-8B2B-3E004EB03377}" destId="{D82A8DEA-9F33-4024-9CB7-C4ECFCC876A5}" srcOrd="1" destOrd="0" presId="urn:microsoft.com/office/officeart/2018/5/layout/IconCircleLabelList"/>
    <dgm:cxn modelId="{9A04FEEC-378E-459B-BEBE-9F6D21E6D52C}" type="presParOf" srcId="{70E7AB68-51C7-4B33-8B2B-3E004EB03377}" destId="{613A5BE9-08E0-4E61-8BEB-FC35503E44E2}" srcOrd="2" destOrd="0" presId="urn:microsoft.com/office/officeart/2018/5/layout/IconCircleLabelList"/>
    <dgm:cxn modelId="{834876ED-AA7C-45BC-AD72-D176153BA1F3}" type="presParOf" srcId="{70E7AB68-51C7-4B33-8B2B-3E004EB03377}" destId="{02179BF6-F3D4-4EEB-AA87-A41387BDB37B}" srcOrd="3" destOrd="0" presId="urn:microsoft.com/office/officeart/2018/5/layout/IconCircleLabelList"/>
    <dgm:cxn modelId="{46166715-0086-43B2-B786-25377124CC73}" type="presParOf" srcId="{3CD253AC-D730-40BA-B514-62623708D779}" destId="{252AF505-9892-4A1F-805D-44DF669926B1}" srcOrd="5" destOrd="0" presId="urn:microsoft.com/office/officeart/2018/5/layout/IconCircleLabelList"/>
    <dgm:cxn modelId="{F9C357E8-1083-496F-A162-B6C354E832D0}" type="presParOf" srcId="{3CD253AC-D730-40BA-B514-62623708D779}" destId="{E1AF67DB-A027-4CA7-A5BB-3C16C932F2ED}" srcOrd="6" destOrd="0" presId="urn:microsoft.com/office/officeart/2018/5/layout/IconCircleLabelList"/>
    <dgm:cxn modelId="{9AD81CF7-DB18-419E-B527-3FE1A25D8B21}" type="presParOf" srcId="{E1AF67DB-A027-4CA7-A5BB-3C16C932F2ED}" destId="{7F7132F3-3AE1-4D5F-AAC5-7D64983DA026}" srcOrd="0" destOrd="0" presId="urn:microsoft.com/office/officeart/2018/5/layout/IconCircleLabelList"/>
    <dgm:cxn modelId="{BD520043-3FED-448D-8C53-B5023B8142A6}" type="presParOf" srcId="{E1AF67DB-A027-4CA7-A5BB-3C16C932F2ED}" destId="{3FE86B83-89FC-48FA-8A9C-83A5FFE523AB}" srcOrd="1" destOrd="0" presId="urn:microsoft.com/office/officeart/2018/5/layout/IconCircleLabelList"/>
    <dgm:cxn modelId="{317AB2E4-31F9-4D6B-8A10-40801E96985E}" type="presParOf" srcId="{E1AF67DB-A027-4CA7-A5BB-3C16C932F2ED}" destId="{DB7214D8-7226-4454-9C7E-14239F40A1B2}" srcOrd="2" destOrd="0" presId="urn:microsoft.com/office/officeart/2018/5/layout/IconCircleLabelList"/>
    <dgm:cxn modelId="{87BB5DDC-9B98-4ECD-A9E2-C5ECC8AADBD4}" type="presParOf" srcId="{E1AF67DB-A027-4CA7-A5BB-3C16C932F2ED}" destId="{728EE6B4-0FE7-4864-9794-EDED72CAB0C6}" srcOrd="3" destOrd="0" presId="urn:microsoft.com/office/officeart/2018/5/layout/IconCircleLabelList"/>
    <dgm:cxn modelId="{110FC73B-35B9-40F0-816D-3EE83975DC5F}" type="presParOf" srcId="{3CD253AC-D730-40BA-B514-62623708D779}" destId="{41F78DE5-2EDB-411E-B687-7BB07F7565CF}" srcOrd="7" destOrd="0" presId="urn:microsoft.com/office/officeart/2018/5/layout/IconCircleLabelList"/>
    <dgm:cxn modelId="{51CB43C5-2B1E-4097-A333-CDC1FC6EEE7C}" type="presParOf" srcId="{3CD253AC-D730-40BA-B514-62623708D779}" destId="{18E863E3-DDA3-40A7-B197-799B6E16847D}" srcOrd="8" destOrd="0" presId="urn:microsoft.com/office/officeart/2018/5/layout/IconCircleLabelList"/>
    <dgm:cxn modelId="{775672A9-CA58-4858-ACBB-D76A9DCC86DD}" type="presParOf" srcId="{18E863E3-DDA3-40A7-B197-799B6E16847D}" destId="{EBB72992-555C-4E8A-9D4A-A02131939151}" srcOrd="0" destOrd="0" presId="urn:microsoft.com/office/officeart/2018/5/layout/IconCircleLabelList"/>
    <dgm:cxn modelId="{BA5837C9-84B8-451B-94A7-1CEEF0FFB946}" type="presParOf" srcId="{18E863E3-DDA3-40A7-B197-799B6E16847D}" destId="{8F3263C2-25C1-4A91-B64A-BFE672D86167}" srcOrd="1" destOrd="0" presId="urn:microsoft.com/office/officeart/2018/5/layout/IconCircleLabelList"/>
    <dgm:cxn modelId="{768B942A-2710-422C-B265-E652C2F762A4}" type="presParOf" srcId="{18E863E3-DDA3-40A7-B197-799B6E16847D}" destId="{53F25186-BE4F-4ECA-8015-836DD16483FB}" srcOrd="2" destOrd="0" presId="urn:microsoft.com/office/officeart/2018/5/layout/IconCircleLabelList"/>
    <dgm:cxn modelId="{3CD4C8DA-92FC-49B1-B313-D558958197A9}" type="presParOf" srcId="{18E863E3-DDA3-40A7-B197-799B6E16847D}" destId="{68343C2E-D980-470F-B596-1CA97129689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7CC1F7CC-3C3C-42E3-AD8D-A7799D0CF7C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DC32B9-77C3-44FC-A051-B3EB9A3DE236}">
      <dgm:prSet/>
      <dgm:spPr/>
      <dgm:t>
        <a:bodyPr/>
        <a:lstStyle/>
        <a:p>
          <a:r>
            <a:rPr lang="en-MY" b="1"/>
            <a:t>Business Goals:</a:t>
          </a:r>
          <a:r>
            <a:rPr lang="en-MY"/>
            <a:t> Define clear objectives (e.g., cost reduction, scalability).</a:t>
          </a:r>
          <a:endParaRPr lang="en-US"/>
        </a:p>
      </dgm:t>
    </dgm:pt>
    <dgm:pt modelId="{94E28711-C803-4B02-AF3B-8E1BB5B26251}" type="parTrans" cxnId="{8DF70367-4AC6-492C-9C49-5DF40E472D87}">
      <dgm:prSet/>
      <dgm:spPr/>
      <dgm:t>
        <a:bodyPr/>
        <a:lstStyle/>
        <a:p>
          <a:endParaRPr lang="en-US"/>
        </a:p>
      </dgm:t>
    </dgm:pt>
    <dgm:pt modelId="{C6299C1C-9EF0-489A-99AD-A7051A049DF3}" type="sibTrans" cxnId="{8DF70367-4AC6-492C-9C49-5DF40E472D87}">
      <dgm:prSet/>
      <dgm:spPr/>
      <dgm:t>
        <a:bodyPr/>
        <a:lstStyle/>
        <a:p>
          <a:endParaRPr lang="en-US"/>
        </a:p>
      </dgm:t>
    </dgm:pt>
    <dgm:pt modelId="{4BF596CA-D209-4BD4-9835-40856A48C37D}">
      <dgm:prSet/>
      <dgm:spPr/>
      <dgm:t>
        <a:bodyPr/>
        <a:lstStyle/>
        <a:p>
          <a:r>
            <a:rPr lang="en-MY" b="1"/>
            <a:t>Assessment:</a:t>
          </a:r>
          <a:r>
            <a:rPr lang="en-MY"/>
            <a:t> Evaluate existing infrastructure and dependencies.</a:t>
          </a:r>
          <a:endParaRPr lang="en-US"/>
        </a:p>
      </dgm:t>
    </dgm:pt>
    <dgm:pt modelId="{EBCB6628-99A8-494C-BC3B-A72E6D3A0BE0}" type="parTrans" cxnId="{98F68029-A3CA-4515-BE44-DDDE7F4B221E}">
      <dgm:prSet/>
      <dgm:spPr/>
      <dgm:t>
        <a:bodyPr/>
        <a:lstStyle/>
        <a:p>
          <a:endParaRPr lang="en-US"/>
        </a:p>
      </dgm:t>
    </dgm:pt>
    <dgm:pt modelId="{5E279813-5CAA-4755-945A-E89B8AC8E7EF}" type="sibTrans" cxnId="{98F68029-A3CA-4515-BE44-DDDE7F4B221E}">
      <dgm:prSet/>
      <dgm:spPr/>
      <dgm:t>
        <a:bodyPr/>
        <a:lstStyle/>
        <a:p>
          <a:endParaRPr lang="en-US"/>
        </a:p>
      </dgm:t>
    </dgm:pt>
    <dgm:pt modelId="{84BFC242-3580-4E6E-BA59-0F158BFAA6B8}">
      <dgm:prSet/>
      <dgm:spPr/>
      <dgm:t>
        <a:bodyPr/>
        <a:lstStyle/>
        <a:p>
          <a:r>
            <a:rPr lang="en-MY" b="1"/>
            <a:t>Cost-Benefit Analysis:</a:t>
          </a:r>
          <a:r>
            <a:rPr lang="en-MY"/>
            <a:t> Weigh potential savings against migration costs.</a:t>
          </a:r>
          <a:endParaRPr lang="en-US"/>
        </a:p>
      </dgm:t>
    </dgm:pt>
    <dgm:pt modelId="{F434B303-71B4-46C3-979E-4234DF161F18}" type="parTrans" cxnId="{4AF09E9C-C260-4819-AE83-7F9ACBD236C1}">
      <dgm:prSet/>
      <dgm:spPr/>
      <dgm:t>
        <a:bodyPr/>
        <a:lstStyle/>
        <a:p>
          <a:endParaRPr lang="en-US"/>
        </a:p>
      </dgm:t>
    </dgm:pt>
    <dgm:pt modelId="{F005D014-4021-4E3D-9004-E3B0CA47FC61}" type="sibTrans" cxnId="{4AF09E9C-C260-4819-AE83-7F9ACBD236C1}">
      <dgm:prSet/>
      <dgm:spPr/>
      <dgm:t>
        <a:bodyPr/>
        <a:lstStyle/>
        <a:p>
          <a:endParaRPr lang="en-US"/>
        </a:p>
      </dgm:t>
    </dgm:pt>
    <dgm:pt modelId="{82BF87E4-0070-483B-AFAF-754C30EF2241}">
      <dgm:prSet/>
      <dgm:spPr/>
      <dgm:t>
        <a:bodyPr/>
        <a:lstStyle/>
        <a:p>
          <a:r>
            <a:rPr lang="en-MY" b="1"/>
            <a:t>Choose Cloud Model:</a:t>
          </a:r>
          <a:r>
            <a:rPr lang="en-MY"/>
            <a:t> Public, private, or hybrid?</a:t>
          </a:r>
          <a:endParaRPr lang="en-US"/>
        </a:p>
      </dgm:t>
    </dgm:pt>
    <dgm:pt modelId="{CA890AA1-84B3-42C1-AFFF-CB733301B466}" type="parTrans" cxnId="{ED7F947A-7844-4AEC-9FAB-53BA9E7A43F1}">
      <dgm:prSet/>
      <dgm:spPr/>
      <dgm:t>
        <a:bodyPr/>
        <a:lstStyle/>
        <a:p>
          <a:endParaRPr lang="en-US"/>
        </a:p>
      </dgm:t>
    </dgm:pt>
    <dgm:pt modelId="{4110E669-6F11-4D47-A56D-31853FE3E0A3}" type="sibTrans" cxnId="{ED7F947A-7844-4AEC-9FAB-53BA9E7A43F1}">
      <dgm:prSet/>
      <dgm:spPr/>
      <dgm:t>
        <a:bodyPr/>
        <a:lstStyle/>
        <a:p>
          <a:endParaRPr lang="en-US"/>
        </a:p>
      </dgm:t>
    </dgm:pt>
    <dgm:pt modelId="{DB4FF085-1E7F-4C37-AD02-CEFBB5A2C7E4}" type="pres">
      <dgm:prSet presAssocID="{7CC1F7CC-3C3C-42E3-AD8D-A7799D0CF7C1}" presName="root" presStyleCnt="0">
        <dgm:presLayoutVars>
          <dgm:dir/>
          <dgm:resizeHandles val="exact"/>
        </dgm:presLayoutVars>
      </dgm:prSet>
      <dgm:spPr/>
    </dgm:pt>
    <dgm:pt modelId="{477E1129-53B8-4E4F-BC20-20E4B56D7568}" type="pres">
      <dgm:prSet presAssocID="{F5DC32B9-77C3-44FC-A051-B3EB9A3DE236}" presName="compNode" presStyleCnt="0"/>
      <dgm:spPr/>
    </dgm:pt>
    <dgm:pt modelId="{AA299F9F-4F5F-474A-AE2F-2802E850F125}" type="pres">
      <dgm:prSet presAssocID="{F5DC32B9-77C3-44FC-A051-B3EB9A3DE236}" presName="bgRect" presStyleLbl="bgShp" presStyleIdx="0" presStyleCnt="4"/>
      <dgm:spPr/>
    </dgm:pt>
    <dgm:pt modelId="{5C74E96D-DD6B-4143-9F0D-902937E2B9BE}" type="pres">
      <dgm:prSet presAssocID="{F5DC32B9-77C3-44FC-A051-B3EB9A3DE23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DFB20512-ECC6-4861-9D9D-110C0C5FB5EE}" type="pres">
      <dgm:prSet presAssocID="{F5DC32B9-77C3-44FC-A051-B3EB9A3DE236}" presName="spaceRect" presStyleCnt="0"/>
      <dgm:spPr/>
    </dgm:pt>
    <dgm:pt modelId="{3998917F-26D4-42D9-A3DB-B6054486B2A9}" type="pres">
      <dgm:prSet presAssocID="{F5DC32B9-77C3-44FC-A051-B3EB9A3DE236}" presName="parTx" presStyleLbl="revTx" presStyleIdx="0" presStyleCnt="4">
        <dgm:presLayoutVars>
          <dgm:chMax val="0"/>
          <dgm:chPref val="0"/>
        </dgm:presLayoutVars>
      </dgm:prSet>
      <dgm:spPr/>
    </dgm:pt>
    <dgm:pt modelId="{31BB568D-15DF-491D-A3BB-C48B342B1467}" type="pres">
      <dgm:prSet presAssocID="{C6299C1C-9EF0-489A-99AD-A7051A049DF3}" presName="sibTrans" presStyleCnt="0"/>
      <dgm:spPr/>
    </dgm:pt>
    <dgm:pt modelId="{EB001451-02AF-45FF-8ED9-484E923C57AB}" type="pres">
      <dgm:prSet presAssocID="{4BF596CA-D209-4BD4-9835-40856A48C37D}" presName="compNode" presStyleCnt="0"/>
      <dgm:spPr/>
    </dgm:pt>
    <dgm:pt modelId="{1E57461F-61FA-43C3-88F1-DC1C208A5CBE}" type="pres">
      <dgm:prSet presAssocID="{4BF596CA-D209-4BD4-9835-40856A48C37D}" presName="bgRect" presStyleLbl="bgShp" presStyleIdx="1" presStyleCnt="4"/>
      <dgm:spPr/>
    </dgm:pt>
    <dgm:pt modelId="{5672D620-96F7-4383-BB89-64F3DA2C5217}" type="pres">
      <dgm:prSet presAssocID="{4BF596CA-D209-4BD4-9835-40856A48C3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List"/>
        </a:ext>
      </dgm:extLst>
    </dgm:pt>
    <dgm:pt modelId="{C98A5F22-14FB-4849-A67C-BD3DDDE3E4DA}" type="pres">
      <dgm:prSet presAssocID="{4BF596CA-D209-4BD4-9835-40856A48C37D}" presName="spaceRect" presStyleCnt="0"/>
      <dgm:spPr/>
    </dgm:pt>
    <dgm:pt modelId="{68D4B781-6EA2-48BA-BA6B-F235F807ABC1}" type="pres">
      <dgm:prSet presAssocID="{4BF596CA-D209-4BD4-9835-40856A48C37D}" presName="parTx" presStyleLbl="revTx" presStyleIdx="1" presStyleCnt="4">
        <dgm:presLayoutVars>
          <dgm:chMax val="0"/>
          <dgm:chPref val="0"/>
        </dgm:presLayoutVars>
      </dgm:prSet>
      <dgm:spPr/>
    </dgm:pt>
    <dgm:pt modelId="{3838DC83-AB14-4AE8-BE88-D32F6B3C84ED}" type="pres">
      <dgm:prSet presAssocID="{5E279813-5CAA-4755-945A-E89B8AC8E7EF}" presName="sibTrans" presStyleCnt="0"/>
      <dgm:spPr/>
    </dgm:pt>
    <dgm:pt modelId="{D305E04B-0E75-4535-88E5-0DEF50736FF8}" type="pres">
      <dgm:prSet presAssocID="{84BFC242-3580-4E6E-BA59-0F158BFAA6B8}" presName="compNode" presStyleCnt="0"/>
      <dgm:spPr/>
    </dgm:pt>
    <dgm:pt modelId="{65395004-96BB-4E16-B307-8FDC44CE4882}" type="pres">
      <dgm:prSet presAssocID="{84BFC242-3580-4E6E-BA59-0F158BFAA6B8}" presName="bgRect" presStyleLbl="bgShp" presStyleIdx="2" presStyleCnt="4"/>
      <dgm:spPr/>
    </dgm:pt>
    <dgm:pt modelId="{D4D2242F-8F67-4C86-8EC2-D9ADDDF0C4BC}" type="pres">
      <dgm:prSet presAssocID="{84BFC242-3580-4E6E-BA59-0F158BFAA6B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8627886B-E1B3-41FB-A18E-2EE27CF96838}" type="pres">
      <dgm:prSet presAssocID="{84BFC242-3580-4E6E-BA59-0F158BFAA6B8}" presName="spaceRect" presStyleCnt="0"/>
      <dgm:spPr/>
    </dgm:pt>
    <dgm:pt modelId="{B5D06607-BB8B-4D15-8ED9-47EADB22BD54}" type="pres">
      <dgm:prSet presAssocID="{84BFC242-3580-4E6E-BA59-0F158BFAA6B8}" presName="parTx" presStyleLbl="revTx" presStyleIdx="2" presStyleCnt="4">
        <dgm:presLayoutVars>
          <dgm:chMax val="0"/>
          <dgm:chPref val="0"/>
        </dgm:presLayoutVars>
      </dgm:prSet>
      <dgm:spPr/>
    </dgm:pt>
    <dgm:pt modelId="{102A3C4F-21D0-4DBD-8C65-7F96A4EEDF1D}" type="pres">
      <dgm:prSet presAssocID="{F005D014-4021-4E3D-9004-E3B0CA47FC61}" presName="sibTrans" presStyleCnt="0"/>
      <dgm:spPr/>
    </dgm:pt>
    <dgm:pt modelId="{A23F6048-4B62-49BD-A9A1-829537FFC807}" type="pres">
      <dgm:prSet presAssocID="{82BF87E4-0070-483B-AFAF-754C30EF2241}" presName="compNode" presStyleCnt="0"/>
      <dgm:spPr/>
    </dgm:pt>
    <dgm:pt modelId="{B85DFD6C-FB47-4F5F-B2DE-B21ACBBDE91B}" type="pres">
      <dgm:prSet presAssocID="{82BF87E4-0070-483B-AFAF-754C30EF2241}" presName="bgRect" presStyleLbl="bgShp" presStyleIdx="3" presStyleCnt="4"/>
      <dgm:spPr/>
    </dgm:pt>
    <dgm:pt modelId="{C4E7E05F-33C8-4BCE-B222-C5275DBE4F1D}" type="pres">
      <dgm:prSet presAssocID="{82BF87E4-0070-483B-AFAF-754C30EF224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Computing"/>
        </a:ext>
      </dgm:extLst>
    </dgm:pt>
    <dgm:pt modelId="{F72B2AB9-951B-4D03-9F12-3544B3DE01CD}" type="pres">
      <dgm:prSet presAssocID="{82BF87E4-0070-483B-AFAF-754C30EF2241}" presName="spaceRect" presStyleCnt="0"/>
      <dgm:spPr/>
    </dgm:pt>
    <dgm:pt modelId="{34A43BFC-DE8F-450B-B236-0F2841440E0C}" type="pres">
      <dgm:prSet presAssocID="{82BF87E4-0070-483B-AFAF-754C30EF2241}" presName="parTx" presStyleLbl="revTx" presStyleIdx="3" presStyleCnt="4">
        <dgm:presLayoutVars>
          <dgm:chMax val="0"/>
          <dgm:chPref val="0"/>
        </dgm:presLayoutVars>
      </dgm:prSet>
      <dgm:spPr/>
    </dgm:pt>
  </dgm:ptLst>
  <dgm:cxnLst>
    <dgm:cxn modelId="{82358C22-548D-4A70-BE88-9A5146BF72BE}" type="presOf" srcId="{4BF596CA-D209-4BD4-9835-40856A48C37D}" destId="{68D4B781-6EA2-48BA-BA6B-F235F807ABC1}" srcOrd="0" destOrd="0" presId="urn:microsoft.com/office/officeart/2018/2/layout/IconVerticalSolidList"/>
    <dgm:cxn modelId="{D796CE24-E119-4532-9948-A73FF69104BB}" type="presOf" srcId="{82BF87E4-0070-483B-AFAF-754C30EF2241}" destId="{34A43BFC-DE8F-450B-B236-0F2841440E0C}" srcOrd="0" destOrd="0" presId="urn:microsoft.com/office/officeart/2018/2/layout/IconVerticalSolidList"/>
    <dgm:cxn modelId="{98F68029-A3CA-4515-BE44-DDDE7F4B221E}" srcId="{7CC1F7CC-3C3C-42E3-AD8D-A7799D0CF7C1}" destId="{4BF596CA-D209-4BD4-9835-40856A48C37D}" srcOrd="1" destOrd="0" parTransId="{EBCB6628-99A8-494C-BC3B-A72E6D3A0BE0}" sibTransId="{5E279813-5CAA-4755-945A-E89B8AC8E7EF}"/>
    <dgm:cxn modelId="{9D979E30-0975-4C40-A788-1326D12B406E}" type="presOf" srcId="{84BFC242-3580-4E6E-BA59-0F158BFAA6B8}" destId="{B5D06607-BB8B-4D15-8ED9-47EADB22BD54}" srcOrd="0" destOrd="0" presId="urn:microsoft.com/office/officeart/2018/2/layout/IconVerticalSolidList"/>
    <dgm:cxn modelId="{48F65431-F23F-4F95-A9F9-71B47D06C9B2}" type="presOf" srcId="{F5DC32B9-77C3-44FC-A051-B3EB9A3DE236}" destId="{3998917F-26D4-42D9-A3DB-B6054486B2A9}" srcOrd="0" destOrd="0" presId="urn:microsoft.com/office/officeart/2018/2/layout/IconVerticalSolidList"/>
    <dgm:cxn modelId="{1CBFD045-9825-4949-990A-03A1983A0C45}" type="presOf" srcId="{7CC1F7CC-3C3C-42E3-AD8D-A7799D0CF7C1}" destId="{DB4FF085-1E7F-4C37-AD02-CEFBB5A2C7E4}" srcOrd="0" destOrd="0" presId="urn:microsoft.com/office/officeart/2018/2/layout/IconVerticalSolidList"/>
    <dgm:cxn modelId="{8DF70367-4AC6-492C-9C49-5DF40E472D87}" srcId="{7CC1F7CC-3C3C-42E3-AD8D-A7799D0CF7C1}" destId="{F5DC32B9-77C3-44FC-A051-B3EB9A3DE236}" srcOrd="0" destOrd="0" parTransId="{94E28711-C803-4B02-AF3B-8E1BB5B26251}" sibTransId="{C6299C1C-9EF0-489A-99AD-A7051A049DF3}"/>
    <dgm:cxn modelId="{ED7F947A-7844-4AEC-9FAB-53BA9E7A43F1}" srcId="{7CC1F7CC-3C3C-42E3-AD8D-A7799D0CF7C1}" destId="{82BF87E4-0070-483B-AFAF-754C30EF2241}" srcOrd="3" destOrd="0" parTransId="{CA890AA1-84B3-42C1-AFFF-CB733301B466}" sibTransId="{4110E669-6F11-4D47-A56D-31853FE3E0A3}"/>
    <dgm:cxn modelId="{4AF09E9C-C260-4819-AE83-7F9ACBD236C1}" srcId="{7CC1F7CC-3C3C-42E3-AD8D-A7799D0CF7C1}" destId="{84BFC242-3580-4E6E-BA59-0F158BFAA6B8}" srcOrd="2" destOrd="0" parTransId="{F434B303-71B4-46C3-979E-4234DF161F18}" sibTransId="{F005D014-4021-4E3D-9004-E3B0CA47FC61}"/>
    <dgm:cxn modelId="{BD51AF3F-136B-4665-814A-67C1D68B0142}" type="presParOf" srcId="{DB4FF085-1E7F-4C37-AD02-CEFBB5A2C7E4}" destId="{477E1129-53B8-4E4F-BC20-20E4B56D7568}" srcOrd="0" destOrd="0" presId="urn:microsoft.com/office/officeart/2018/2/layout/IconVerticalSolidList"/>
    <dgm:cxn modelId="{F7ADE831-393B-41C4-AEB8-C9F9BC9177DD}" type="presParOf" srcId="{477E1129-53B8-4E4F-BC20-20E4B56D7568}" destId="{AA299F9F-4F5F-474A-AE2F-2802E850F125}" srcOrd="0" destOrd="0" presId="urn:microsoft.com/office/officeart/2018/2/layout/IconVerticalSolidList"/>
    <dgm:cxn modelId="{4772EB62-3FB7-4986-8437-E9299A32358D}" type="presParOf" srcId="{477E1129-53B8-4E4F-BC20-20E4B56D7568}" destId="{5C74E96D-DD6B-4143-9F0D-902937E2B9BE}" srcOrd="1" destOrd="0" presId="urn:microsoft.com/office/officeart/2018/2/layout/IconVerticalSolidList"/>
    <dgm:cxn modelId="{77FF79E9-13A2-423A-9ECD-8838D3894130}" type="presParOf" srcId="{477E1129-53B8-4E4F-BC20-20E4B56D7568}" destId="{DFB20512-ECC6-4861-9D9D-110C0C5FB5EE}" srcOrd="2" destOrd="0" presId="urn:microsoft.com/office/officeart/2018/2/layout/IconVerticalSolidList"/>
    <dgm:cxn modelId="{6DCB3663-EC3D-48D5-A85C-03E87A3CB630}" type="presParOf" srcId="{477E1129-53B8-4E4F-BC20-20E4B56D7568}" destId="{3998917F-26D4-42D9-A3DB-B6054486B2A9}" srcOrd="3" destOrd="0" presId="urn:microsoft.com/office/officeart/2018/2/layout/IconVerticalSolidList"/>
    <dgm:cxn modelId="{B6B0D1EE-5025-4820-93A4-05DC439EA533}" type="presParOf" srcId="{DB4FF085-1E7F-4C37-AD02-CEFBB5A2C7E4}" destId="{31BB568D-15DF-491D-A3BB-C48B342B1467}" srcOrd="1" destOrd="0" presId="urn:microsoft.com/office/officeart/2018/2/layout/IconVerticalSolidList"/>
    <dgm:cxn modelId="{FA804FB0-60BC-4293-86F5-7CDF6043C9A1}" type="presParOf" srcId="{DB4FF085-1E7F-4C37-AD02-CEFBB5A2C7E4}" destId="{EB001451-02AF-45FF-8ED9-484E923C57AB}" srcOrd="2" destOrd="0" presId="urn:microsoft.com/office/officeart/2018/2/layout/IconVerticalSolidList"/>
    <dgm:cxn modelId="{52ADE7E5-5EE2-4B00-940B-C418E1FF6017}" type="presParOf" srcId="{EB001451-02AF-45FF-8ED9-484E923C57AB}" destId="{1E57461F-61FA-43C3-88F1-DC1C208A5CBE}" srcOrd="0" destOrd="0" presId="urn:microsoft.com/office/officeart/2018/2/layout/IconVerticalSolidList"/>
    <dgm:cxn modelId="{FC9A7AB3-D2C7-4341-AC4A-1D39F9984B9B}" type="presParOf" srcId="{EB001451-02AF-45FF-8ED9-484E923C57AB}" destId="{5672D620-96F7-4383-BB89-64F3DA2C5217}" srcOrd="1" destOrd="0" presId="urn:microsoft.com/office/officeart/2018/2/layout/IconVerticalSolidList"/>
    <dgm:cxn modelId="{1EB7FE71-CF7F-4E30-BBA3-C9B546274D6F}" type="presParOf" srcId="{EB001451-02AF-45FF-8ED9-484E923C57AB}" destId="{C98A5F22-14FB-4849-A67C-BD3DDDE3E4DA}" srcOrd="2" destOrd="0" presId="urn:microsoft.com/office/officeart/2018/2/layout/IconVerticalSolidList"/>
    <dgm:cxn modelId="{C890B4F9-A761-484B-A4CE-265DC52D65DC}" type="presParOf" srcId="{EB001451-02AF-45FF-8ED9-484E923C57AB}" destId="{68D4B781-6EA2-48BA-BA6B-F235F807ABC1}" srcOrd="3" destOrd="0" presId="urn:microsoft.com/office/officeart/2018/2/layout/IconVerticalSolidList"/>
    <dgm:cxn modelId="{9D2653BA-C8A2-4D35-A8CD-19015FACA159}" type="presParOf" srcId="{DB4FF085-1E7F-4C37-AD02-CEFBB5A2C7E4}" destId="{3838DC83-AB14-4AE8-BE88-D32F6B3C84ED}" srcOrd="3" destOrd="0" presId="urn:microsoft.com/office/officeart/2018/2/layout/IconVerticalSolidList"/>
    <dgm:cxn modelId="{A66F3DDB-9EB2-494A-89DF-81631A566447}" type="presParOf" srcId="{DB4FF085-1E7F-4C37-AD02-CEFBB5A2C7E4}" destId="{D305E04B-0E75-4535-88E5-0DEF50736FF8}" srcOrd="4" destOrd="0" presId="urn:microsoft.com/office/officeart/2018/2/layout/IconVerticalSolidList"/>
    <dgm:cxn modelId="{CD342DFB-D768-497B-B8AB-D64EB17056A5}" type="presParOf" srcId="{D305E04B-0E75-4535-88E5-0DEF50736FF8}" destId="{65395004-96BB-4E16-B307-8FDC44CE4882}" srcOrd="0" destOrd="0" presId="urn:microsoft.com/office/officeart/2018/2/layout/IconVerticalSolidList"/>
    <dgm:cxn modelId="{521DF52F-7209-4A18-866A-50782C4C07CC}" type="presParOf" srcId="{D305E04B-0E75-4535-88E5-0DEF50736FF8}" destId="{D4D2242F-8F67-4C86-8EC2-D9ADDDF0C4BC}" srcOrd="1" destOrd="0" presId="urn:microsoft.com/office/officeart/2018/2/layout/IconVerticalSolidList"/>
    <dgm:cxn modelId="{66C160D5-6FC8-46AE-A4BA-B6A119BD25F3}" type="presParOf" srcId="{D305E04B-0E75-4535-88E5-0DEF50736FF8}" destId="{8627886B-E1B3-41FB-A18E-2EE27CF96838}" srcOrd="2" destOrd="0" presId="urn:microsoft.com/office/officeart/2018/2/layout/IconVerticalSolidList"/>
    <dgm:cxn modelId="{6763E58B-C73A-48A1-AC8B-1FA6A4FA97D8}" type="presParOf" srcId="{D305E04B-0E75-4535-88E5-0DEF50736FF8}" destId="{B5D06607-BB8B-4D15-8ED9-47EADB22BD54}" srcOrd="3" destOrd="0" presId="urn:microsoft.com/office/officeart/2018/2/layout/IconVerticalSolidList"/>
    <dgm:cxn modelId="{0757B89A-A708-4C01-96CB-97F939FEA19B}" type="presParOf" srcId="{DB4FF085-1E7F-4C37-AD02-CEFBB5A2C7E4}" destId="{102A3C4F-21D0-4DBD-8C65-7F96A4EEDF1D}" srcOrd="5" destOrd="0" presId="urn:microsoft.com/office/officeart/2018/2/layout/IconVerticalSolidList"/>
    <dgm:cxn modelId="{F16C6A7E-6503-4E5E-9D5D-7DBC547526F9}" type="presParOf" srcId="{DB4FF085-1E7F-4C37-AD02-CEFBB5A2C7E4}" destId="{A23F6048-4B62-49BD-A9A1-829537FFC807}" srcOrd="6" destOrd="0" presId="urn:microsoft.com/office/officeart/2018/2/layout/IconVerticalSolidList"/>
    <dgm:cxn modelId="{B63B6AF4-1475-4C8C-AEF0-8656E8809D72}" type="presParOf" srcId="{A23F6048-4B62-49BD-A9A1-829537FFC807}" destId="{B85DFD6C-FB47-4F5F-B2DE-B21ACBBDE91B}" srcOrd="0" destOrd="0" presId="urn:microsoft.com/office/officeart/2018/2/layout/IconVerticalSolidList"/>
    <dgm:cxn modelId="{48583E8D-065C-456C-904A-C9F727F9645D}" type="presParOf" srcId="{A23F6048-4B62-49BD-A9A1-829537FFC807}" destId="{C4E7E05F-33C8-4BCE-B222-C5275DBE4F1D}" srcOrd="1" destOrd="0" presId="urn:microsoft.com/office/officeart/2018/2/layout/IconVerticalSolidList"/>
    <dgm:cxn modelId="{D205EF22-D4FB-4184-877F-4E6C6D4335CB}" type="presParOf" srcId="{A23F6048-4B62-49BD-A9A1-829537FFC807}" destId="{F72B2AB9-951B-4D03-9F12-3544B3DE01CD}" srcOrd="2" destOrd="0" presId="urn:microsoft.com/office/officeart/2018/2/layout/IconVerticalSolidList"/>
    <dgm:cxn modelId="{BF320CC2-BDBF-4C6A-9543-F0F8443810FA}" type="presParOf" srcId="{A23F6048-4B62-49BD-A9A1-829537FFC807}" destId="{34A43BFC-DE8F-450B-B236-0F2841440E0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9BC7EB98-BDC6-4C26-A153-2B26722CB21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D9BC14-D61E-4636-BCA0-03255DB108FD}">
      <dgm:prSet/>
      <dgm:spPr/>
      <dgm:t>
        <a:bodyPr/>
        <a:lstStyle/>
        <a:p>
          <a:r>
            <a:rPr lang="en-MY" b="1"/>
            <a:t>Rehost</a:t>
          </a:r>
          <a:r>
            <a:rPr lang="en-MY"/>
            <a:t> </a:t>
          </a:r>
          <a:endParaRPr lang="en-US"/>
        </a:p>
      </dgm:t>
    </dgm:pt>
    <dgm:pt modelId="{56A5C08F-5585-4612-89A5-70B42DD955F1}" type="parTrans" cxnId="{198ABBB1-7B6F-4DE6-939D-8386AD756117}">
      <dgm:prSet/>
      <dgm:spPr/>
      <dgm:t>
        <a:bodyPr/>
        <a:lstStyle/>
        <a:p>
          <a:endParaRPr lang="en-US"/>
        </a:p>
      </dgm:t>
    </dgm:pt>
    <dgm:pt modelId="{FCAF2678-362A-4B8D-BB39-4603EC09C7AD}" type="sibTrans" cxnId="{198ABBB1-7B6F-4DE6-939D-8386AD756117}">
      <dgm:prSet/>
      <dgm:spPr/>
      <dgm:t>
        <a:bodyPr/>
        <a:lstStyle/>
        <a:p>
          <a:endParaRPr lang="en-US"/>
        </a:p>
      </dgm:t>
    </dgm:pt>
    <dgm:pt modelId="{2D733DA9-5392-4988-BEBF-CB7C140A0CEA}">
      <dgm:prSet/>
      <dgm:spPr/>
      <dgm:t>
        <a:bodyPr/>
        <a:lstStyle/>
        <a:p>
          <a:r>
            <a:rPr lang="en-MY"/>
            <a:t>Lift and shift.</a:t>
          </a:r>
          <a:endParaRPr lang="en-US"/>
        </a:p>
      </dgm:t>
    </dgm:pt>
    <dgm:pt modelId="{3008D188-1767-435E-B40D-CA50A4577751}" type="parTrans" cxnId="{1E9A9BFF-1A35-4A9D-812F-F8877514999D}">
      <dgm:prSet/>
      <dgm:spPr/>
      <dgm:t>
        <a:bodyPr/>
        <a:lstStyle/>
        <a:p>
          <a:endParaRPr lang="en-US"/>
        </a:p>
      </dgm:t>
    </dgm:pt>
    <dgm:pt modelId="{4CC0BFFA-7E8E-4263-B684-BF744A1BDC62}" type="sibTrans" cxnId="{1E9A9BFF-1A35-4A9D-812F-F8877514999D}">
      <dgm:prSet/>
      <dgm:spPr/>
      <dgm:t>
        <a:bodyPr/>
        <a:lstStyle/>
        <a:p>
          <a:endParaRPr lang="en-US"/>
        </a:p>
      </dgm:t>
    </dgm:pt>
    <dgm:pt modelId="{4B2F255C-841A-4C75-85C8-7630D9178C53}">
      <dgm:prSet/>
      <dgm:spPr/>
      <dgm:t>
        <a:bodyPr/>
        <a:lstStyle/>
        <a:p>
          <a:r>
            <a:rPr lang="en-MY" b="1"/>
            <a:t>Refactor</a:t>
          </a:r>
          <a:endParaRPr lang="en-US"/>
        </a:p>
      </dgm:t>
    </dgm:pt>
    <dgm:pt modelId="{D764569A-E8F3-489B-8B98-5291938236FC}" type="parTrans" cxnId="{DF5010E3-999E-496F-B8C8-A5336ADBDFC8}">
      <dgm:prSet/>
      <dgm:spPr/>
      <dgm:t>
        <a:bodyPr/>
        <a:lstStyle/>
        <a:p>
          <a:endParaRPr lang="en-US"/>
        </a:p>
      </dgm:t>
    </dgm:pt>
    <dgm:pt modelId="{3A20AE3F-C747-4C2B-BD47-28E3030CEEFD}" type="sibTrans" cxnId="{DF5010E3-999E-496F-B8C8-A5336ADBDFC8}">
      <dgm:prSet/>
      <dgm:spPr/>
      <dgm:t>
        <a:bodyPr/>
        <a:lstStyle/>
        <a:p>
          <a:endParaRPr lang="en-US"/>
        </a:p>
      </dgm:t>
    </dgm:pt>
    <dgm:pt modelId="{9D50AF0F-86CF-4E42-88A5-3CC4C1A9C2D2}">
      <dgm:prSet/>
      <dgm:spPr/>
      <dgm:t>
        <a:bodyPr/>
        <a:lstStyle/>
        <a:p>
          <a:r>
            <a:rPr lang="en-MY"/>
            <a:t>Minor code changes to fit cloud environment.</a:t>
          </a:r>
          <a:endParaRPr lang="en-US"/>
        </a:p>
      </dgm:t>
    </dgm:pt>
    <dgm:pt modelId="{1FFD08FD-4B8A-4ED9-A0F2-4B882BF3E360}" type="parTrans" cxnId="{518FAF19-B49C-426F-90F3-836DD5AF86BC}">
      <dgm:prSet/>
      <dgm:spPr/>
      <dgm:t>
        <a:bodyPr/>
        <a:lstStyle/>
        <a:p>
          <a:endParaRPr lang="en-US"/>
        </a:p>
      </dgm:t>
    </dgm:pt>
    <dgm:pt modelId="{5434D501-45C9-47B7-A060-E72B8817042F}" type="sibTrans" cxnId="{518FAF19-B49C-426F-90F3-836DD5AF86BC}">
      <dgm:prSet/>
      <dgm:spPr/>
      <dgm:t>
        <a:bodyPr/>
        <a:lstStyle/>
        <a:p>
          <a:endParaRPr lang="en-US"/>
        </a:p>
      </dgm:t>
    </dgm:pt>
    <dgm:pt modelId="{FDF49560-0939-414A-848D-DA86BE5C37B1}">
      <dgm:prSet/>
      <dgm:spPr/>
      <dgm:t>
        <a:bodyPr/>
        <a:lstStyle/>
        <a:p>
          <a:r>
            <a:rPr lang="en-MY" b="1"/>
            <a:t>Revise</a:t>
          </a:r>
          <a:endParaRPr lang="en-US"/>
        </a:p>
      </dgm:t>
    </dgm:pt>
    <dgm:pt modelId="{200024BA-3D94-43B7-8B56-BF95B452FACD}" type="parTrans" cxnId="{DE78BD42-018C-45F1-8947-CA5EABB3CBB1}">
      <dgm:prSet/>
      <dgm:spPr/>
      <dgm:t>
        <a:bodyPr/>
        <a:lstStyle/>
        <a:p>
          <a:endParaRPr lang="en-US"/>
        </a:p>
      </dgm:t>
    </dgm:pt>
    <dgm:pt modelId="{41C8F881-759B-48D5-88DA-677BB6531EDD}" type="sibTrans" cxnId="{DE78BD42-018C-45F1-8947-CA5EABB3CBB1}">
      <dgm:prSet/>
      <dgm:spPr/>
      <dgm:t>
        <a:bodyPr/>
        <a:lstStyle/>
        <a:p>
          <a:endParaRPr lang="en-US"/>
        </a:p>
      </dgm:t>
    </dgm:pt>
    <dgm:pt modelId="{74202692-14F1-4A90-8DD8-E13995CB3922}">
      <dgm:prSet/>
      <dgm:spPr/>
      <dgm:t>
        <a:bodyPr/>
        <a:lstStyle/>
        <a:p>
          <a:r>
            <a:rPr lang="en-MY"/>
            <a:t>Major changes to existing code.</a:t>
          </a:r>
          <a:endParaRPr lang="en-US"/>
        </a:p>
      </dgm:t>
    </dgm:pt>
    <dgm:pt modelId="{6692DFD8-1FA1-418A-9B0E-F13BAD8C33F3}" type="parTrans" cxnId="{0A9DDCA5-8DC0-4600-8B01-916E6EEF529E}">
      <dgm:prSet/>
      <dgm:spPr/>
      <dgm:t>
        <a:bodyPr/>
        <a:lstStyle/>
        <a:p>
          <a:endParaRPr lang="en-US"/>
        </a:p>
      </dgm:t>
    </dgm:pt>
    <dgm:pt modelId="{E346975B-36D6-4238-91CC-8B8C0C4F1FBD}" type="sibTrans" cxnId="{0A9DDCA5-8DC0-4600-8B01-916E6EEF529E}">
      <dgm:prSet/>
      <dgm:spPr/>
      <dgm:t>
        <a:bodyPr/>
        <a:lstStyle/>
        <a:p>
          <a:endParaRPr lang="en-US"/>
        </a:p>
      </dgm:t>
    </dgm:pt>
    <dgm:pt modelId="{B1A55326-4A28-432C-929F-F8407EBA1639}">
      <dgm:prSet/>
      <dgm:spPr/>
      <dgm:t>
        <a:bodyPr/>
        <a:lstStyle/>
        <a:p>
          <a:r>
            <a:rPr lang="en-MY" b="1"/>
            <a:t>Rebuild</a:t>
          </a:r>
          <a:endParaRPr lang="en-US"/>
        </a:p>
      </dgm:t>
    </dgm:pt>
    <dgm:pt modelId="{31CD5C79-83C1-4964-8A11-F67F3988117D}" type="parTrans" cxnId="{2ADED32C-F202-4403-B4A3-4AEA657B71B1}">
      <dgm:prSet/>
      <dgm:spPr/>
      <dgm:t>
        <a:bodyPr/>
        <a:lstStyle/>
        <a:p>
          <a:endParaRPr lang="en-US"/>
        </a:p>
      </dgm:t>
    </dgm:pt>
    <dgm:pt modelId="{5E19DB5F-3842-4460-994B-43382A548FD1}" type="sibTrans" cxnId="{2ADED32C-F202-4403-B4A3-4AEA657B71B1}">
      <dgm:prSet/>
      <dgm:spPr/>
      <dgm:t>
        <a:bodyPr/>
        <a:lstStyle/>
        <a:p>
          <a:endParaRPr lang="en-US"/>
        </a:p>
      </dgm:t>
    </dgm:pt>
    <dgm:pt modelId="{1B494991-450E-4F24-84C4-9C7568ECF9C5}">
      <dgm:prSet/>
      <dgm:spPr/>
      <dgm:t>
        <a:bodyPr/>
        <a:lstStyle/>
        <a:p>
          <a:r>
            <a:rPr lang="en-MY"/>
            <a:t>Redesign from scratch.</a:t>
          </a:r>
          <a:endParaRPr lang="en-US"/>
        </a:p>
      </dgm:t>
    </dgm:pt>
    <dgm:pt modelId="{4A71AADF-4FB8-4876-B839-F109587AC8AE}" type="parTrans" cxnId="{A7EE2474-8A59-4C09-87B7-75E21D4C7F04}">
      <dgm:prSet/>
      <dgm:spPr/>
      <dgm:t>
        <a:bodyPr/>
        <a:lstStyle/>
        <a:p>
          <a:endParaRPr lang="en-US"/>
        </a:p>
      </dgm:t>
    </dgm:pt>
    <dgm:pt modelId="{46DB724E-AA64-40A8-8774-4DD04D6EAAC2}" type="sibTrans" cxnId="{A7EE2474-8A59-4C09-87B7-75E21D4C7F04}">
      <dgm:prSet/>
      <dgm:spPr/>
      <dgm:t>
        <a:bodyPr/>
        <a:lstStyle/>
        <a:p>
          <a:endParaRPr lang="en-US"/>
        </a:p>
      </dgm:t>
    </dgm:pt>
    <dgm:pt modelId="{F9044AD7-FC2E-47D9-A647-C9E054C01146}">
      <dgm:prSet/>
      <dgm:spPr/>
      <dgm:t>
        <a:bodyPr/>
        <a:lstStyle/>
        <a:p>
          <a:r>
            <a:rPr lang="en-MY" b="1"/>
            <a:t>Replace</a:t>
          </a:r>
          <a:endParaRPr lang="en-US"/>
        </a:p>
      </dgm:t>
    </dgm:pt>
    <dgm:pt modelId="{BDDFD840-788E-4FEF-9C33-00205CE7D805}" type="parTrans" cxnId="{B855DFCF-EFDA-4E7D-8D8A-928AA148A446}">
      <dgm:prSet/>
      <dgm:spPr/>
      <dgm:t>
        <a:bodyPr/>
        <a:lstStyle/>
        <a:p>
          <a:endParaRPr lang="en-US"/>
        </a:p>
      </dgm:t>
    </dgm:pt>
    <dgm:pt modelId="{D8AC3AA1-A908-4A8A-A594-7E6417702E56}" type="sibTrans" cxnId="{B855DFCF-EFDA-4E7D-8D8A-928AA148A446}">
      <dgm:prSet/>
      <dgm:spPr/>
      <dgm:t>
        <a:bodyPr/>
        <a:lstStyle/>
        <a:p>
          <a:endParaRPr lang="en-US"/>
        </a:p>
      </dgm:t>
    </dgm:pt>
    <dgm:pt modelId="{89C725EB-1B2F-489F-8134-AF032E1E727E}">
      <dgm:prSet/>
      <dgm:spPr/>
      <dgm:t>
        <a:bodyPr/>
        <a:lstStyle/>
        <a:p>
          <a:r>
            <a:rPr lang="en-MY"/>
            <a:t>Substitute with SaaS solutions.</a:t>
          </a:r>
          <a:endParaRPr lang="en-US"/>
        </a:p>
      </dgm:t>
    </dgm:pt>
    <dgm:pt modelId="{E243804A-3A83-4552-8333-2A410FF2AD9A}" type="parTrans" cxnId="{E5ED02B8-6A6B-4245-AB53-B5C76E5D548D}">
      <dgm:prSet/>
      <dgm:spPr/>
      <dgm:t>
        <a:bodyPr/>
        <a:lstStyle/>
        <a:p>
          <a:endParaRPr lang="en-US"/>
        </a:p>
      </dgm:t>
    </dgm:pt>
    <dgm:pt modelId="{B2D07284-1AB8-42B3-8C82-FDC5DDA8A7D6}" type="sibTrans" cxnId="{E5ED02B8-6A6B-4245-AB53-B5C76E5D548D}">
      <dgm:prSet/>
      <dgm:spPr/>
      <dgm:t>
        <a:bodyPr/>
        <a:lstStyle/>
        <a:p>
          <a:endParaRPr lang="en-US"/>
        </a:p>
      </dgm:t>
    </dgm:pt>
    <dgm:pt modelId="{532EED31-9911-4F57-BBCD-C8C8AABF8180}">
      <dgm:prSet/>
      <dgm:spPr/>
      <dgm:t>
        <a:bodyPr/>
        <a:lstStyle/>
        <a:p>
          <a:r>
            <a:rPr lang="en-MY" b="1"/>
            <a:t>Retire</a:t>
          </a:r>
          <a:endParaRPr lang="en-US"/>
        </a:p>
      </dgm:t>
    </dgm:pt>
    <dgm:pt modelId="{32A15A05-7868-478C-B0EC-D9A46B4AD172}" type="parTrans" cxnId="{84BA01BA-A33B-4276-B2EA-443886CDA599}">
      <dgm:prSet/>
      <dgm:spPr/>
      <dgm:t>
        <a:bodyPr/>
        <a:lstStyle/>
        <a:p>
          <a:endParaRPr lang="en-US"/>
        </a:p>
      </dgm:t>
    </dgm:pt>
    <dgm:pt modelId="{54B3C793-40F4-4C83-B7E5-000627CC6270}" type="sibTrans" cxnId="{84BA01BA-A33B-4276-B2EA-443886CDA599}">
      <dgm:prSet/>
      <dgm:spPr/>
      <dgm:t>
        <a:bodyPr/>
        <a:lstStyle/>
        <a:p>
          <a:endParaRPr lang="en-US"/>
        </a:p>
      </dgm:t>
    </dgm:pt>
    <dgm:pt modelId="{C14C2BE5-0797-4F8C-9C17-8984DB45A44E}">
      <dgm:prSet/>
      <dgm:spPr/>
      <dgm:t>
        <a:bodyPr/>
        <a:lstStyle/>
        <a:p>
          <a:r>
            <a:rPr lang="en-MY"/>
            <a:t>Eliminate outdated components.</a:t>
          </a:r>
          <a:endParaRPr lang="en-US"/>
        </a:p>
      </dgm:t>
    </dgm:pt>
    <dgm:pt modelId="{E972FC01-F4EF-4043-9A79-844207AF81C0}" type="parTrans" cxnId="{DD8ACAB5-E037-45FB-9442-B76C324A2C88}">
      <dgm:prSet/>
      <dgm:spPr/>
      <dgm:t>
        <a:bodyPr/>
        <a:lstStyle/>
        <a:p>
          <a:endParaRPr lang="en-US"/>
        </a:p>
      </dgm:t>
    </dgm:pt>
    <dgm:pt modelId="{C48D0F6A-98E6-47A7-8D30-5CC09AF98E9D}" type="sibTrans" cxnId="{DD8ACAB5-E037-45FB-9442-B76C324A2C88}">
      <dgm:prSet/>
      <dgm:spPr/>
      <dgm:t>
        <a:bodyPr/>
        <a:lstStyle/>
        <a:p>
          <a:endParaRPr lang="en-US"/>
        </a:p>
      </dgm:t>
    </dgm:pt>
    <dgm:pt modelId="{0F619357-9EC8-4EF9-BCA2-747125BFC380}" type="pres">
      <dgm:prSet presAssocID="{9BC7EB98-BDC6-4C26-A153-2B26722CB214}" presName="root" presStyleCnt="0">
        <dgm:presLayoutVars>
          <dgm:dir/>
          <dgm:resizeHandles val="exact"/>
        </dgm:presLayoutVars>
      </dgm:prSet>
      <dgm:spPr/>
    </dgm:pt>
    <dgm:pt modelId="{65EE3BB4-AF8C-4A27-84F8-7C38D576D5C9}" type="pres">
      <dgm:prSet presAssocID="{17D9BC14-D61E-4636-BCA0-03255DB108FD}" presName="compNode" presStyleCnt="0"/>
      <dgm:spPr/>
    </dgm:pt>
    <dgm:pt modelId="{C2A5C6A7-878D-4F4B-90DE-240DDBE92D94}" type="pres">
      <dgm:prSet presAssocID="{17D9BC14-D61E-4636-BCA0-03255DB108FD}" presName="bgRect" presStyleLbl="bgShp" presStyleIdx="0" presStyleCnt="6"/>
      <dgm:spPr/>
    </dgm:pt>
    <dgm:pt modelId="{C953E05B-EE95-4067-B024-8E120B531EC2}" type="pres">
      <dgm:prSet presAssocID="{17D9BC14-D61E-4636-BCA0-03255DB108F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struction Worker"/>
        </a:ext>
      </dgm:extLst>
    </dgm:pt>
    <dgm:pt modelId="{EC20066E-A474-4FC1-8F51-609E87DF59AF}" type="pres">
      <dgm:prSet presAssocID="{17D9BC14-D61E-4636-BCA0-03255DB108FD}" presName="spaceRect" presStyleCnt="0"/>
      <dgm:spPr/>
    </dgm:pt>
    <dgm:pt modelId="{BAF0354B-D49B-45FD-B21C-2C4D6B19FD07}" type="pres">
      <dgm:prSet presAssocID="{17D9BC14-D61E-4636-BCA0-03255DB108FD}" presName="parTx" presStyleLbl="revTx" presStyleIdx="0" presStyleCnt="12">
        <dgm:presLayoutVars>
          <dgm:chMax val="0"/>
          <dgm:chPref val="0"/>
        </dgm:presLayoutVars>
      </dgm:prSet>
      <dgm:spPr/>
    </dgm:pt>
    <dgm:pt modelId="{CA905A95-4EAC-4FD2-82CC-D72C86C68EE3}" type="pres">
      <dgm:prSet presAssocID="{17D9BC14-D61E-4636-BCA0-03255DB108FD}" presName="desTx" presStyleLbl="revTx" presStyleIdx="1" presStyleCnt="12">
        <dgm:presLayoutVars/>
      </dgm:prSet>
      <dgm:spPr/>
    </dgm:pt>
    <dgm:pt modelId="{F52BDAFF-F31D-45BD-AD54-EE30C2BEC6A6}" type="pres">
      <dgm:prSet presAssocID="{FCAF2678-362A-4B8D-BB39-4603EC09C7AD}" presName="sibTrans" presStyleCnt="0"/>
      <dgm:spPr/>
    </dgm:pt>
    <dgm:pt modelId="{0F31125E-5649-4C44-9783-950E909CA1EE}" type="pres">
      <dgm:prSet presAssocID="{4B2F255C-841A-4C75-85C8-7630D9178C53}" presName="compNode" presStyleCnt="0"/>
      <dgm:spPr/>
    </dgm:pt>
    <dgm:pt modelId="{009461C6-E76C-4181-974F-6F147CD0E9D5}" type="pres">
      <dgm:prSet presAssocID="{4B2F255C-841A-4C75-85C8-7630D9178C53}" presName="bgRect" presStyleLbl="bgShp" presStyleIdx="1" presStyleCnt="6"/>
      <dgm:spPr/>
    </dgm:pt>
    <dgm:pt modelId="{0D2ECA67-5C77-45D7-879A-EC3263A4E36F}" type="pres">
      <dgm:prSet presAssocID="{4B2F255C-841A-4C75-85C8-7630D9178C5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64805546-6124-4656-91F1-20F0853E6799}" type="pres">
      <dgm:prSet presAssocID="{4B2F255C-841A-4C75-85C8-7630D9178C53}" presName="spaceRect" presStyleCnt="0"/>
      <dgm:spPr/>
    </dgm:pt>
    <dgm:pt modelId="{77D27AC5-DDBC-4F0F-BE7C-23D272122105}" type="pres">
      <dgm:prSet presAssocID="{4B2F255C-841A-4C75-85C8-7630D9178C53}" presName="parTx" presStyleLbl="revTx" presStyleIdx="2" presStyleCnt="12">
        <dgm:presLayoutVars>
          <dgm:chMax val="0"/>
          <dgm:chPref val="0"/>
        </dgm:presLayoutVars>
      </dgm:prSet>
      <dgm:spPr/>
    </dgm:pt>
    <dgm:pt modelId="{4B74214A-AFAD-492F-87E4-60E275301A97}" type="pres">
      <dgm:prSet presAssocID="{4B2F255C-841A-4C75-85C8-7630D9178C53}" presName="desTx" presStyleLbl="revTx" presStyleIdx="3" presStyleCnt="12">
        <dgm:presLayoutVars/>
      </dgm:prSet>
      <dgm:spPr/>
    </dgm:pt>
    <dgm:pt modelId="{4D5FAC88-F014-499C-B02A-01D0D122EE31}" type="pres">
      <dgm:prSet presAssocID="{3A20AE3F-C747-4C2B-BD47-28E3030CEEFD}" presName="sibTrans" presStyleCnt="0"/>
      <dgm:spPr/>
    </dgm:pt>
    <dgm:pt modelId="{40015853-65CE-42BD-8C5F-9CDBF00BA77D}" type="pres">
      <dgm:prSet presAssocID="{FDF49560-0939-414A-848D-DA86BE5C37B1}" presName="compNode" presStyleCnt="0"/>
      <dgm:spPr/>
    </dgm:pt>
    <dgm:pt modelId="{12E87650-1A44-4D77-9314-F44D6A72F557}" type="pres">
      <dgm:prSet presAssocID="{FDF49560-0939-414A-848D-DA86BE5C37B1}" presName="bgRect" presStyleLbl="bgShp" presStyleIdx="2" presStyleCnt="6"/>
      <dgm:spPr/>
    </dgm:pt>
    <dgm:pt modelId="{CD3623CD-A993-435F-BC61-58DFD2BFA1F1}" type="pres">
      <dgm:prSet presAssocID="{FDF49560-0939-414A-848D-DA86BE5C37B1}"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5F9B0388-B1E0-4592-9929-E86F252BA146}" type="pres">
      <dgm:prSet presAssocID="{FDF49560-0939-414A-848D-DA86BE5C37B1}" presName="spaceRect" presStyleCnt="0"/>
      <dgm:spPr/>
    </dgm:pt>
    <dgm:pt modelId="{BB1694B0-11D9-405F-BF93-ACA65EAECBAE}" type="pres">
      <dgm:prSet presAssocID="{FDF49560-0939-414A-848D-DA86BE5C37B1}" presName="parTx" presStyleLbl="revTx" presStyleIdx="4" presStyleCnt="12">
        <dgm:presLayoutVars>
          <dgm:chMax val="0"/>
          <dgm:chPref val="0"/>
        </dgm:presLayoutVars>
      </dgm:prSet>
      <dgm:spPr/>
    </dgm:pt>
    <dgm:pt modelId="{4C645453-A4B1-405B-965E-4486BB2C193F}" type="pres">
      <dgm:prSet presAssocID="{FDF49560-0939-414A-848D-DA86BE5C37B1}" presName="desTx" presStyleLbl="revTx" presStyleIdx="5" presStyleCnt="12">
        <dgm:presLayoutVars/>
      </dgm:prSet>
      <dgm:spPr/>
    </dgm:pt>
    <dgm:pt modelId="{D33AACC0-6DC6-451E-B6D9-4C7E6AE4E23D}" type="pres">
      <dgm:prSet presAssocID="{41C8F881-759B-48D5-88DA-677BB6531EDD}" presName="sibTrans" presStyleCnt="0"/>
      <dgm:spPr/>
    </dgm:pt>
    <dgm:pt modelId="{056DBC48-1581-4226-AE04-E64D485AAAD1}" type="pres">
      <dgm:prSet presAssocID="{B1A55326-4A28-432C-929F-F8407EBA1639}" presName="compNode" presStyleCnt="0"/>
      <dgm:spPr/>
    </dgm:pt>
    <dgm:pt modelId="{B8B1A722-846E-4B5C-B040-7FFB0580E65B}" type="pres">
      <dgm:prSet presAssocID="{B1A55326-4A28-432C-929F-F8407EBA1639}" presName="bgRect" presStyleLbl="bgShp" presStyleIdx="3" presStyleCnt="6"/>
      <dgm:spPr/>
    </dgm:pt>
    <dgm:pt modelId="{60345682-D101-49F8-9415-6CAEF5EB3912}" type="pres">
      <dgm:prSet presAssocID="{B1A55326-4A28-432C-929F-F8407EBA163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eat"/>
        </a:ext>
      </dgm:extLst>
    </dgm:pt>
    <dgm:pt modelId="{EDD87E59-DDED-479B-B1CD-B758931CC1E5}" type="pres">
      <dgm:prSet presAssocID="{B1A55326-4A28-432C-929F-F8407EBA1639}" presName="spaceRect" presStyleCnt="0"/>
      <dgm:spPr/>
    </dgm:pt>
    <dgm:pt modelId="{A8EDE186-25E9-4823-813A-EDED332A35B4}" type="pres">
      <dgm:prSet presAssocID="{B1A55326-4A28-432C-929F-F8407EBA1639}" presName="parTx" presStyleLbl="revTx" presStyleIdx="6" presStyleCnt="12">
        <dgm:presLayoutVars>
          <dgm:chMax val="0"/>
          <dgm:chPref val="0"/>
        </dgm:presLayoutVars>
      </dgm:prSet>
      <dgm:spPr/>
    </dgm:pt>
    <dgm:pt modelId="{54EFDE00-17E4-4212-B114-87A1234BB554}" type="pres">
      <dgm:prSet presAssocID="{B1A55326-4A28-432C-929F-F8407EBA1639}" presName="desTx" presStyleLbl="revTx" presStyleIdx="7" presStyleCnt="12">
        <dgm:presLayoutVars/>
      </dgm:prSet>
      <dgm:spPr/>
    </dgm:pt>
    <dgm:pt modelId="{7CDC7C74-55D7-4BA5-8B89-1BB5A995C5A4}" type="pres">
      <dgm:prSet presAssocID="{5E19DB5F-3842-4460-994B-43382A548FD1}" presName="sibTrans" presStyleCnt="0"/>
      <dgm:spPr/>
    </dgm:pt>
    <dgm:pt modelId="{FED04DDB-D864-46B9-8EA2-0CA232A4A798}" type="pres">
      <dgm:prSet presAssocID="{F9044AD7-FC2E-47D9-A647-C9E054C01146}" presName="compNode" presStyleCnt="0"/>
      <dgm:spPr/>
    </dgm:pt>
    <dgm:pt modelId="{96274996-EE4A-4D86-99E7-50A26F52F421}" type="pres">
      <dgm:prSet presAssocID="{F9044AD7-FC2E-47D9-A647-C9E054C01146}" presName="bgRect" presStyleLbl="bgShp" presStyleIdx="4" presStyleCnt="6"/>
      <dgm:spPr/>
    </dgm:pt>
    <dgm:pt modelId="{677F02FE-B5F4-4621-9039-898A4FB3FEF4}" type="pres">
      <dgm:prSet presAssocID="{F9044AD7-FC2E-47D9-A647-C9E054C0114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oud"/>
        </a:ext>
      </dgm:extLst>
    </dgm:pt>
    <dgm:pt modelId="{20714F19-4F9F-4A01-AA23-7A46C2F475B0}" type="pres">
      <dgm:prSet presAssocID="{F9044AD7-FC2E-47D9-A647-C9E054C01146}" presName="spaceRect" presStyleCnt="0"/>
      <dgm:spPr/>
    </dgm:pt>
    <dgm:pt modelId="{F797934E-DE84-41D0-9901-D19883E29D37}" type="pres">
      <dgm:prSet presAssocID="{F9044AD7-FC2E-47D9-A647-C9E054C01146}" presName="parTx" presStyleLbl="revTx" presStyleIdx="8" presStyleCnt="12">
        <dgm:presLayoutVars>
          <dgm:chMax val="0"/>
          <dgm:chPref val="0"/>
        </dgm:presLayoutVars>
      </dgm:prSet>
      <dgm:spPr/>
    </dgm:pt>
    <dgm:pt modelId="{551B1306-E4D5-4D2F-83C5-0F9AE7FB89EB}" type="pres">
      <dgm:prSet presAssocID="{F9044AD7-FC2E-47D9-A647-C9E054C01146}" presName="desTx" presStyleLbl="revTx" presStyleIdx="9" presStyleCnt="12">
        <dgm:presLayoutVars/>
      </dgm:prSet>
      <dgm:spPr/>
    </dgm:pt>
    <dgm:pt modelId="{58DE45EC-54A3-434B-A9CD-1C8A5348D2D3}" type="pres">
      <dgm:prSet presAssocID="{D8AC3AA1-A908-4A8A-A594-7E6417702E56}" presName="sibTrans" presStyleCnt="0"/>
      <dgm:spPr/>
    </dgm:pt>
    <dgm:pt modelId="{58F75837-81BA-4773-992F-46E2EFB432A0}" type="pres">
      <dgm:prSet presAssocID="{532EED31-9911-4F57-BBCD-C8C8AABF8180}" presName="compNode" presStyleCnt="0"/>
      <dgm:spPr/>
    </dgm:pt>
    <dgm:pt modelId="{BE7AF805-5ED3-440D-AC6C-7DEEFEF1A047}" type="pres">
      <dgm:prSet presAssocID="{532EED31-9911-4F57-BBCD-C8C8AABF8180}" presName="bgRect" presStyleLbl="bgShp" presStyleIdx="5" presStyleCnt="6"/>
      <dgm:spPr/>
    </dgm:pt>
    <dgm:pt modelId="{109D2D91-4DF8-4423-8E9D-05A6C0078EB8}" type="pres">
      <dgm:prSet presAssocID="{532EED31-9911-4F57-BBCD-C8C8AABF818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iggy Bank"/>
        </a:ext>
      </dgm:extLst>
    </dgm:pt>
    <dgm:pt modelId="{CBB7B4DE-5C61-4B61-9657-1BE7C65F1B75}" type="pres">
      <dgm:prSet presAssocID="{532EED31-9911-4F57-BBCD-C8C8AABF8180}" presName="spaceRect" presStyleCnt="0"/>
      <dgm:spPr/>
    </dgm:pt>
    <dgm:pt modelId="{8B114F9D-78D5-4694-99FC-2DB27CEAA415}" type="pres">
      <dgm:prSet presAssocID="{532EED31-9911-4F57-BBCD-C8C8AABF8180}" presName="parTx" presStyleLbl="revTx" presStyleIdx="10" presStyleCnt="12">
        <dgm:presLayoutVars>
          <dgm:chMax val="0"/>
          <dgm:chPref val="0"/>
        </dgm:presLayoutVars>
      </dgm:prSet>
      <dgm:spPr/>
    </dgm:pt>
    <dgm:pt modelId="{D4E905C8-0B5B-4718-AC39-29D43C575BB4}" type="pres">
      <dgm:prSet presAssocID="{532EED31-9911-4F57-BBCD-C8C8AABF8180}" presName="desTx" presStyleLbl="revTx" presStyleIdx="11" presStyleCnt="12">
        <dgm:presLayoutVars/>
      </dgm:prSet>
      <dgm:spPr/>
    </dgm:pt>
  </dgm:ptLst>
  <dgm:cxnLst>
    <dgm:cxn modelId="{39DC5909-BC35-403A-AAA1-48ACF0414013}" type="presOf" srcId="{4B2F255C-841A-4C75-85C8-7630D9178C53}" destId="{77D27AC5-DDBC-4F0F-BE7C-23D272122105}" srcOrd="0" destOrd="0" presId="urn:microsoft.com/office/officeart/2018/2/layout/IconVerticalSolidList"/>
    <dgm:cxn modelId="{75E61E17-B3CE-486C-8D67-0A31FC9F25F9}" type="presOf" srcId="{FDF49560-0939-414A-848D-DA86BE5C37B1}" destId="{BB1694B0-11D9-405F-BF93-ACA65EAECBAE}" srcOrd="0" destOrd="0" presId="urn:microsoft.com/office/officeart/2018/2/layout/IconVerticalSolidList"/>
    <dgm:cxn modelId="{518FAF19-B49C-426F-90F3-836DD5AF86BC}" srcId="{4B2F255C-841A-4C75-85C8-7630D9178C53}" destId="{9D50AF0F-86CF-4E42-88A5-3CC4C1A9C2D2}" srcOrd="0" destOrd="0" parTransId="{1FFD08FD-4B8A-4ED9-A0F2-4B882BF3E360}" sibTransId="{5434D501-45C9-47B7-A060-E72B8817042F}"/>
    <dgm:cxn modelId="{4A04A11C-C963-4A6D-B85F-21E55B1D9B10}" type="presOf" srcId="{9BC7EB98-BDC6-4C26-A153-2B26722CB214}" destId="{0F619357-9EC8-4EF9-BCA2-747125BFC380}" srcOrd="0" destOrd="0" presId="urn:microsoft.com/office/officeart/2018/2/layout/IconVerticalSolidList"/>
    <dgm:cxn modelId="{2ADED32C-F202-4403-B4A3-4AEA657B71B1}" srcId="{9BC7EB98-BDC6-4C26-A153-2B26722CB214}" destId="{B1A55326-4A28-432C-929F-F8407EBA1639}" srcOrd="3" destOrd="0" parTransId="{31CD5C79-83C1-4964-8A11-F67F3988117D}" sibTransId="{5E19DB5F-3842-4460-994B-43382A548FD1}"/>
    <dgm:cxn modelId="{1887A231-8A60-4BEA-BF30-98154075F678}" type="presOf" srcId="{17D9BC14-D61E-4636-BCA0-03255DB108FD}" destId="{BAF0354B-D49B-45FD-B21C-2C4D6B19FD07}" srcOrd="0" destOrd="0" presId="urn:microsoft.com/office/officeart/2018/2/layout/IconVerticalSolidList"/>
    <dgm:cxn modelId="{CAA48B36-A02B-44A5-AE40-9C50300A3940}" type="presOf" srcId="{532EED31-9911-4F57-BBCD-C8C8AABF8180}" destId="{8B114F9D-78D5-4694-99FC-2DB27CEAA415}" srcOrd="0" destOrd="0" presId="urn:microsoft.com/office/officeart/2018/2/layout/IconVerticalSolidList"/>
    <dgm:cxn modelId="{DB0ABB5F-AFDC-468C-BCEF-57C4F161B1E5}" type="presOf" srcId="{9D50AF0F-86CF-4E42-88A5-3CC4C1A9C2D2}" destId="{4B74214A-AFAD-492F-87E4-60E275301A97}" srcOrd="0" destOrd="0" presId="urn:microsoft.com/office/officeart/2018/2/layout/IconVerticalSolidList"/>
    <dgm:cxn modelId="{DE78BD42-018C-45F1-8947-CA5EABB3CBB1}" srcId="{9BC7EB98-BDC6-4C26-A153-2B26722CB214}" destId="{FDF49560-0939-414A-848D-DA86BE5C37B1}" srcOrd="2" destOrd="0" parTransId="{200024BA-3D94-43B7-8B56-BF95B452FACD}" sibTransId="{41C8F881-759B-48D5-88DA-677BB6531EDD}"/>
    <dgm:cxn modelId="{A7EE2474-8A59-4C09-87B7-75E21D4C7F04}" srcId="{B1A55326-4A28-432C-929F-F8407EBA1639}" destId="{1B494991-450E-4F24-84C4-9C7568ECF9C5}" srcOrd="0" destOrd="0" parTransId="{4A71AADF-4FB8-4876-B839-F109587AC8AE}" sibTransId="{46DB724E-AA64-40A8-8774-4DD04D6EAAC2}"/>
    <dgm:cxn modelId="{4B8FC987-153B-49A7-A5BA-6E169871EF33}" type="presOf" srcId="{F9044AD7-FC2E-47D9-A647-C9E054C01146}" destId="{F797934E-DE84-41D0-9901-D19883E29D37}" srcOrd="0" destOrd="0" presId="urn:microsoft.com/office/officeart/2018/2/layout/IconVerticalSolidList"/>
    <dgm:cxn modelId="{3FEE5797-6024-42B7-9064-D16EF105E4C2}" type="presOf" srcId="{B1A55326-4A28-432C-929F-F8407EBA1639}" destId="{A8EDE186-25E9-4823-813A-EDED332A35B4}" srcOrd="0" destOrd="0" presId="urn:microsoft.com/office/officeart/2018/2/layout/IconVerticalSolidList"/>
    <dgm:cxn modelId="{60E89D9E-6E95-426E-954B-17ED3639EC3F}" type="presOf" srcId="{89C725EB-1B2F-489F-8134-AF032E1E727E}" destId="{551B1306-E4D5-4D2F-83C5-0F9AE7FB89EB}" srcOrd="0" destOrd="0" presId="urn:microsoft.com/office/officeart/2018/2/layout/IconVerticalSolidList"/>
    <dgm:cxn modelId="{0A9DDCA5-8DC0-4600-8B01-916E6EEF529E}" srcId="{FDF49560-0939-414A-848D-DA86BE5C37B1}" destId="{74202692-14F1-4A90-8DD8-E13995CB3922}" srcOrd="0" destOrd="0" parTransId="{6692DFD8-1FA1-418A-9B0E-F13BAD8C33F3}" sibTransId="{E346975B-36D6-4238-91CC-8B8C0C4F1FBD}"/>
    <dgm:cxn modelId="{2D222CAF-9BDB-4EA5-98C2-64863209BDF1}" type="presOf" srcId="{1B494991-450E-4F24-84C4-9C7568ECF9C5}" destId="{54EFDE00-17E4-4212-B114-87A1234BB554}" srcOrd="0" destOrd="0" presId="urn:microsoft.com/office/officeart/2018/2/layout/IconVerticalSolidList"/>
    <dgm:cxn modelId="{198ABBB1-7B6F-4DE6-939D-8386AD756117}" srcId="{9BC7EB98-BDC6-4C26-A153-2B26722CB214}" destId="{17D9BC14-D61E-4636-BCA0-03255DB108FD}" srcOrd="0" destOrd="0" parTransId="{56A5C08F-5585-4612-89A5-70B42DD955F1}" sibTransId="{FCAF2678-362A-4B8D-BB39-4603EC09C7AD}"/>
    <dgm:cxn modelId="{DD8ACAB5-E037-45FB-9442-B76C324A2C88}" srcId="{532EED31-9911-4F57-BBCD-C8C8AABF8180}" destId="{C14C2BE5-0797-4F8C-9C17-8984DB45A44E}" srcOrd="0" destOrd="0" parTransId="{E972FC01-F4EF-4043-9A79-844207AF81C0}" sibTransId="{C48D0F6A-98E6-47A7-8D30-5CC09AF98E9D}"/>
    <dgm:cxn modelId="{E5ED02B8-6A6B-4245-AB53-B5C76E5D548D}" srcId="{F9044AD7-FC2E-47D9-A647-C9E054C01146}" destId="{89C725EB-1B2F-489F-8134-AF032E1E727E}" srcOrd="0" destOrd="0" parTransId="{E243804A-3A83-4552-8333-2A410FF2AD9A}" sibTransId="{B2D07284-1AB8-42B3-8C82-FDC5DDA8A7D6}"/>
    <dgm:cxn modelId="{84BA01BA-A33B-4276-B2EA-443886CDA599}" srcId="{9BC7EB98-BDC6-4C26-A153-2B26722CB214}" destId="{532EED31-9911-4F57-BBCD-C8C8AABF8180}" srcOrd="5" destOrd="0" parTransId="{32A15A05-7868-478C-B0EC-D9A46B4AD172}" sibTransId="{54B3C793-40F4-4C83-B7E5-000627CC6270}"/>
    <dgm:cxn modelId="{B855DFCF-EFDA-4E7D-8D8A-928AA148A446}" srcId="{9BC7EB98-BDC6-4C26-A153-2B26722CB214}" destId="{F9044AD7-FC2E-47D9-A647-C9E054C01146}" srcOrd="4" destOrd="0" parTransId="{BDDFD840-788E-4FEF-9C33-00205CE7D805}" sibTransId="{D8AC3AA1-A908-4A8A-A594-7E6417702E56}"/>
    <dgm:cxn modelId="{23CDEBD2-23AF-4770-A590-285FF7B180F0}" type="presOf" srcId="{2D733DA9-5392-4988-BEBF-CB7C140A0CEA}" destId="{CA905A95-4EAC-4FD2-82CC-D72C86C68EE3}" srcOrd="0" destOrd="0" presId="urn:microsoft.com/office/officeart/2018/2/layout/IconVerticalSolidList"/>
    <dgm:cxn modelId="{48DA29D4-6669-476F-8072-02D06E14CFB2}" type="presOf" srcId="{C14C2BE5-0797-4F8C-9C17-8984DB45A44E}" destId="{D4E905C8-0B5B-4718-AC39-29D43C575BB4}" srcOrd="0" destOrd="0" presId="urn:microsoft.com/office/officeart/2018/2/layout/IconVerticalSolidList"/>
    <dgm:cxn modelId="{DF5010E3-999E-496F-B8C8-A5336ADBDFC8}" srcId="{9BC7EB98-BDC6-4C26-A153-2B26722CB214}" destId="{4B2F255C-841A-4C75-85C8-7630D9178C53}" srcOrd="1" destOrd="0" parTransId="{D764569A-E8F3-489B-8B98-5291938236FC}" sibTransId="{3A20AE3F-C747-4C2B-BD47-28E3030CEEFD}"/>
    <dgm:cxn modelId="{2410FCF4-4840-4E7D-947D-E23AF5E33BD2}" type="presOf" srcId="{74202692-14F1-4A90-8DD8-E13995CB3922}" destId="{4C645453-A4B1-405B-965E-4486BB2C193F}" srcOrd="0" destOrd="0" presId="urn:microsoft.com/office/officeart/2018/2/layout/IconVerticalSolidList"/>
    <dgm:cxn modelId="{1E9A9BFF-1A35-4A9D-812F-F8877514999D}" srcId="{17D9BC14-D61E-4636-BCA0-03255DB108FD}" destId="{2D733DA9-5392-4988-BEBF-CB7C140A0CEA}" srcOrd="0" destOrd="0" parTransId="{3008D188-1767-435E-B40D-CA50A4577751}" sibTransId="{4CC0BFFA-7E8E-4263-B684-BF744A1BDC62}"/>
    <dgm:cxn modelId="{9B0F4606-D39F-4926-A5EE-982DBA42A461}" type="presParOf" srcId="{0F619357-9EC8-4EF9-BCA2-747125BFC380}" destId="{65EE3BB4-AF8C-4A27-84F8-7C38D576D5C9}" srcOrd="0" destOrd="0" presId="urn:microsoft.com/office/officeart/2018/2/layout/IconVerticalSolidList"/>
    <dgm:cxn modelId="{34BBCF71-9EEA-4278-B986-4C366D8C3B0E}" type="presParOf" srcId="{65EE3BB4-AF8C-4A27-84F8-7C38D576D5C9}" destId="{C2A5C6A7-878D-4F4B-90DE-240DDBE92D94}" srcOrd="0" destOrd="0" presId="urn:microsoft.com/office/officeart/2018/2/layout/IconVerticalSolidList"/>
    <dgm:cxn modelId="{0364D53C-51FC-439A-A2B3-C39675BFD5A3}" type="presParOf" srcId="{65EE3BB4-AF8C-4A27-84F8-7C38D576D5C9}" destId="{C953E05B-EE95-4067-B024-8E120B531EC2}" srcOrd="1" destOrd="0" presId="urn:microsoft.com/office/officeart/2018/2/layout/IconVerticalSolidList"/>
    <dgm:cxn modelId="{1BE3097B-CD0A-4370-A476-FF6DF6ECC4BC}" type="presParOf" srcId="{65EE3BB4-AF8C-4A27-84F8-7C38D576D5C9}" destId="{EC20066E-A474-4FC1-8F51-609E87DF59AF}" srcOrd="2" destOrd="0" presId="urn:microsoft.com/office/officeart/2018/2/layout/IconVerticalSolidList"/>
    <dgm:cxn modelId="{818BE125-5F7C-4DD6-B545-A8CA7147393F}" type="presParOf" srcId="{65EE3BB4-AF8C-4A27-84F8-7C38D576D5C9}" destId="{BAF0354B-D49B-45FD-B21C-2C4D6B19FD07}" srcOrd="3" destOrd="0" presId="urn:microsoft.com/office/officeart/2018/2/layout/IconVerticalSolidList"/>
    <dgm:cxn modelId="{C8A93BC1-B9B2-4449-BAC5-8B45FF7F01A6}" type="presParOf" srcId="{65EE3BB4-AF8C-4A27-84F8-7C38D576D5C9}" destId="{CA905A95-4EAC-4FD2-82CC-D72C86C68EE3}" srcOrd="4" destOrd="0" presId="urn:microsoft.com/office/officeart/2018/2/layout/IconVerticalSolidList"/>
    <dgm:cxn modelId="{CF28897F-D1FF-4411-ACAD-3B471447C1A5}" type="presParOf" srcId="{0F619357-9EC8-4EF9-BCA2-747125BFC380}" destId="{F52BDAFF-F31D-45BD-AD54-EE30C2BEC6A6}" srcOrd="1" destOrd="0" presId="urn:microsoft.com/office/officeart/2018/2/layout/IconVerticalSolidList"/>
    <dgm:cxn modelId="{9C852109-5AEC-4D06-9574-498F9402A884}" type="presParOf" srcId="{0F619357-9EC8-4EF9-BCA2-747125BFC380}" destId="{0F31125E-5649-4C44-9783-950E909CA1EE}" srcOrd="2" destOrd="0" presId="urn:microsoft.com/office/officeart/2018/2/layout/IconVerticalSolidList"/>
    <dgm:cxn modelId="{76BB69D8-7104-4604-BFCF-BA89781EDCDF}" type="presParOf" srcId="{0F31125E-5649-4C44-9783-950E909CA1EE}" destId="{009461C6-E76C-4181-974F-6F147CD0E9D5}" srcOrd="0" destOrd="0" presId="urn:microsoft.com/office/officeart/2018/2/layout/IconVerticalSolidList"/>
    <dgm:cxn modelId="{19BA9085-0FC5-4420-B53D-20E270728763}" type="presParOf" srcId="{0F31125E-5649-4C44-9783-950E909CA1EE}" destId="{0D2ECA67-5C77-45D7-879A-EC3263A4E36F}" srcOrd="1" destOrd="0" presId="urn:microsoft.com/office/officeart/2018/2/layout/IconVerticalSolidList"/>
    <dgm:cxn modelId="{1FA34CE1-A80C-495B-B325-99A0A7F12383}" type="presParOf" srcId="{0F31125E-5649-4C44-9783-950E909CA1EE}" destId="{64805546-6124-4656-91F1-20F0853E6799}" srcOrd="2" destOrd="0" presId="urn:microsoft.com/office/officeart/2018/2/layout/IconVerticalSolidList"/>
    <dgm:cxn modelId="{371685D1-2913-49C7-9606-FC761586633A}" type="presParOf" srcId="{0F31125E-5649-4C44-9783-950E909CA1EE}" destId="{77D27AC5-DDBC-4F0F-BE7C-23D272122105}" srcOrd="3" destOrd="0" presId="urn:microsoft.com/office/officeart/2018/2/layout/IconVerticalSolidList"/>
    <dgm:cxn modelId="{42F6EEFD-C3B9-4677-B391-1153A13110E6}" type="presParOf" srcId="{0F31125E-5649-4C44-9783-950E909CA1EE}" destId="{4B74214A-AFAD-492F-87E4-60E275301A97}" srcOrd="4" destOrd="0" presId="urn:microsoft.com/office/officeart/2018/2/layout/IconVerticalSolidList"/>
    <dgm:cxn modelId="{E6699A95-CBA7-4668-AC5C-BE448EF3A9CA}" type="presParOf" srcId="{0F619357-9EC8-4EF9-BCA2-747125BFC380}" destId="{4D5FAC88-F014-499C-B02A-01D0D122EE31}" srcOrd="3" destOrd="0" presId="urn:microsoft.com/office/officeart/2018/2/layout/IconVerticalSolidList"/>
    <dgm:cxn modelId="{74B3519F-3D84-4C7E-B284-840E0B67964A}" type="presParOf" srcId="{0F619357-9EC8-4EF9-BCA2-747125BFC380}" destId="{40015853-65CE-42BD-8C5F-9CDBF00BA77D}" srcOrd="4" destOrd="0" presId="urn:microsoft.com/office/officeart/2018/2/layout/IconVerticalSolidList"/>
    <dgm:cxn modelId="{9E8D471F-4912-4212-BD0F-C3A05BDEE02F}" type="presParOf" srcId="{40015853-65CE-42BD-8C5F-9CDBF00BA77D}" destId="{12E87650-1A44-4D77-9314-F44D6A72F557}" srcOrd="0" destOrd="0" presId="urn:microsoft.com/office/officeart/2018/2/layout/IconVerticalSolidList"/>
    <dgm:cxn modelId="{D98BA7F0-49DF-4A13-BA0E-9E8FD15861A9}" type="presParOf" srcId="{40015853-65CE-42BD-8C5F-9CDBF00BA77D}" destId="{CD3623CD-A993-435F-BC61-58DFD2BFA1F1}" srcOrd="1" destOrd="0" presId="urn:microsoft.com/office/officeart/2018/2/layout/IconVerticalSolidList"/>
    <dgm:cxn modelId="{EADE838F-C25F-4D52-AA2E-90522E6EA581}" type="presParOf" srcId="{40015853-65CE-42BD-8C5F-9CDBF00BA77D}" destId="{5F9B0388-B1E0-4592-9929-E86F252BA146}" srcOrd="2" destOrd="0" presId="urn:microsoft.com/office/officeart/2018/2/layout/IconVerticalSolidList"/>
    <dgm:cxn modelId="{A647EC15-8B50-4F78-BA22-BD8BC301C383}" type="presParOf" srcId="{40015853-65CE-42BD-8C5F-9CDBF00BA77D}" destId="{BB1694B0-11D9-405F-BF93-ACA65EAECBAE}" srcOrd="3" destOrd="0" presId="urn:microsoft.com/office/officeart/2018/2/layout/IconVerticalSolidList"/>
    <dgm:cxn modelId="{DFFB1F8D-A498-4D7D-98F1-307B1FD1E6E6}" type="presParOf" srcId="{40015853-65CE-42BD-8C5F-9CDBF00BA77D}" destId="{4C645453-A4B1-405B-965E-4486BB2C193F}" srcOrd="4" destOrd="0" presId="urn:microsoft.com/office/officeart/2018/2/layout/IconVerticalSolidList"/>
    <dgm:cxn modelId="{33E88C91-5C58-43CC-9420-93A89F028453}" type="presParOf" srcId="{0F619357-9EC8-4EF9-BCA2-747125BFC380}" destId="{D33AACC0-6DC6-451E-B6D9-4C7E6AE4E23D}" srcOrd="5" destOrd="0" presId="urn:microsoft.com/office/officeart/2018/2/layout/IconVerticalSolidList"/>
    <dgm:cxn modelId="{6416001C-9F75-4009-A57B-38DBBED1DE09}" type="presParOf" srcId="{0F619357-9EC8-4EF9-BCA2-747125BFC380}" destId="{056DBC48-1581-4226-AE04-E64D485AAAD1}" srcOrd="6" destOrd="0" presId="urn:microsoft.com/office/officeart/2018/2/layout/IconVerticalSolidList"/>
    <dgm:cxn modelId="{57D68A76-5175-4A5E-8A1B-FF2EE6051BD0}" type="presParOf" srcId="{056DBC48-1581-4226-AE04-E64D485AAAD1}" destId="{B8B1A722-846E-4B5C-B040-7FFB0580E65B}" srcOrd="0" destOrd="0" presId="urn:microsoft.com/office/officeart/2018/2/layout/IconVerticalSolidList"/>
    <dgm:cxn modelId="{D826186F-5019-4511-83B6-EF5C175924AC}" type="presParOf" srcId="{056DBC48-1581-4226-AE04-E64D485AAAD1}" destId="{60345682-D101-49F8-9415-6CAEF5EB3912}" srcOrd="1" destOrd="0" presId="urn:microsoft.com/office/officeart/2018/2/layout/IconVerticalSolidList"/>
    <dgm:cxn modelId="{9BB770F4-B5F3-44D0-ADB4-0C788E40882C}" type="presParOf" srcId="{056DBC48-1581-4226-AE04-E64D485AAAD1}" destId="{EDD87E59-DDED-479B-B1CD-B758931CC1E5}" srcOrd="2" destOrd="0" presId="urn:microsoft.com/office/officeart/2018/2/layout/IconVerticalSolidList"/>
    <dgm:cxn modelId="{08BC34E4-158F-47BF-BC6B-9B2EA9D1B01F}" type="presParOf" srcId="{056DBC48-1581-4226-AE04-E64D485AAAD1}" destId="{A8EDE186-25E9-4823-813A-EDED332A35B4}" srcOrd="3" destOrd="0" presId="urn:microsoft.com/office/officeart/2018/2/layout/IconVerticalSolidList"/>
    <dgm:cxn modelId="{089D12DB-E892-43FB-9BF1-A9AC12F905CE}" type="presParOf" srcId="{056DBC48-1581-4226-AE04-E64D485AAAD1}" destId="{54EFDE00-17E4-4212-B114-87A1234BB554}" srcOrd="4" destOrd="0" presId="urn:microsoft.com/office/officeart/2018/2/layout/IconVerticalSolidList"/>
    <dgm:cxn modelId="{44AA9C3E-4251-4365-840F-86400E96D2D9}" type="presParOf" srcId="{0F619357-9EC8-4EF9-BCA2-747125BFC380}" destId="{7CDC7C74-55D7-4BA5-8B89-1BB5A995C5A4}" srcOrd="7" destOrd="0" presId="urn:microsoft.com/office/officeart/2018/2/layout/IconVerticalSolidList"/>
    <dgm:cxn modelId="{D65F4EF8-3E8B-4292-8F23-F60CCF2292C2}" type="presParOf" srcId="{0F619357-9EC8-4EF9-BCA2-747125BFC380}" destId="{FED04DDB-D864-46B9-8EA2-0CA232A4A798}" srcOrd="8" destOrd="0" presId="urn:microsoft.com/office/officeart/2018/2/layout/IconVerticalSolidList"/>
    <dgm:cxn modelId="{484C28AC-D31F-407E-AF97-F939614525DE}" type="presParOf" srcId="{FED04DDB-D864-46B9-8EA2-0CA232A4A798}" destId="{96274996-EE4A-4D86-99E7-50A26F52F421}" srcOrd="0" destOrd="0" presId="urn:microsoft.com/office/officeart/2018/2/layout/IconVerticalSolidList"/>
    <dgm:cxn modelId="{68CA4461-102D-4B1F-9C26-4FACACD9236A}" type="presParOf" srcId="{FED04DDB-D864-46B9-8EA2-0CA232A4A798}" destId="{677F02FE-B5F4-4621-9039-898A4FB3FEF4}" srcOrd="1" destOrd="0" presId="urn:microsoft.com/office/officeart/2018/2/layout/IconVerticalSolidList"/>
    <dgm:cxn modelId="{11633CBA-4953-4B67-AB00-7808FA8FCD37}" type="presParOf" srcId="{FED04DDB-D864-46B9-8EA2-0CA232A4A798}" destId="{20714F19-4F9F-4A01-AA23-7A46C2F475B0}" srcOrd="2" destOrd="0" presId="urn:microsoft.com/office/officeart/2018/2/layout/IconVerticalSolidList"/>
    <dgm:cxn modelId="{2BC90F3C-E4A6-4D50-B4DE-836319B02FEB}" type="presParOf" srcId="{FED04DDB-D864-46B9-8EA2-0CA232A4A798}" destId="{F797934E-DE84-41D0-9901-D19883E29D37}" srcOrd="3" destOrd="0" presId="urn:microsoft.com/office/officeart/2018/2/layout/IconVerticalSolidList"/>
    <dgm:cxn modelId="{41B262A2-A011-435F-9B5E-C04B1A1DDBD6}" type="presParOf" srcId="{FED04DDB-D864-46B9-8EA2-0CA232A4A798}" destId="{551B1306-E4D5-4D2F-83C5-0F9AE7FB89EB}" srcOrd="4" destOrd="0" presId="urn:microsoft.com/office/officeart/2018/2/layout/IconVerticalSolidList"/>
    <dgm:cxn modelId="{AF8C568C-F804-4D56-853D-B90D4AB7600D}" type="presParOf" srcId="{0F619357-9EC8-4EF9-BCA2-747125BFC380}" destId="{58DE45EC-54A3-434B-A9CD-1C8A5348D2D3}" srcOrd="9" destOrd="0" presId="urn:microsoft.com/office/officeart/2018/2/layout/IconVerticalSolidList"/>
    <dgm:cxn modelId="{AF6B9B3E-3F99-4E56-B9EE-FCFCD9F5AF8E}" type="presParOf" srcId="{0F619357-9EC8-4EF9-BCA2-747125BFC380}" destId="{58F75837-81BA-4773-992F-46E2EFB432A0}" srcOrd="10" destOrd="0" presId="urn:microsoft.com/office/officeart/2018/2/layout/IconVerticalSolidList"/>
    <dgm:cxn modelId="{263F5511-ABF6-4453-8800-7A196E5A48F2}" type="presParOf" srcId="{58F75837-81BA-4773-992F-46E2EFB432A0}" destId="{BE7AF805-5ED3-440D-AC6C-7DEEFEF1A047}" srcOrd="0" destOrd="0" presId="urn:microsoft.com/office/officeart/2018/2/layout/IconVerticalSolidList"/>
    <dgm:cxn modelId="{A654A439-0347-426D-85BA-2BEEE94F3040}" type="presParOf" srcId="{58F75837-81BA-4773-992F-46E2EFB432A0}" destId="{109D2D91-4DF8-4423-8E9D-05A6C0078EB8}" srcOrd="1" destOrd="0" presId="urn:microsoft.com/office/officeart/2018/2/layout/IconVerticalSolidList"/>
    <dgm:cxn modelId="{D1BC54A0-AC01-4113-BBB5-0ED2DB363BEB}" type="presParOf" srcId="{58F75837-81BA-4773-992F-46E2EFB432A0}" destId="{CBB7B4DE-5C61-4B61-9657-1BE7C65F1B75}" srcOrd="2" destOrd="0" presId="urn:microsoft.com/office/officeart/2018/2/layout/IconVerticalSolidList"/>
    <dgm:cxn modelId="{EAF4D1A4-464E-467D-8533-91C82745AD92}" type="presParOf" srcId="{58F75837-81BA-4773-992F-46E2EFB432A0}" destId="{8B114F9D-78D5-4694-99FC-2DB27CEAA415}" srcOrd="3" destOrd="0" presId="urn:microsoft.com/office/officeart/2018/2/layout/IconVerticalSolidList"/>
    <dgm:cxn modelId="{94361F92-E6B1-4CF7-B0EF-DB392BE87D03}" type="presParOf" srcId="{58F75837-81BA-4773-992F-46E2EFB432A0}" destId="{D4E905C8-0B5B-4718-AC39-29D43C575BB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F63AE1B5-333A-44FA-8A4B-126E3FDBEA2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C79EB29-CFB5-4EA6-93D0-0E36B06243C2}">
      <dgm:prSet/>
      <dgm:spPr/>
      <dgm:t>
        <a:bodyPr/>
        <a:lstStyle/>
        <a:p>
          <a:pPr>
            <a:defRPr cap="all"/>
          </a:pPr>
          <a:r>
            <a:rPr lang="en-MY" b="1"/>
            <a:t>Create a Migration Strategy</a:t>
          </a:r>
          <a:endParaRPr lang="en-US"/>
        </a:p>
      </dgm:t>
    </dgm:pt>
    <dgm:pt modelId="{1B5F6410-1CBF-4268-87C2-5424D3F1A9D2}" type="parTrans" cxnId="{390CA809-E0C0-4B3F-A1B9-B95E3BB49291}">
      <dgm:prSet/>
      <dgm:spPr/>
      <dgm:t>
        <a:bodyPr/>
        <a:lstStyle/>
        <a:p>
          <a:endParaRPr lang="en-US"/>
        </a:p>
      </dgm:t>
    </dgm:pt>
    <dgm:pt modelId="{19C3E9D0-9B7D-4EFF-8A99-A2557583068D}" type="sibTrans" cxnId="{390CA809-E0C0-4B3F-A1B9-B95E3BB49291}">
      <dgm:prSet/>
      <dgm:spPr/>
      <dgm:t>
        <a:bodyPr/>
        <a:lstStyle/>
        <a:p>
          <a:endParaRPr lang="en-US"/>
        </a:p>
      </dgm:t>
    </dgm:pt>
    <dgm:pt modelId="{BFA3750D-B11D-448B-B1F3-450B08CF3C94}">
      <dgm:prSet/>
      <dgm:spPr/>
      <dgm:t>
        <a:bodyPr/>
        <a:lstStyle/>
        <a:p>
          <a:pPr>
            <a:defRPr cap="all"/>
          </a:pPr>
          <a:r>
            <a:rPr lang="en-MY" b="1"/>
            <a:t>Evaluate Applications and Data</a:t>
          </a:r>
          <a:endParaRPr lang="en-US"/>
        </a:p>
      </dgm:t>
    </dgm:pt>
    <dgm:pt modelId="{E90287DC-3907-4C36-9513-D57943FB9019}" type="parTrans" cxnId="{6F4E07F0-17CD-4EAE-AF53-40D2C4FDE17A}">
      <dgm:prSet/>
      <dgm:spPr/>
      <dgm:t>
        <a:bodyPr/>
        <a:lstStyle/>
        <a:p>
          <a:endParaRPr lang="en-US"/>
        </a:p>
      </dgm:t>
    </dgm:pt>
    <dgm:pt modelId="{45726C38-9B63-425D-BF51-56077C905C7B}" type="sibTrans" cxnId="{6F4E07F0-17CD-4EAE-AF53-40D2C4FDE17A}">
      <dgm:prSet/>
      <dgm:spPr/>
      <dgm:t>
        <a:bodyPr/>
        <a:lstStyle/>
        <a:p>
          <a:endParaRPr lang="en-US"/>
        </a:p>
      </dgm:t>
    </dgm:pt>
    <dgm:pt modelId="{DB9BDADB-5657-4289-AE28-51390745D491}">
      <dgm:prSet/>
      <dgm:spPr/>
      <dgm:t>
        <a:bodyPr/>
        <a:lstStyle/>
        <a:p>
          <a:pPr>
            <a:defRPr cap="all"/>
          </a:pPr>
          <a:r>
            <a:rPr lang="en-MY" b="1"/>
            <a:t>Choose the Right Cloud Provider</a:t>
          </a:r>
          <a:endParaRPr lang="en-US"/>
        </a:p>
      </dgm:t>
    </dgm:pt>
    <dgm:pt modelId="{FA4C6097-A60F-4089-9381-F278E99BEA15}" type="parTrans" cxnId="{18F28308-3558-4A4D-8D69-3B76877C5696}">
      <dgm:prSet/>
      <dgm:spPr/>
      <dgm:t>
        <a:bodyPr/>
        <a:lstStyle/>
        <a:p>
          <a:endParaRPr lang="en-US"/>
        </a:p>
      </dgm:t>
    </dgm:pt>
    <dgm:pt modelId="{8727F4BE-4902-463F-A869-B74146F4FAC3}" type="sibTrans" cxnId="{18F28308-3558-4A4D-8D69-3B76877C5696}">
      <dgm:prSet/>
      <dgm:spPr/>
      <dgm:t>
        <a:bodyPr/>
        <a:lstStyle/>
        <a:p>
          <a:endParaRPr lang="en-US"/>
        </a:p>
      </dgm:t>
    </dgm:pt>
    <dgm:pt modelId="{341FDC67-1514-4C9A-8DC1-9CE450A11D62}">
      <dgm:prSet/>
      <dgm:spPr/>
      <dgm:t>
        <a:bodyPr/>
        <a:lstStyle/>
        <a:p>
          <a:pPr>
            <a:defRPr cap="all"/>
          </a:pPr>
          <a:r>
            <a:rPr lang="en-MY" b="1"/>
            <a:t>Prepare the Environment</a:t>
          </a:r>
          <a:endParaRPr lang="en-US"/>
        </a:p>
      </dgm:t>
    </dgm:pt>
    <dgm:pt modelId="{2EB0A835-8EFB-4D0B-B9AD-68375664CB3F}" type="parTrans" cxnId="{865954A6-E13B-42AA-B3BE-FD825936314C}">
      <dgm:prSet/>
      <dgm:spPr/>
      <dgm:t>
        <a:bodyPr/>
        <a:lstStyle/>
        <a:p>
          <a:endParaRPr lang="en-US"/>
        </a:p>
      </dgm:t>
    </dgm:pt>
    <dgm:pt modelId="{D1AB3FEC-6C13-4D3A-9AD3-59902EA875CE}" type="sibTrans" cxnId="{865954A6-E13B-42AA-B3BE-FD825936314C}">
      <dgm:prSet/>
      <dgm:spPr/>
      <dgm:t>
        <a:bodyPr/>
        <a:lstStyle/>
        <a:p>
          <a:endParaRPr lang="en-US"/>
        </a:p>
      </dgm:t>
    </dgm:pt>
    <dgm:pt modelId="{2AA7DEA2-FAF0-4CE4-B634-03653F4FE7F7}">
      <dgm:prSet/>
      <dgm:spPr/>
      <dgm:t>
        <a:bodyPr/>
        <a:lstStyle/>
        <a:p>
          <a:pPr>
            <a:defRPr cap="all"/>
          </a:pPr>
          <a:r>
            <a:rPr lang="en-MY" b="1"/>
            <a:t>Migrate and Test</a:t>
          </a:r>
          <a:endParaRPr lang="en-US"/>
        </a:p>
      </dgm:t>
    </dgm:pt>
    <dgm:pt modelId="{29C706E8-6EE2-42A5-A027-AB561079898E}" type="parTrans" cxnId="{A8FE086F-D78E-4841-AE43-6455F879EFB2}">
      <dgm:prSet/>
      <dgm:spPr/>
      <dgm:t>
        <a:bodyPr/>
        <a:lstStyle/>
        <a:p>
          <a:endParaRPr lang="en-US"/>
        </a:p>
      </dgm:t>
    </dgm:pt>
    <dgm:pt modelId="{D015DE19-AD70-4AEB-8BE3-14910B0FEFC3}" type="sibTrans" cxnId="{A8FE086F-D78E-4841-AE43-6455F879EFB2}">
      <dgm:prSet/>
      <dgm:spPr/>
      <dgm:t>
        <a:bodyPr/>
        <a:lstStyle/>
        <a:p>
          <a:endParaRPr lang="en-US"/>
        </a:p>
      </dgm:t>
    </dgm:pt>
    <dgm:pt modelId="{B3C24F79-0EF8-466F-B169-585C21BF053A}">
      <dgm:prSet/>
      <dgm:spPr/>
      <dgm:t>
        <a:bodyPr/>
        <a:lstStyle/>
        <a:p>
          <a:pPr>
            <a:defRPr cap="all"/>
          </a:pPr>
          <a:r>
            <a:rPr lang="en-MY" b="1"/>
            <a:t>Monitor and Optimize</a:t>
          </a:r>
          <a:endParaRPr lang="en-US"/>
        </a:p>
      </dgm:t>
    </dgm:pt>
    <dgm:pt modelId="{8D9EFB22-80F3-46AF-B3A9-FAE578BD7D9C}" type="parTrans" cxnId="{7A3C53F7-2B9B-4A34-8BE2-91F58FD397EC}">
      <dgm:prSet/>
      <dgm:spPr/>
      <dgm:t>
        <a:bodyPr/>
        <a:lstStyle/>
        <a:p>
          <a:endParaRPr lang="en-US"/>
        </a:p>
      </dgm:t>
    </dgm:pt>
    <dgm:pt modelId="{C0922E1F-60A5-4905-A217-196F55C2BB07}" type="sibTrans" cxnId="{7A3C53F7-2B9B-4A34-8BE2-91F58FD397EC}">
      <dgm:prSet/>
      <dgm:spPr/>
      <dgm:t>
        <a:bodyPr/>
        <a:lstStyle/>
        <a:p>
          <a:endParaRPr lang="en-US"/>
        </a:p>
      </dgm:t>
    </dgm:pt>
    <dgm:pt modelId="{D4B02F97-5051-4F3D-B086-13ABC8877358}" type="pres">
      <dgm:prSet presAssocID="{F63AE1B5-333A-44FA-8A4B-126E3FDBEA23}" presName="root" presStyleCnt="0">
        <dgm:presLayoutVars>
          <dgm:dir/>
          <dgm:resizeHandles val="exact"/>
        </dgm:presLayoutVars>
      </dgm:prSet>
      <dgm:spPr/>
    </dgm:pt>
    <dgm:pt modelId="{A564F125-1464-4925-AD98-E74711686E9F}" type="pres">
      <dgm:prSet presAssocID="{5C79EB29-CFB5-4EA6-93D0-0E36B06243C2}" presName="compNode" presStyleCnt="0"/>
      <dgm:spPr/>
    </dgm:pt>
    <dgm:pt modelId="{FEA7C48F-6239-4586-9ECB-1496CE6CE817}" type="pres">
      <dgm:prSet presAssocID="{5C79EB29-CFB5-4EA6-93D0-0E36B06243C2}" presName="iconBgRect" presStyleLbl="bgShp" presStyleIdx="0" presStyleCnt="6"/>
      <dgm:spPr/>
    </dgm:pt>
    <dgm:pt modelId="{4353C53C-5F5F-4997-82AD-CCEECEF59C43}" type="pres">
      <dgm:prSet presAssocID="{5C79EB29-CFB5-4EA6-93D0-0E36B06243C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45F8F488-C08A-4113-80DF-5CC80A59AA2B}" type="pres">
      <dgm:prSet presAssocID="{5C79EB29-CFB5-4EA6-93D0-0E36B06243C2}" presName="spaceRect" presStyleCnt="0"/>
      <dgm:spPr/>
    </dgm:pt>
    <dgm:pt modelId="{55DC4EEF-D5A8-454C-8AEE-2E05C9247142}" type="pres">
      <dgm:prSet presAssocID="{5C79EB29-CFB5-4EA6-93D0-0E36B06243C2}" presName="textRect" presStyleLbl="revTx" presStyleIdx="0" presStyleCnt="6">
        <dgm:presLayoutVars>
          <dgm:chMax val="1"/>
          <dgm:chPref val="1"/>
        </dgm:presLayoutVars>
      </dgm:prSet>
      <dgm:spPr/>
    </dgm:pt>
    <dgm:pt modelId="{4C712039-5878-4D6B-A1F3-95915A5FDFAA}" type="pres">
      <dgm:prSet presAssocID="{19C3E9D0-9B7D-4EFF-8A99-A2557583068D}" presName="sibTrans" presStyleCnt="0"/>
      <dgm:spPr/>
    </dgm:pt>
    <dgm:pt modelId="{A526A84E-0D27-43A2-96AF-A8D547A85F19}" type="pres">
      <dgm:prSet presAssocID="{BFA3750D-B11D-448B-B1F3-450B08CF3C94}" presName="compNode" presStyleCnt="0"/>
      <dgm:spPr/>
    </dgm:pt>
    <dgm:pt modelId="{CA5B4D04-6DCF-4B39-81A9-4E1A619F14BD}" type="pres">
      <dgm:prSet presAssocID="{BFA3750D-B11D-448B-B1F3-450B08CF3C94}" presName="iconBgRect" presStyleLbl="bgShp" presStyleIdx="1" presStyleCnt="6"/>
      <dgm:spPr/>
    </dgm:pt>
    <dgm:pt modelId="{64913002-4B7E-460C-8A05-528BACBC20FD}" type="pres">
      <dgm:prSet presAssocID="{BFA3750D-B11D-448B-B1F3-450B08CF3C9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777A330-CB2C-4432-A2CF-FD83EAAA624C}" type="pres">
      <dgm:prSet presAssocID="{BFA3750D-B11D-448B-B1F3-450B08CF3C94}" presName="spaceRect" presStyleCnt="0"/>
      <dgm:spPr/>
    </dgm:pt>
    <dgm:pt modelId="{86ABEBC1-6F12-411F-B112-B8174069FF54}" type="pres">
      <dgm:prSet presAssocID="{BFA3750D-B11D-448B-B1F3-450B08CF3C94}" presName="textRect" presStyleLbl="revTx" presStyleIdx="1" presStyleCnt="6">
        <dgm:presLayoutVars>
          <dgm:chMax val="1"/>
          <dgm:chPref val="1"/>
        </dgm:presLayoutVars>
      </dgm:prSet>
      <dgm:spPr/>
    </dgm:pt>
    <dgm:pt modelId="{A1F1A226-B7CA-4A8D-BC59-016B37D75917}" type="pres">
      <dgm:prSet presAssocID="{45726C38-9B63-425D-BF51-56077C905C7B}" presName="sibTrans" presStyleCnt="0"/>
      <dgm:spPr/>
    </dgm:pt>
    <dgm:pt modelId="{F96591DD-DBEB-456A-AA76-9252D4B33BD8}" type="pres">
      <dgm:prSet presAssocID="{DB9BDADB-5657-4289-AE28-51390745D491}" presName="compNode" presStyleCnt="0"/>
      <dgm:spPr/>
    </dgm:pt>
    <dgm:pt modelId="{1E8063E4-6A6F-4C95-893D-6AD2F072F1AB}" type="pres">
      <dgm:prSet presAssocID="{DB9BDADB-5657-4289-AE28-51390745D491}" presName="iconBgRect" presStyleLbl="bgShp" presStyleIdx="2" presStyleCnt="6"/>
      <dgm:spPr/>
    </dgm:pt>
    <dgm:pt modelId="{3272CD8A-5312-4859-82B1-10E59BA7E0A6}" type="pres">
      <dgm:prSet presAssocID="{DB9BDADB-5657-4289-AE28-51390745D491}"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a:ext>
      </dgm:extLst>
    </dgm:pt>
    <dgm:pt modelId="{935DA72C-F577-4691-BBEC-CA4F1F8336CF}" type="pres">
      <dgm:prSet presAssocID="{DB9BDADB-5657-4289-AE28-51390745D491}" presName="spaceRect" presStyleCnt="0"/>
      <dgm:spPr/>
    </dgm:pt>
    <dgm:pt modelId="{C097A998-D8C0-4BE9-B61A-00CB9543305D}" type="pres">
      <dgm:prSet presAssocID="{DB9BDADB-5657-4289-AE28-51390745D491}" presName="textRect" presStyleLbl="revTx" presStyleIdx="2" presStyleCnt="6">
        <dgm:presLayoutVars>
          <dgm:chMax val="1"/>
          <dgm:chPref val="1"/>
        </dgm:presLayoutVars>
      </dgm:prSet>
      <dgm:spPr/>
    </dgm:pt>
    <dgm:pt modelId="{206135B5-5C7E-40A3-AF19-3481B684BDAF}" type="pres">
      <dgm:prSet presAssocID="{8727F4BE-4902-463F-A869-B74146F4FAC3}" presName="sibTrans" presStyleCnt="0"/>
      <dgm:spPr/>
    </dgm:pt>
    <dgm:pt modelId="{B275DC08-C129-45BB-9D42-C18F2BB97DC8}" type="pres">
      <dgm:prSet presAssocID="{341FDC67-1514-4C9A-8DC1-9CE450A11D62}" presName="compNode" presStyleCnt="0"/>
      <dgm:spPr/>
    </dgm:pt>
    <dgm:pt modelId="{B3446545-E9E1-46C0-A1A8-7B4F6AA736D0}" type="pres">
      <dgm:prSet presAssocID="{341FDC67-1514-4C9A-8DC1-9CE450A11D62}" presName="iconBgRect" presStyleLbl="bgShp" presStyleIdx="3" presStyleCnt="6"/>
      <dgm:spPr/>
    </dgm:pt>
    <dgm:pt modelId="{9C93BDA8-17B6-42CA-9288-C273AF7E2F19}" type="pres">
      <dgm:prSet presAssocID="{341FDC67-1514-4C9A-8DC1-9CE450A11D6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eciduous tree"/>
        </a:ext>
      </dgm:extLst>
    </dgm:pt>
    <dgm:pt modelId="{8E9B885D-C7A5-4F73-8052-A3FFB3AC03B5}" type="pres">
      <dgm:prSet presAssocID="{341FDC67-1514-4C9A-8DC1-9CE450A11D62}" presName="spaceRect" presStyleCnt="0"/>
      <dgm:spPr/>
    </dgm:pt>
    <dgm:pt modelId="{755D8D82-1ED5-400E-9DEC-15FA1C1A1D35}" type="pres">
      <dgm:prSet presAssocID="{341FDC67-1514-4C9A-8DC1-9CE450A11D62}" presName="textRect" presStyleLbl="revTx" presStyleIdx="3" presStyleCnt="6">
        <dgm:presLayoutVars>
          <dgm:chMax val="1"/>
          <dgm:chPref val="1"/>
        </dgm:presLayoutVars>
      </dgm:prSet>
      <dgm:spPr/>
    </dgm:pt>
    <dgm:pt modelId="{2A2FC4D9-706A-4B88-84ED-B5F8A833E1F7}" type="pres">
      <dgm:prSet presAssocID="{D1AB3FEC-6C13-4D3A-9AD3-59902EA875CE}" presName="sibTrans" presStyleCnt="0"/>
      <dgm:spPr/>
    </dgm:pt>
    <dgm:pt modelId="{2AC39324-06A6-4336-8972-4A4DB84EE5FB}" type="pres">
      <dgm:prSet presAssocID="{2AA7DEA2-FAF0-4CE4-B634-03653F4FE7F7}" presName="compNode" presStyleCnt="0"/>
      <dgm:spPr/>
    </dgm:pt>
    <dgm:pt modelId="{A92EC736-CED0-48C1-AA00-CB1530A582B7}" type="pres">
      <dgm:prSet presAssocID="{2AA7DEA2-FAF0-4CE4-B634-03653F4FE7F7}" presName="iconBgRect" presStyleLbl="bgShp" presStyleIdx="4" presStyleCnt="6"/>
      <dgm:spPr/>
    </dgm:pt>
    <dgm:pt modelId="{C28398F3-9130-47A9-907F-0FF467F65018}" type="pres">
      <dgm:prSet presAssocID="{2AA7DEA2-FAF0-4CE4-B634-03653F4FE7F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ransfer"/>
        </a:ext>
      </dgm:extLst>
    </dgm:pt>
    <dgm:pt modelId="{0781AF53-E166-4EBC-82E4-A55D047152A8}" type="pres">
      <dgm:prSet presAssocID="{2AA7DEA2-FAF0-4CE4-B634-03653F4FE7F7}" presName="spaceRect" presStyleCnt="0"/>
      <dgm:spPr/>
    </dgm:pt>
    <dgm:pt modelId="{C52E4DDD-42B3-407E-B466-D3AFAD0352E1}" type="pres">
      <dgm:prSet presAssocID="{2AA7DEA2-FAF0-4CE4-B634-03653F4FE7F7}" presName="textRect" presStyleLbl="revTx" presStyleIdx="4" presStyleCnt="6">
        <dgm:presLayoutVars>
          <dgm:chMax val="1"/>
          <dgm:chPref val="1"/>
        </dgm:presLayoutVars>
      </dgm:prSet>
      <dgm:spPr/>
    </dgm:pt>
    <dgm:pt modelId="{9E3A4765-2695-49B6-A592-20D72063A917}" type="pres">
      <dgm:prSet presAssocID="{D015DE19-AD70-4AEB-8BE3-14910B0FEFC3}" presName="sibTrans" presStyleCnt="0"/>
      <dgm:spPr/>
    </dgm:pt>
    <dgm:pt modelId="{61690DDA-FA38-437E-BA61-36630D6E5CE1}" type="pres">
      <dgm:prSet presAssocID="{B3C24F79-0EF8-466F-B169-585C21BF053A}" presName="compNode" presStyleCnt="0"/>
      <dgm:spPr/>
    </dgm:pt>
    <dgm:pt modelId="{B05D4015-46A7-4805-AA5C-08B5D46BB21A}" type="pres">
      <dgm:prSet presAssocID="{B3C24F79-0EF8-466F-B169-585C21BF053A}" presName="iconBgRect" presStyleLbl="bgShp" presStyleIdx="5" presStyleCnt="6"/>
      <dgm:spPr/>
    </dgm:pt>
    <dgm:pt modelId="{8B63EC19-F204-4499-B988-46CC3226C6D4}" type="pres">
      <dgm:prSet presAssocID="{B3C24F79-0EF8-466F-B169-585C21BF053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uge"/>
        </a:ext>
      </dgm:extLst>
    </dgm:pt>
    <dgm:pt modelId="{7E9F7111-815C-494F-A303-293BC53432C5}" type="pres">
      <dgm:prSet presAssocID="{B3C24F79-0EF8-466F-B169-585C21BF053A}" presName="spaceRect" presStyleCnt="0"/>
      <dgm:spPr/>
    </dgm:pt>
    <dgm:pt modelId="{7EEEF372-5B07-4DD8-ACD6-9421760B7C20}" type="pres">
      <dgm:prSet presAssocID="{B3C24F79-0EF8-466F-B169-585C21BF053A}" presName="textRect" presStyleLbl="revTx" presStyleIdx="5" presStyleCnt="6">
        <dgm:presLayoutVars>
          <dgm:chMax val="1"/>
          <dgm:chPref val="1"/>
        </dgm:presLayoutVars>
      </dgm:prSet>
      <dgm:spPr/>
    </dgm:pt>
  </dgm:ptLst>
  <dgm:cxnLst>
    <dgm:cxn modelId="{18F28308-3558-4A4D-8D69-3B76877C5696}" srcId="{F63AE1B5-333A-44FA-8A4B-126E3FDBEA23}" destId="{DB9BDADB-5657-4289-AE28-51390745D491}" srcOrd="2" destOrd="0" parTransId="{FA4C6097-A60F-4089-9381-F278E99BEA15}" sibTransId="{8727F4BE-4902-463F-A869-B74146F4FAC3}"/>
    <dgm:cxn modelId="{390CA809-E0C0-4B3F-A1B9-B95E3BB49291}" srcId="{F63AE1B5-333A-44FA-8A4B-126E3FDBEA23}" destId="{5C79EB29-CFB5-4EA6-93D0-0E36B06243C2}" srcOrd="0" destOrd="0" parTransId="{1B5F6410-1CBF-4268-87C2-5424D3F1A9D2}" sibTransId="{19C3E9D0-9B7D-4EFF-8A99-A2557583068D}"/>
    <dgm:cxn modelId="{7173133C-F6A2-4DC5-B9F9-BF50B887D83C}" type="presOf" srcId="{2AA7DEA2-FAF0-4CE4-B634-03653F4FE7F7}" destId="{C52E4DDD-42B3-407E-B466-D3AFAD0352E1}" srcOrd="0" destOrd="0" presId="urn:microsoft.com/office/officeart/2018/5/layout/IconCircleLabelList"/>
    <dgm:cxn modelId="{C7660063-16FF-4627-B966-8F1CBA7CDD27}" type="presOf" srcId="{341FDC67-1514-4C9A-8DC1-9CE450A11D62}" destId="{755D8D82-1ED5-400E-9DEC-15FA1C1A1D35}" srcOrd="0" destOrd="0" presId="urn:microsoft.com/office/officeart/2018/5/layout/IconCircleLabelList"/>
    <dgm:cxn modelId="{A8FE086F-D78E-4841-AE43-6455F879EFB2}" srcId="{F63AE1B5-333A-44FA-8A4B-126E3FDBEA23}" destId="{2AA7DEA2-FAF0-4CE4-B634-03653F4FE7F7}" srcOrd="4" destOrd="0" parTransId="{29C706E8-6EE2-42A5-A027-AB561079898E}" sibTransId="{D015DE19-AD70-4AEB-8BE3-14910B0FEFC3}"/>
    <dgm:cxn modelId="{769CEC5A-FDF9-47FC-9E3A-F83491D1F803}" type="presOf" srcId="{5C79EB29-CFB5-4EA6-93D0-0E36B06243C2}" destId="{55DC4EEF-D5A8-454C-8AEE-2E05C9247142}" srcOrd="0" destOrd="0" presId="urn:microsoft.com/office/officeart/2018/5/layout/IconCircleLabelList"/>
    <dgm:cxn modelId="{D8002992-D874-4041-889E-4BCC73D0DD91}" type="presOf" srcId="{B3C24F79-0EF8-466F-B169-585C21BF053A}" destId="{7EEEF372-5B07-4DD8-ACD6-9421760B7C20}" srcOrd="0" destOrd="0" presId="urn:microsoft.com/office/officeart/2018/5/layout/IconCircleLabelList"/>
    <dgm:cxn modelId="{3758319B-AB72-4541-9AE8-4EB931EDA52A}" type="presOf" srcId="{F63AE1B5-333A-44FA-8A4B-126E3FDBEA23}" destId="{D4B02F97-5051-4F3D-B086-13ABC8877358}" srcOrd="0" destOrd="0" presId="urn:microsoft.com/office/officeart/2018/5/layout/IconCircleLabelList"/>
    <dgm:cxn modelId="{6D7BC89D-B308-4101-8C06-033D65B8C1E3}" type="presOf" srcId="{DB9BDADB-5657-4289-AE28-51390745D491}" destId="{C097A998-D8C0-4BE9-B61A-00CB9543305D}" srcOrd="0" destOrd="0" presId="urn:microsoft.com/office/officeart/2018/5/layout/IconCircleLabelList"/>
    <dgm:cxn modelId="{5D13A99E-B042-4BE3-8A33-6D1E4160310D}" type="presOf" srcId="{BFA3750D-B11D-448B-B1F3-450B08CF3C94}" destId="{86ABEBC1-6F12-411F-B112-B8174069FF54}" srcOrd="0" destOrd="0" presId="urn:microsoft.com/office/officeart/2018/5/layout/IconCircleLabelList"/>
    <dgm:cxn modelId="{865954A6-E13B-42AA-B3BE-FD825936314C}" srcId="{F63AE1B5-333A-44FA-8A4B-126E3FDBEA23}" destId="{341FDC67-1514-4C9A-8DC1-9CE450A11D62}" srcOrd="3" destOrd="0" parTransId="{2EB0A835-8EFB-4D0B-B9AD-68375664CB3F}" sibTransId="{D1AB3FEC-6C13-4D3A-9AD3-59902EA875CE}"/>
    <dgm:cxn modelId="{6F4E07F0-17CD-4EAE-AF53-40D2C4FDE17A}" srcId="{F63AE1B5-333A-44FA-8A4B-126E3FDBEA23}" destId="{BFA3750D-B11D-448B-B1F3-450B08CF3C94}" srcOrd="1" destOrd="0" parTransId="{E90287DC-3907-4C36-9513-D57943FB9019}" sibTransId="{45726C38-9B63-425D-BF51-56077C905C7B}"/>
    <dgm:cxn modelId="{7A3C53F7-2B9B-4A34-8BE2-91F58FD397EC}" srcId="{F63AE1B5-333A-44FA-8A4B-126E3FDBEA23}" destId="{B3C24F79-0EF8-466F-B169-585C21BF053A}" srcOrd="5" destOrd="0" parTransId="{8D9EFB22-80F3-46AF-B3A9-FAE578BD7D9C}" sibTransId="{C0922E1F-60A5-4905-A217-196F55C2BB07}"/>
    <dgm:cxn modelId="{2404847E-FED3-48B8-96B2-2993C1FD6AC5}" type="presParOf" srcId="{D4B02F97-5051-4F3D-B086-13ABC8877358}" destId="{A564F125-1464-4925-AD98-E74711686E9F}" srcOrd="0" destOrd="0" presId="urn:microsoft.com/office/officeart/2018/5/layout/IconCircleLabelList"/>
    <dgm:cxn modelId="{184056B6-3B38-42B7-89C5-EC3CEE176061}" type="presParOf" srcId="{A564F125-1464-4925-AD98-E74711686E9F}" destId="{FEA7C48F-6239-4586-9ECB-1496CE6CE817}" srcOrd="0" destOrd="0" presId="urn:microsoft.com/office/officeart/2018/5/layout/IconCircleLabelList"/>
    <dgm:cxn modelId="{AE4F16AC-40BF-4D21-8761-BEB42345FB6D}" type="presParOf" srcId="{A564F125-1464-4925-AD98-E74711686E9F}" destId="{4353C53C-5F5F-4997-82AD-CCEECEF59C43}" srcOrd="1" destOrd="0" presId="urn:microsoft.com/office/officeart/2018/5/layout/IconCircleLabelList"/>
    <dgm:cxn modelId="{62EB301A-810B-4F2B-8AAE-9F954B8B0A38}" type="presParOf" srcId="{A564F125-1464-4925-AD98-E74711686E9F}" destId="{45F8F488-C08A-4113-80DF-5CC80A59AA2B}" srcOrd="2" destOrd="0" presId="urn:microsoft.com/office/officeart/2018/5/layout/IconCircleLabelList"/>
    <dgm:cxn modelId="{2C8C268C-97E1-4CED-81ED-70E407F67AD4}" type="presParOf" srcId="{A564F125-1464-4925-AD98-E74711686E9F}" destId="{55DC4EEF-D5A8-454C-8AEE-2E05C9247142}" srcOrd="3" destOrd="0" presId="urn:microsoft.com/office/officeart/2018/5/layout/IconCircleLabelList"/>
    <dgm:cxn modelId="{D5F4DD3A-63A6-4CE1-BBCC-1CC2D18FB707}" type="presParOf" srcId="{D4B02F97-5051-4F3D-B086-13ABC8877358}" destId="{4C712039-5878-4D6B-A1F3-95915A5FDFAA}" srcOrd="1" destOrd="0" presId="urn:microsoft.com/office/officeart/2018/5/layout/IconCircleLabelList"/>
    <dgm:cxn modelId="{AE63CFEB-93C6-42FF-BEF8-E483B1FB7041}" type="presParOf" srcId="{D4B02F97-5051-4F3D-B086-13ABC8877358}" destId="{A526A84E-0D27-43A2-96AF-A8D547A85F19}" srcOrd="2" destOrd="0" presId="urn:microsoft.com/office/officeart/2018/5/layout/IconCircleLabelList"/>
    <dgm:cxn modelId="{E194685F-D9D8-4177-A20A-84B5B3EF397F}" type="presParOf" srcId="{A526A84E-0D27-43A2-96AF-A8D547A85F19}" destId="{CA5B4D04-6DCF-4B39-81A9-4E1A619F14BD}" srcOrd="0" destOrd="0" presId="urn:microsoft.com/office/officeart/2018/5/layout/IconCircleLabelList"/>
    <dgm:cxn modelId="{3FDE52DC-35E6-4AB6-9581-3355E2A80E31}" type="presParOf" srcId="{A526A84E-0D27-43A2-96AF-A8D547A85F19}" destId="{64913002-4B7E-460C-8A05-528BACBC20FD}" srcOrd="1" destOrd="0" presId="urn:microsoft.com/office/officeart/2018/5/layout/IconCircleLabelList"/>
    <dgm:cxn modelId="{F8E08783-7FD6-47BD-87B5-96C28D81D8DF}" type="presParOf" srcId="{A526A84E-0D27-43A2-96AF-A8D547A85F19}" destId="{5777A330-CB2C-4432-A2CF-FD83EAAA624C}" srcOrd="2" destOrd="0" presId="urn:microsoft.com/office/officeart/2018/5/layout/IconCircleLabelList"/>
    <dgm:cxn modelId="{DEE6B513-4ACE-4173-9FF8-8B3E27F16E46}" type="presParOf" srcId="{A526A84E-0D27-43A2-96AF-A8D547A85F19}" destId="{86ABEBC1-6F12-411F-B112-B8174069FF54}" srcOrd="3" destOrd="0" presId="urn:microsoft.com/office/officeart/2018/5/layout/IconCircleLabelList"/>
    <dgm:cxn modelId="{BC43B1DA-A91D-4DD3-8EE4-C31627917049}" type="presParOf" srcId="{D4B02F97-5051-4F3D-B086-13ABC8877358}" destId="{A1F1A226-B7CA-4A8D-BC59-016B37D75917}" srcOrd="3" destOrd="0" presId="urn:microsoft.com/office/officeart/2018/5/layout/IconCircleLabelList"/>
    <dgm:cxn modelId="{E5835101-D784-4376-8CB2-60A754D304F3}" type="presParOf" srcId="{D4B02F97-5051-4F3D-B086-13ABC8877358}" destId="{F96591DD-DBEB-456A-AA76-9252D4B33BD8}" srcOrd="4" destOrd="0" presId="urn:microsoft.com/office/officeart/2018/5/layout/IconCircleLabelList"/>
    <dgm:cxn modelId="{0E13903E-8217-4CAC-A07A-0365CE895A8E}" type="presParOf" srcId="{F96591DD-DBEB-456A-AA76-9252D4B33BD8}" destId="{1E8063E4-6A6F-4C95-893D-6AD2F072F1AB}" srcOrd="0" destOrd="0" presId="urn:microsoft.com/office/officeart/2018/5/layout/IconCircleLabelList"/>
    <dgm:cxn modelId="{32FAFDAA-8F67-4506-AF2F-7CED8D69A869}" type="presParOf" srcId="{F96591DD-DBEB-456A-AA76-9252D4B33BD8}" destId="{3272CD8A-5312-4859-82B1-10E59BA7E0A6}" srcOrd="1" destOrd="0" presId="urn:microsoft.com/office/officeart/2018/5/layout/IconCircleLabelList"/>
    <dgm:cxn modelId="{18146042-48F9-4CD5-AC1E-869CB666ED26}" type="presParOf" srcId="{F96591DD-DBEB-456A-AA76-9252D4B33BD8}" destId="{935DA72C-F577-4691-BBEC-CA4F1F8336CF}" srcOrd="2" destOrd="0" presId="urn:microsoft.com/office/officeart/2018/5/layout/IconCircleLabelList"/>
    <dgm:cxn modelId="{8D7F7A71-6411-4963-ABB5-0C33AD128FCE}" type="presParOf" srcId="{F96591DD-DBEB-456A-AA76-9252D4B33BD8}" destId="{C097A998-D8C0-4BE9-B61A-00CB9543305D}" srcOrd="3" destOrd="0" presId="urn:microsoft.com/office/officeart/2018/5/layout/IconCircleLabelList"/>
    <dgm:cxn modelId="{3C13ABA0-BBE5-406E-A922-50AFE145E557}" type="presParOf" srcId="{D4B02F97-5051-4F3D-B086-13ABC8877358}" destId="{206135B5-5C7E-40A3-AF19-3481B684BDAF}" srcOrd="5" destOrd="0" presId="urn:microsoft.com/office/officeart/2018/5/layout/IconCircleLabelList"/>
    <dgm:cxn modelId="{8C604702-0F52-4F20-8297-5515341DAD9B}" type="presParOf" srcId="{D4B02F97-5051-4F3D-B086-13ABC8877358}" destId="{B275DC08-C129-45BB-9D42-C18F2BB97DC8}" srcOrd="6" destOrd="0" presId="urn:microsoft.com/office/officeart/2018/5/layout/IconCircleLabelList"/>
    <dgm:cxn modelId="{72CC5F85-24FE-43C6-9DE3-A330828E7CF0}" type="presParOf" srcId="{B275DC08-C129-45BB-9D42-C18F2BB97DC8}" destId="{B3446545-E9E1-46C0-A1A8-7B4F6AA736D0}" srcOrd="0" destOrd="0" presId="urn:microsoft.com/office/officeart/2018/5/layout/IconCircleLabelList"/>
    <dgm:cxn modelId="{D7AD2004-90A2-410A-84DC-AFDB1FFE0C18}" type="presParOf" srcId="{B275DC08-C129-45BB-9D42-C18F2BB97DC8}" destId="{9C93BDA8-17B6-42CA-9288-C273AF7E2F19}" srcOrd="1" destOrd="0" presId="urn:microsoft.com/office/officeart/2018/5/layout/IconCircleLabelList"/>
    <dgm:cxn modelId="{1E30588E-7BF9-4274-A359-92D161B4AEAA}" type="presParOf" srcId="{B275DC08-C129-45BB-9D42-C18F2BB97DC8}" destId="{8E9B885D-C7A5-4F73-8052-A3FFB3AC03B5}" srcOrd="2" destOrd="0" presId="urn:microsoft.com/office/officeart/2018/5/layout/IconCircleLabelList"/>
    <dgm:cxn modelId="{E547D79C-BCDB-4AFC-9189-9471494F3C5F}" type="presParOf" srcId="{B275DC08-C129-45BB-9D42-C18F2BB97DC8}" destId="{755D8D82-1ED5-400E-9DEC-15FA1C1A1D35}" srcOrd="3" destOrd="0" presId="urn:microsoft.com/office/officeart/2018/5/layout/IconCircleLabelList"/>
    <dgm:cxn modelId="{1740DAEF-6D07-467F-B878-D7D8972A0C17}" type="presParOf" srcId="{D4B02F97-5051-4F3D-B086-13ABC8877358}" destId="{2A2FC4D9-706A-4B88-84ED-B5F8A833E1F7}" srcOrd="7" destOrd="0" presId="urn:microsoft.com/office/officeart/2018/5/layout/IconCircleLabelList"/>
    <dgm:cxn modelId="{F9EEFCFE-1602-4E89-9802-3F581B99BB74}" type="presParOf" srcId="{D4B02F97-5051-4F3D-B086-13ABC8877358}" destId="{2AC39324-06A6-4336-8972-4A4DB84EE5FB}" srcOrd="8" destOrd="0" presId="urn:microsoft.com/office/officeart/2018/5/layout/IconCircleLabelList"/>
    <dgm:cxn modelId="{380C6834-824D-458D-84F4-8F7129CE504D}" type="presParOf" srcId="{2AC39324-06A6-4336-8972-4A4DB84EE5FB}" destId="{A92EC736-CED0-48C1-AA00-CB1530A582B7}" srcOrd="0" destOrd="0" presId="urn:microsoft.com/office/officeart/2018/5/layout/IconCircleLabelList"/>
    <dgm:cxn modelId="{634E30CF-1F6E-459E-9135-90678A70EF8D}" type="presParOf" srcId="{2AC39324-06A6-4336-8972-4A4DB84EE5FB}" destId="{C28398F3-9130-47A9-907F-0FF467F65018}" srcOrd="1" destOrd="0" presId="urn:microsoft.com/office/officeart/2018/5/layout/IconCircleLabelList"/>
    <dgm:cxn modelId="{8E98EE33-F13E-481A-AA03-7F0F34DE644F}" type="presParOf" srcId="{2AC39324-06A6-4336-8972-4A4DB84EE5FB}" destId="{0781AF53-E166-4EBC-82E4-A55D047152A8}" srcOrd="2" destOrd="0" presId="urn:microsoft.com/office/officeart/2018/5/layout/IconCircleLabelList"/>
    <dgm:cxn modelId="{7DFEFEB2-4D9F-4563-9AA9-090EBBC0DE54}" type="presParOf" srcId="{2AC39324-06A6-4336-8972-4A4DB84EE5FB}" destId="{C52E4DDD-42B3-407E-B466-D3AFAD0352E1}" srcOrd="3" destOrd="0" presId="urn:microsoft.com/office/officeart/2018/5/layout/IconCircleLabelList"/>
    <dgm:cxn modelId="{475098EE-A3CC-46D9-9321-52F8EE52F683}" type="presParOf" srcId="{D4B02F97-5051-4F3D-B086-13ABC8877358}" destId="{9E3A4765-2695-49B6-A592-20D72063A917}" srcOrd="9" destOrd="0" presId="urn:microsoft.com/office/officeart/2018/5/layout/IconCircleLabelList"/>
    <dgm:cxn modelId="{E9E8A3E8-A928-473E-BCAC-769B41B8EAC4}" type="presParOf" srcId="{D4B02F97-5051-4F3D-B086-13ABC8877358}" destId="{61690DDA-FA38-437E-BA61-36630D6E5CE1}" srcOrd="10" destOrd="0" presId="urn:microsoft.com/office/officeart/2018/5/layout/IconCircleLabelList"/>
    <dgm:cxn modelId="{4F487AC7-B906-49C4-BD4F-F1E726F4DE82}" type="presParOf" srcId="{61690DDA-FA38-437E-BA61-36630D6E5CE1}" destId="{B05D4015-46A7-4805-AA5C-08B5D46BB21A}" srcOrd="0" destOrd="0" presId="urn:microsoft.com/office/officeart/2018/5/layout/IconCircleLabelList"/>
    <dgm:cxn modelId="{032C6653-F221-4C4E-96AC-FBBC8C9A2657}" type="presParOf" srcId="{61690DDA-FA38-437E-BA61-36630D6E5CE1}" destId="{8B63EC19-F204-4499-B988-46CC3226C6D4}" srcOrd="1" destOrd="0" presId="urn:microsoft.com/office/officeart/2018/5/layout/IconCircleLabelList"/>
    <dgm:cxn modelId="{710CCA65-0AE6-4D7F-9395-BDBAED146947}" type="presParOf" srcId="{61690DDA-FA38-437E-BA61-36630D6E5CE1}" destId="{7E9F7111-815C-494F-A303-293BC53432C5}" srcOrd="2" destOrd="0" presId="urn:microsoft.com/office/officeart/2018/5/layout/IconCircleLabelList"/>
    <dgm:cxn modelId="{B8EF74CF-C0B9-4DA4-B1DB-1A4122DEDA02}" type="presParOf" srcId="{61690DDA-FA38-437E-BA61-36630D6E5CE1}" destId="{7EEEF372-5B07-4DD8-ACD6-9421760B7C2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85DEA364-C6D1-4890-873C-C1A47D68260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F23803C-DFB8-4711-A134-C6D478CEBE48}">
      <dgm:prSet/>
      <dgm:spPr/>
      <dgm:t>
        <a:bodyPr/>
        <a:lstStyle/>
        <a:p>
          <a:r>
            <a:rPr lang="en-MY"/>
            <a:t>Define the business objectives for moving to the cloud.</a:t>
          </a:r>
          <a:endParaRPr lang="en-US"/>
        </a:p>
      </dgm:t>
    </dgm:pt>
    <dgm:pt modelId="{32E128BE-4C1D-4BF5-8B1E-5BB15C66AD43}" type="parTrans" cxnId="{3A16A420-D928-4357-BCF4-80EB06312A97}">
      <dgm:prSet/>
      <dgm:spPr/>
      <dgm:t>
        <a:bodyPr/>
        <a:lstStyle/>
        <a:p>
          <a:endParaRPr lang="en-US"/>
        </a:p>
      </dgm:t>
    </dgm:pt>
    <dgm:pt modelId="{2161CC77-4943-4597-B4C3-FD326CBD9EE7}" type="sibTrans" cxnId="{3A16A420-D928-4357-BCF4-80EB06312A97}">
      <dgm:prSet/>
      <dgm:spPr/>
      <dgm:t>
        <a:bodyPr/>
        <a:lstStyle/>
        <a:p>
          <a:endParaRPr lang="en-US"/>
        </a:p>
      </dgm:t>
    </dgm:pt>
    <dgm:pt modelId="{4D3F5A17-11B8-4A15-A33E-92417CC1DE4C}">
      <dgm:prSet/>
      <dgm:spPr/>
      <dgm:t>
        <a:bodyPr/>
        <a:lstStyle/>
        <a:p>
          <a:r>
            <a:rPr lang="en-MY"/>
            <a:t>Determine scope, timeline, and budget.</a:t>
          </a:r>
          <a:endParaRPr lang="en-US"/>
        </a:p>
      </dgm:t>
    </dgm:pt>
    <dgm:pt modelId="{23E71D3E-BFC3-4641-B8AC-195D25991629}" type="parTrans" cxnId="{778D2748-6928-4763-8C2E-82015415C134}">
      <dgm:prSet/>
      <dgm:spPr/>
      <dgm:t>
        <a:bodyPr/>
        <a:lstStyle/>
        <a:p>
          <a:endParaRPr lang="en-US"/>
        </a:p>
      </dgm:t>
    </dgm:pt>
    <dgm:pt modelId="{D8BA4E5D-F492-4D73-AEC0-425DAF245266}" type="sibTrans" cxnId="{778D2748-6928-4763-8C2E-82015415C134}">
      <dgm:prSet/>
      <dgm:spPr/>
      <dgm:t>
        <a:bodyPr/>
        <a:lstStyle/>
        <a:p>
          <a:endParaRPr lang="en-US"/>
        </a:p>
      </dgm:t>
    </dgm:pt>
    <dgm:pt modelId="{A3BA2926-A734-4E83-A23B-3AC37491305A}">
      <dgm:prSet/>
      <dgm:spPr/>
      <dgm:t>
        <a:bodyPr/>
        <a:lstStyle/>
        <a:p>
          <a:r>
            <a:rPr lang="en-MY"/>
            <a:t>Identify stakeholders and assign responsibilities.</a:t>
          </a:r>
          <a:endParaRPr lang="en-US"/>
        </a:p>
      </dgm:t>
    </dgm:pt>
    <dgm:pt modelId="{9BE50D67-9B0E-4E2B-9E73-F53AEED1BAE0}" type="parTrans" cxnId="{EC8F86E4-095B-4E53-9EAF-EA99326DD37F}">
      <dgm:prSet/>
      <dgm:spPr/>
      <dgm:t>
        <a:bodyPr/>
        <a:lstStyle/>
        <a:p>
          <a:endParaRPr lang="en-US"/>
        </a:p>
      </dgm:t>
    </dgm:pt>
    <dgm:pt modelId="{7AA0761B-9220-49B8-9F05-E2113CE3FA41}" type="sibTrans" cxnId="{EC8F86E4-095B-4E53-9EAF-EA99326DD37F}">
      <dgm:prSet/>
      <dgm:spPr/>
      <dgm:t>
        <a:bodyPr/>
        <a:lstStyle/>
        <a:p>
          <a:endParaRPr lang="en-US"/>
        </a:p>
      </dgm:t>
    </dgm:pt>
    <dgm:pt modelId="{34C244AE-0CA0-4071-8246-73ECF65FC9B2}" type="pres">
      <dgm:prSet presAssocID="{85DEA364-C6D1-4890-873C-C1A47D682609}" presName="root" presStyleCnt="0">
        <dgm:presLayoutVars>
          <dgm:dir/>
          <dgm:resizeHandles val="exact"/>
        </dgm:presLayoutVars>
      </dgm:prSet>
      <dgm:spPr/>
    </dgm:pt>
    <dgm:pt modelId="{924A51A9-BFB3-471C-8FED-7782C7866DEB}" type="pres">
      <dgm:prSet presAssocID="{1F23803C-DFB8-4711-A134-C6D478CEBE48}" presName="compNode" presStyleCnt="0"/>
      <dgm:spPr/>
    </dgm:pt>
    <dgm:pt modelId="{2C63546A-22BB-4E81-A5F2-C1743155E9A5}" type="pres">
      <dgm:prSet presAssocID="{1F23803C-DFB8-4711-A134-C6D478CEBE48}" presName="bgRect" presStyleLbl="bgShp" presStyleIdx="0" presStyleCnt="3"/>
      <dgm:spPr/>
    </dgm:pt>
    <dgm:pt modelId="{341BEAF1-29F2-46E2-87F5-79F8AF75F7C0}" type="pres">
      <dgm:prSet presAssocID="{1F23803C-DFB8-4711-A134-C6D478CEBE4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6ACB0621-5725-49B4-8E65-F7A17C1A6DCE}" type="pres">
      <dgm:prSet presAssocID="{1F23803C-DFB8-4711-A134-C6D478CEBE48}" presName="spaceRect" presStyleCnt="0"/>
      <dgm:spPr/>
    </dgm:pt>
    <dgm:pt modelId="{B27EB252-0AE2-4A5B-9489-8A69D010050E}" type="pres">
      <dgm:prSet presAssocID="{1F23803C-DFB8-4711-A134-C6D478CEBE48}" presName="parTx" presStyleLbl="revTx" presStyleIdx="0" presStyleCnt="3">
        <dgm:presLayoutVars>
          <dgm:chMax val="0"/>
          <dgm:chPref val="0"/>
        </dgm:presLayoutVars>
      </dgm:prSet>
      <dgm:spPr/>
    </dgm:pt>
    <dgm:pt modelId="{CB3CAFD5-5851-41F0-B54D-C059B74D2CC8}" type="pres">
      <dgm:prSet presAssocID="{2161CC77-4943-4597-B4C3-FD326CBD9EE7}" presName="sibTrans" presStyleCnt="0"/>
      <dgm:spPr/>
    </dgm:pt>
    <dgm:pt modelId="{8FE23639-4DC2-4109-96F8-D410309B7F6A}" type="pres">
      <dgm:prSet presAssocID="{4D3F5A17-11B8-4A15-A33E-92417CC1DE4C}" presName="compNode" presStyleCnt="0"/>
      <dgm:spPr/>
    </dgm:pt>
    <dgm:pt modelId="{86A75B95-0C72-44CE-A31D-FF32ED78817E}" type="pres">
      <dgm:prSet presAssocID="{4D3F5A17-11B8-4A15-A33E-92417CC1DE4C}" presName="bgRect" presStyleLbl="bgShp" presStyleIdx="1" presStyleCnt="3"/>
      <dgm:spPr/>
    </dgm:pt>
    <dgm:pt modelId="{D9B89A57-C51C-4A4A-BEC5-AA0738790D55}" type="pres">
      <dgm:prSet presAssocID="{4D3F5A17-11B8-4A15-A33E-92417CC1DE4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BD8FBA71-121E-42D5-9FDF-45F7E3BF0C43}" type="pres">
      <dgm:prSet presAssocID="{4D3F5A17-11B8-4A15-A33E-92417CC1DE4C}" presName="spaceRect" presStyleCnt="0"/>
      <dgm:spPr/>
    </dgm:pt>
    <dgm:pt modelId="{53ED3F92-0FFF-477B-B695-057A0C37754E}" type="pres">
      <dgm:prSet presAssocID="{4D3F5A17-11B8-4A15-A33E-92417CC1DE4C}" presName="parTx" presStyleLbl="revTx" presStyleIdx="1" presStyleCnt="3">
        <dgm:presLayoutVars>
          <dgm:chMax val="0"/>
          <dgm:chPref val="0"/>
        </dgm:presLayoutVars>
      </dgm:prSet>
      <dgm:spPr/>
    </dgm:pt>
    <dgm:pt modelId="{31E034F5-55AC-4423-9F1C-A4AD670D915D}" type="pres">
      <dgm:prSet presAssocID="{D8BA4E5D-F492-4D73-AEC0-425DAF245266}" presName="sibTrans" presStyleCnt="0"/>
      <dgm:spPr/>
    </dgm:pt>
    <dgm:pt modelId="{93ABAE7F-C442-45B0-97DE-CD874F98339F}" type="pres">
      <dgm:prSet presAssocID="{A3BA2926-A734-4E83-A23B-3AC37491305A}" presName="compNode" presStyleCnt="0"/>
      <dgm:spPr/>
    </dgm:pt>
    <dgm:pt modelId="{058C26CA-E603-4837-B996-8069B688E022}" type="pres">
      <dgm:prSet presAssocID="{A3BA2926-A734-4E83-A23B-3AC37491305A}" presName="bgRect" presStyleLbl="bgShp" presStyleIdx="2" presStyleCnt="3"/>
      <dgm:spPr/>
    </dgm:pt>
    <dgm:pt modelId="{2F970698-759A-4BC9-B065-E1B4E250B27F}" type="pres">
      <dgm:prSet presAssocID="{A3BA2926-A734-4E83-A23B-3AC37491305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D6058A30-83F9-45E3-9E78-391768B82669}" type="pres">
      <dgm:prSet presAssocID="{A3BA2926-A734-4E83-A23B-3AC37491305A}" presName="spaceRect" presStyleCnt="0"/>
      <dgm:spPr/>
    </dgm:pt>
    <dgm:pt modelId="{CFF5E4CC-B8B5-4118-BE13-3F434B8C665C}" type="pres">
      <dgm:prSet presAssocID="{A3BA2926-A734-4E83-A23B-3AC37491305A}" presName="parTx" presStyleLbl="revTx" presStyleIdx="2" presStyleCnt="3">
        <dgm:presLayoutVars>
          <dgm:chMax val="0"/>
          <dgm:chPref val="0"/>
        </dgm:presLayoutVars>
      </dgm:prSet>
      <dgm:spPr/>
    </dgm:pt>
  </dgm:ptLst>
  <dgm:cxnLst>
    <dgm:cxn modelId="{3A16A420-D928-4357-BCF4-80EB06312A97}" srcId="{85DEA364-C6D1-4890-873C-C1A47D682609}" destId="{1F23803C-DFB8-4711-A134-C6D478CEBE48}" srcOrd="0" destOrd="0" parTransId="{32E128BE-4C1D-4BF5-8B1E-5BB15C66AD43}" sibTransId="{2161CC77-4943-4597-B4C3-FD326CBD9EE7}"/>
    <dgm:cxn modelId="{778D2748-6928-4763-8C2E-82015415C134}" srcId="{85DEA364-C6D1-4890-873C-C1A47D682609}" destId="{4D3F5A17-11B8-4A15-A33E-92417CC1DE4C}" srcOrd="1" destOrd="0" parTransId="{23E71D3E-BFC3-4641-B8AC-195D25991629}" sibTransId="{D8BA4E5D-F492-4D73-AEC0-425DAF245266}"/>
    <dgm:cxn modelId="{C89BB56F-BD5B-4C07-BD5F-6116702F49B3}" type="presOf" srcId="{1F23803C-DFB8-4711-A134-C6D478CEBE48}" destId="{B27EB252-0AE2-4A5B-9489-8A69D010050E}" srcOrd="0" destOrd="0" presId="urn:microsoft.com/office/officeart/2018/2/layout/IconVerticalSolidList"/>
    <dgm:cxn modelId="{FCDA81C9-16D4-4BDC-ABB1-DC2FE3F03CF3}" type="presOf" srcId="{A3BA2926-A734-4E83-A23B-3AC37491305A}" destId="{CFF5E4CC-B8B5-4118-BE13-3F434B8C665C}" srcOrd="0" destOrd="0" presId="urn:microsoft.com/office/officeart/2018/2/layout/IconVerticalSolidList"/>
    <dgm:cxn modelId="{796418DF-76F1-41DE-8C30-62D67B50CD71}" type="presOf" srcId="{85DEA364-C6D1-4890-873C-C1A47D682609}" destId="{34C244AE-0CA0-4071-8246-73ECF65FC9B2}" srcOrd="0" destOrd="0" presId="urn:microsoft.com/office/officeart/2018/2/layout/IconVerticalSolidList"/>
    <dgm:cxn modelId="{B384D8E2-72E1-49D6-AD6F-0784337FD863}" type="presOf" srcId="{4D3F5A17-11B8-4A15-A33E-92417CC1DE4C}" destId="{53ED3F92-0FFF-477B-B695-057A0C37754E}" srcOrd="0" destOrd="0" presId="urn:microsoft.com/office/officeart/2018/2/layout/IconVerticalSolidList"/>
    <dgm:cxn modelId="{EC8F86E4-095B-4E53-9EAF-EA99326DD37F}" srcId="{85DEA364-C6D1-4890-873C-C1A47D682609}" destId="{A3BA2926-A734-4E83-A23B-3AC37491305A}" srcOrd="2" destOrd="0" parTransId="{9BE50D67-9B0E-4E2B-9E73-F53AEED1BAE0}" sibTransId="{7AA0761B-9220-49B8-9F05-E2113CE3FA41}"/>
    <dgm:cxn modelId="{88EE64FA-86E0-4E7A-B268-B912C7F15C92}" type="presParOf" srcId="{34C244AE-0CA0-4071-8246-73ECF65FC9B2}" destId="{924A51A9-BFB3-471C-8FED-7782C7866DEB}" srcOrd="0" destOrd="0" presId="urn:microsoft.com/office/officeart/2018/2/layout/IconVerticalSolidList"/>
    <dgm:cxn modelId="{A6458FE0-556F-47DE-A12D-678425444CB1}" type="presParOf" srcId="{924A51A9-BFB3-471C-8FED-7782C7866DEB}" destId="{2C63546A-22BB-4E81-A5F2-C1743155E9A5}" srcOrd="0" destOrd="0" presId="urn:microsoft.com/office/officeart/2018/2/layout/IconVerticalSolidList"/>
    <dgm:cxn modelId="{5FD866E5-D74B-44D9-B2C2-7177926A9FFF}" type="presParOf" srcId="{924A51A9-BFB3-471C-8FED-7782C7866DEB}" destId="{341BEAF1-29F2-46E2-87F5-79F8AF75F7C0}" srcOrd="1" destOrd="0" presId="urn:microsoft.com/office/officeart/2018/2/layout/IconVerticalSolidList"/>
    <dgm:cxn modelId="{C622E5E4-CF80-4E5B-9434-3876C318C934}" type="presParOf" srcId="{924A51A9-BFB3-471C-8FED-7782C7866DEB}" destId="{6ACB0621-5725-49B4-8E65-F7A17C1A6DCE}" srcOrd="2" destOrd="0" presId="urn:microsoft.com/office/officeart/2018/2/layout/IconVerticalSolidList"/>
    <dgm:cxn modelId="{296E4166-C4D7-4BFA-A5B4-8CDAFF09F02C}" type="presParOf" srcId="{924A51A9-BFB3-471C-8FED-7782C7866DEB}" destId="{B27EB252-0AE2-4A5B-9489-8A69D010050E}" srcOrd="3" destOrd="0" presId="urn:microsoft.com/office/officeart/2018/2/layout/IconVerticalSolidList"/>
    <dgm:cxn modelId="{D2E9BD19-807A-4A83-9C93-F3CF8A1AC144}" type="presParOf" srcId="{34C244AE-0CA0-4071-8246-73ECF65FC9B2}" destId="{CB3CAFD5-5851-41F0-B54D-C059B74D2CC8}" srcOrd="1" destOrd="0" presId="urn:microsoft.com/office/officeart/2018/2/layout/IconVerticalSolidList"/>
    <dgm:cxn modelId="{83DE9417-A14D-4732-AA11-5A94858F1824}" type="presParOf" srcId="{34C244AE-0CA0-4071-8246-73ECF65FC9B2}" destId="{8FE23639-4DC2-4109-96F8-D410309B7F6A}" srcOrd="2" destOrd="0" presId="urn:microsoft.com/office/officeart/2018/2/layout/IconVerticalSolidList"/>
    <dgm:cxn modelId="{6ED8F9D5-446E-4FA8-A644-F03071332C72}" type="presParOf" srcId="{8FE23639-4DC2-4109-96F8-D410309B7F6A}" destId="{86A75B95-0C72-44CE-A31D-FF32ED78817E}" srcOrd="0" destOrd="0" presId="urn:microsoft.com/office/officeart/2018/2/layout/IconVerticalSolidList"/>
    <dgm:cxn modelId="{BECB65C6-0AEC-40C2-AA0B-7B12DFF43153}" type="presParOf" srcId="{8FE23639-4DC2-4109-96F8-D410309B7F6A}" destId="{D9B89A57-C51C-4A4A-BEC5-AA0738790D55}" srcOrd="1" destOrd="0" presId="urn:microsoft.com/office/officeart/2018/2/layout/IconVerticalSolidList"/>
    <dgm:cxn modelId="{CF4DAF21-21E5-4C73-8CAC-4C2BF89B7A92}" type="presParOf" srcId="{8FE23639-4DC2-4109-96F8-D410309B7F6A}" destId="{BD8FBA71-121E-42D5-9FDF-45F7E3BF0C43}" srcOrd="2" destOrd="0" presId="urn:microsoft.com/office/officeart/2018/2/layout/IconVerticalSolidList"/>
    <dgm:cxn modelId="{E73AB803-DECD-43E7-A4CA-4278189FDEBA}" type="presParOf" srcId="{8FE23639-4DC2-4109-96F8-D410309B7F6A}" destId="{53ED3F92-0FFF-477B-B695-057A0C37754E}" srcOrd="3" destOrd="0" presId="urn:microsoft.com/office/officeart/2018/2/layout/IconVerticalSolidList"/>
    <dgm:cxn modelId="{B991AED4-5597-41FF-9A43-A97E1F40DEE1}" type="presParOf" srcId="{34C244AE-0CA0-4071-8246-73ECF65FC9B2}" destId="{31E034F5-55AC-4423-9F1C-A4AD670D915D}" srcOrd="3" destOrd="0" presId="urn:microsoft.com/office/officeart/2018/2/layout/IconVerticalSolidList"/>
    <dgm:cxn modelId="{F746D6A9-01F6-46CA-B4D6-8E2FA617FF16}" type="presParOf" srcId="{34C244AE-0CA0-4071-8246-73ECF65FC9B2}" destId="{93ABAE7F-C442-45B0-97DE-CD874F98339F}" srcOrd="4" destOrd="0" presId="urn:microsoft.com/office/officeart/2018/2/layout/IconVerticalSolidList"/>
    <dgm:cxn modelId="{F955C669-DC72-4A10-9948-56505624799E}" type="presParOf" srcId="{93ABAE7F-C442-45B0-97DE-CD874F98339F}" destId="{058C26CA-E603-4837-B996-8069B688E022}" srcOrd="0" destOrd="0" presId="urn:microsoft.com/office/officeart/2018/2/layout/IconVerticalSolidList"/>
    <dgm:cxn modelId="{E65728CC-A657-4EA4-8614-281E5AA997BD}" type="presParOf" srcId="{93ABAE7F-C442-45B0-97DE-CD874F98339F}" destId="{2F970698-759A-4BC9-B065-E1B4E250B27F}" srcOrd="1" destOrd="0" presId="urn:microsoft.com/office/officeart/2018/2/layout/IconVerticalSolidList"/>
    <dgm:cxn modelId="{0CD31585-8829-4DEE-9E30-0C1FD1D2C765}" type="presParOf" srcId="{93ABAE7F-C442-45B0-97DE-CD874F98339F}" destId="{D6058A30-83F9-45E3-9E78-391768B82669}" srcOrd="2" destOrd="0" presId="urn:microsoft.com/office/officeart/2018/2/layout/IconVerticalSolidList"/>
    <dgm:cxn modelId="{ACACD878-C974-481A-B75E-DA1A6A29353E}" type="presParOf" srcId="{93ABAE7F-C442-45B0-97DE-CD874F98339F}" destId="{CFF5E4CC-B8B5-4118-BE13-3F434B8C665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CED0358D-EC7B-4ACD-BC4F-2E5462CB7B2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307F7A6-61DA-49A2-86CB-957AD7150E6F}">
      <dgm:prSet/>
      <dgm:spPr/>
      <dgm:t>
        <a:bodyPr/>
        <a:lstStyle/>
        <a:p>
          <a:r>
            <a:rPr lang="en-MY"/>
            <a:t>Audit existing infrastructure.</a:t>
          </a:r>
          <a:endParaRPr lang="en-US"/>
        </a:p>
      </dgm:t>
    </dgm:pt>
    <dgm:pt modelId="{FE545D04-B8CC-40FB-BEEC-96A10C8A6180}" type="parTrans" cxnId="{D575A8E5-7C13-485E-99E8-BC2BFD37493E}">
      <dgm:prSet/>
      <dgm:spPr/>
      <dgm:t>
        <a:bodyPr/>
        <a:lstStyle/>
        <a:p>
          <a:endParaRPr lang="en-US"/>
        </a:p>
      </dgm:t>
    </dgm:pt>
    <dgm:pt modelId="{B2915E3C-5CD0-460C-BBE6-3243FB4536AA}" type="sibTrans" cxnId="{D575A8E5-7C13-485E-99E8-BC2BFD37493E}">
      <dgm:prSet/>
      <dgm:spPr/>
      <dgm:t>
        <a:bodyPr/>
        <a:lstStyle/>
        <a:p>
          <a:endParaRPr lang="en-US"/>
        </a:p>
      </dgm:t>
    </dgm:pt>
    <dgm:pt modelId="{97BEE1CE-BD97-47C3-ACEB-4BE4CD17EBD0}">
      <dgm:prSet/>
      <dgm:spPr/>
      <dgm:t>
        <a:bodyPr/>
        <a:lstStyle/>
        <a:p>
          <a:r>
            <a:rPr lang="en-MY"/>
            <a:t>Classify applications based on criticality and complexity.</a:t>
          </a:r>
          <a:endParaRPr lang="en-US"/>
        </a:p>
      </dgm:t>
    </dgm:pt>
    <dgm:pt modelId="{09B30A99-CEF1-4927-980D-EF39075F5F2E}" type="parTrans" cxnId="{D6182FF1-DF79-41BE-9796-9E3E6739C882}">
      <dgm:prSet/>
      <dgm:spPr/>
      <dgm:t>
        <a:bodyPr/>
        <a:lstStyle/>
        <a:p>
          <a:endParaRPr lang="en-US"/>
        </a:p>
      </dgm:t>
    </dgm:pt>
    <dgm:pt modelId="{321A7817-ED32-44AA-9296-95B0B37694EB}" type="sibTrans" cxnId="{D6182FF1-DF79-41BE-9796-9E3E6739C882}">
      <dgm:prSet/>
      <dgm:spPr/>
      <dgm:t>
        <a:bodyPr/>
        <a:lstStyle/>
        <a:p>
          <a:endParaRPr lang="en-US"/>
        </a:p>
      </dgm:t>
    </dgm:pt>
    <dgm:pt modelId="{98AF3E18-D9B6-4F3D-A5E3-C27BF73CB173}">
      <dgm:prSet/>
      <dgm:spPr/>
      <dgm:t>
        <a:bodyPr/>
        <a:lstStyle/>
        <a:p>
          <a:r>
            <a:rPr lang="en-MY"/>
            <a:t>Identify dependencies and compliance requirements.</a:t>
          </a:r>
          <a:endParaRPr lang="en-US"/>
        </a:p>
      </dgm:t>
    </dgm:pt>
    <dgm:pt modelId="{A1BBB830-9540-4BF6-B291-D0D87DB78727}" type="parTrans" cxnId="{1059B20B-F7A1-42F7-BBEA-475E28D0E132}">
      <dgm:prSet/>
      <dgm:spPr/>
      <dgm:t>
        <a:bodyPr/>
        <a:lstStyle/>
        <a:p>
          <a:endParaRPr lang="en-US"/>
        </a:p>
      </dgm:t>
    </dgm:pt>
    <dgm:pt modelId="{4DC1CB70-843E-4953-85DC-0DF8508B78E1}" type="sibTrans" cxnId="{1059B20B-F7A1-42F7-BBEA-475E28D0E132}">
      <dgm:prSet/>
      <dgm:spPr/>
      <dgm:t>
        <a:bodyPr/>
        <a:lstStyle/>
        <a:p>
          <a:endParaRPr lang="en-US"/>
        </a:p>
      </dgm:t>
    </dgm:pt>
    <dgm:pt modelId="{8C0FBBAF-52E4-4292-9861-0BB4A0C414E3}" type="pres">
      <dgm:prSet presAssocID="{CED0358D-EC7B-4ACD-BC4F-2E5462CB7B20}" presName="root" presStyleCnt="0">
        <dgm:presLayoutVars>
          <dgm:dir/>
          <dgm:resizeHandles val="exact"/>
        </dgm:presLayoutVars>
      </dgm:prSet>
      <dgm:spPr/>
    </dgm:pt>
    <dgm:pt modelId="{91D696E1-5CA9-4807-88BD-69112D507ABE}" type="pres">
      <dgm:prSet presAssocID="{F307F7A6-61DA-49A2-86CB-957AD7150E6F}" presName="compNode" presStyleCnt="0"/>
      <dgm:spPr/>
    </dgm:pt>
    <dgm:pt modelId="{79E7B00D-DF65-42DA-A123-D1F92FA3584E}" type="pres">
      <dgm:prSet presAssocID="{F307F7A6-61DA-49A2-86CB-957AD7150E6F}" presName="bgRect" presStyleLbl="bgShp" presStyleIdx="0" presStyleCnt="3"/>
      <dgm:spPr/>
    </dgm:pt>
    <dgm:pt modelId="{CCF6C4CE-3C02-40B1-8368-CF38AE91A7F0}" type="pres">
      <dgm:prSet presAssocID="{F307F7A6-61DA-49A2-86CB-957AD7150E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BACCF731-B1CB-4395-99A8-2895BCA635EF}" type="pres">
      <dgm:prSet presAssocID="{F307F7A6-61DA-49A2-86CB-957AD7150E6F}" presName="spaceRect" presStyleCnt="0"/>
      <dgm:spPr/>
    </dgm:pt>
    <dgm:pt modelId="{150276EA-26E5-4C0B-92F7-F88B0F5134D8}" type="pres">
      <dgm:prSet presAssocID="{F307F7A6-61DA-49A2-86CB-957AD7150E6F}" presName="parTx" presStyleLbl="revTx" presStyleIdx="0" presStyleCnt="3">
        <dgm:presLayoutVars>
          <dgm:chMax val="0"/>
          <dgm:chPref val="0"/>
        </dgm:presLayoutVars>
      </dgm:prSet>
      <dgm:spPr/>
    </dgm:pt>
    <dgm:pt modelId="{FF1676BC-D70C-4722-82A3-EEF828CDC61E}" type="pres">
      <dgm:prSet presAssocID="{B2915E3C-5CD0-460C-BBE6-3243FB4536AA}" presName="sibTrans" presStyleCnt="0"/>
      <dgm:spPr/>
    </dgm:pt>
    <dgm:pt modelId="{1DE8BEC1-F717-41A7-86BB-FBBE2B6E7A53}" type="pres">
      <dgm:prSet presAssocID="{97BEE1CE-BD97-47C3-ACEB-4BE4CD17EBD0}" presName="compNode" presStyleCnt="0"/>
      <dgm:spPr/>
    </dgm:pt>
    <dgm:pt modelId="{E3C3F114-3AB0-4798-A731-4F756FB1A549}" type="pres">
      <dgm:prSet presAssocID="{97BEE1CE-BD97-47C3-ACEB-4BE4CD17EBD0}" presName="bgRect" presStyleLbl="bgShp" presStyleIdx="1" presStyleCnt="3"/>
      <dgm:spPr/>
    </dgm:pt>
    <dgm:pt modelId="{65856368-6405-4197-8CE7-D3C143A5B714}" type="pres">
      <dgm:prSet presAssocID="{97BEE1CE-BD97-47C3-ACEB-4BE4CD17EBD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BEA9ED01-ACA1-499C-91D1-F49187E70BA8}" type="pres">
      <dgm:prSet presAssocID="{97BEE1CE-BD97-47C3-ACEB-4BE4CD17EBD0}" presName="spaceRect" presStyleCnt="0"/>
      <dgm:spPr/>
    </dgm:pt>
    <dgm:pt modelId="{6843F466-8394-47EA-99CE-4A3763924FDF}" type="pres">
      <dgm:prSet presAssocID="{97BEE1CE-BD97-47C3-ACEB-4BE4CD17EBD0}" presName="parTx" presStyleLbl="revTx" presStyleIdx="1" presStyleCnt="3">
        <dgm:presLayoutVars>
          <dgm:chMax val="0"/>
          <dgm:chPref val="0"/>
        </dgm:presLayoutVars>
      </dgm:prSet>
      <dgm:spPr/>
    </dgm:pt>
    <dgm:pt modelId="{5DFEF2D5-220F-4909-99E2-4D592DDC8D66}" type="pres">
      <dgm:prSet presAssocID="{321A7817-ED32-44AA-9296-95B0B37694EB}" presName="sibTrans" presStyleCnt="0"/>
      <dgm:spPr/>
    </dgm:pt>
    <dgm:pt modelId="{A6767F6E-AA72-43EE-8053-5B6B9377D2FC}" type="pres">
      <dgm:prSet presAssocID="{98AF3E18-D9B6-4F3D-A5E3-C27BF73CB173}" presName="compNode" presStyleCnt="0"/>
      <dgm:spPr/>
    </dgm:pt>
    <dgm:pt modelId="{7DCC8311-8FCF-4FEB-BB0D-AA32D79BA0AE}" type="pres">
      <dgm:prSet presAssocID="{98AF3E18-D9B6-4F3D-A5E3-C27BF73CB173}" presName="bgRect" presStyleLbl="bgShp" presStyleIdx="2" presStyleCnt="3"/>
      <dgm:spPr/>
    </dgm:pt>
    <dgm:pt modelId="{3DADD63B-0456-4A38-92B6-A1C83A9343CD}" type="pres">
      <dgm:prSet presAssocID="{98AF3E18-D9B6-4F3D-A5E3-C27BF73CB17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List"/>
        </a:ext>
      </dgm:extLst>
    </dgm:pt>
    <dgm:pt modelId="{01962AC9-2C18-4F56-9BD2-162C93289960}" type="pres">
      <dgm:prSet presAssocID="{98AF3E18-D9B6-4F3D-A5E3-C27BF73CB173}" presName="spaceRect" presStyleCnt="0"/>
      <dgm:spPr/>
    </dgm:pt>
    <dgm:pt modelId="{EAA7BED8-9279-42BB-B555-F10D0A3B1919}" type="pres">
      <dgm:prSet presAssocID="{98AF3E18-D9B6-4F3D-A5E3-C27BF73CB173}" presName="parTx" presStyleLbl="revTx" presStyleIdx="2" presStyleCnt="3">
        <dgm:presLayoutVars>
          <dgm:chMax val="0"/>
          <dgm:chPref val="0"/>
        </dgm:presLayoutVars>
      </dgm:prSet>
      <dgm:spPr/>
    </dgm:pt>
  </dgm:ptLst>
  <dgm:cxnLst>
    <dgm:cxn modelId="{6280A200-FFBA-41D0-B1E4-822C72810B41}" type="presOf" srcId="{97BEE1CE-BD97-47C3-ACEB-4BE4CD17EBD0}" destId="{6843F466-8394-47EA-99CE-4A3763924FDF}" srcOrd="0" destOrd="0" presId="urn:microsoft.com/office/officeart/2018/2/layout/IconVerticalSolidList"/>
    <dgm:cxn modelId="{ED288809-C023-478A-BD2E-581352C2F63A}" type="presOf" srcId="{CED0358D-EC7B-4ACD-BC4F-2E5462CB7B20}" destId="{8C0FBBAF-52E4-4292-9861-0BB4A0C414E3}" srcOrd="0" destOrd="0" presId="urn:microsoft.com/office/officeart/2018/2/layout/IconVerticalSolidList"/>
    <dgm:cxn modelId="{1059B20B-F7A1-42F7-BBEA-475E28D0E132}" srcId="{CED0358D-EC7B-4ACD-BC4F-2E5462CB7B20}" destId="{98AF3E18-D9B6-4F3D-A5E3-C27BF73CB173}" srcOrd="2" destOrd="0" parTransId="{A1BBB830-9540-4BF6-B291-D0D87DB78727}" sibTransId="{4DC1CB70-843E-4953-85DC-0DF8508B78E1}"/>
    <dgm:cxn modelId="{A2AE656B-587E-41A7-84DE-E9FA39AC4844}" type="presOf" srcId="{F307F7A6-61DA-49A2-86CB-957AD7150E6F}" destId="{150276EA-26E5-4C0B-92F7-F88B0F5134D8}" srcOrd="0" destOrd="0" presId="urn:microsoft.com/office/officeart/2018/2/layout/IconVerticalSolidList"/>
    <dgm:cxn modelId="{D575A8E5-7C13-485E-99E8-BC2BFD37493E}" srcId="{CED0358D-EC7B-4ACD-BC4F-2E5462CB7B20}" destId="{F307F7A6-61DA-49A2-86CB-957AD7150E6F}" srcOrd="0" destOrd="0" parTransId="{FE545D04-B8CC-40FB-BEEC-96A10C8A6180}" sibTransId="{B2915E3C-5CD0-460C-BBE6-3243FB4536AA}"/>
    <dgm:cxn modelId="{D6182FF1-DF79-41BE-9796-9E3E6739C882}" srcId="{CED0358D-EC7B-4ACD-BC4F-2E5462CB7B20}" destId="{97BEE1CE-BD97-47C3-ACEB-4BE4CD17EBD0}" srcOrd="1" destOrd="0" parTransId="{09B30A99-CEF1-4927-980D-EF39075F5F2E}" sibTransId="{321A7817-ED32-44AA-9296-95B0B37694EB}"/>
    <dgm:cxn modelId="{5A763CF2-BC56-4BF2-82A9-F69284AC03EF}" type="presOf" srcId="{98AF3E18-D9B6-4F3D-A5E3-C27BF73CB173}" destId="{EAA7BED8-9279-42BB-B555-F10D0A3B1919}" srcOrd="0" destOrd="0" presId="urn:microsoft.com/office/officeart/2018/2/layout/IconVerticalSolidList"/>
    <dgm:cxn modelId="{EFE6C658-0480-4AC1-90C3-7F25854D15DE}" type="presParOf" srcId="{8C0FBBAF-52E4-4292-9861-0BB4A0C414E3}" destId="{91D696E1-5CA9-4807-88BD-69112D507ABE}" srcOrd="0" destOrd="0" presId="urn:microsoft.com/office/officeart/2018/2/layout/IconVerticalSolidList"/>
    <dgm:cxn modelId="{B39D53D3-16D1-4BAA-B614-FB3A4B54A195}" type="presParOf" srcId="{91D696E1-5CA9-4807-88BD-69112D507ABE}" destId="{79E7B00D-DF65-42DA-A123-D1F92FA3584E}" srcOrd="0" destOrd="0" presId="urn:microsoft.com/office/officeart/2018/2/layout/IconVerticalSolidList"/>
    <dgm:cxn modelId="{17C55643-6B19-4CC2-B8D0-66F8CAB57F08}" type="presParOf" srcId="{91D696E1-5CA9-4807-88BD-69112D507ABE}" destId="{CCF6C4CE-3C02-40B1-8368-CF38AE91A7F0}" srcOrd="1" destOrd="0" presId="urn:microsoft.com/office/officeart/2018/2/layout/IconVerticalSolidList"/>
    <dgm:cxn modelId="{BF29CAC0-5A6F-4CD6-8A74-66E70B11F7ED}" type="presParOf" srcId="{91D696E1-5CA9-4807-88BD-69112D507ABE}" destId="{BACCF731-B1CB-4395-99A8-2895BCA635EF}" srcOrd="2" destOrd="0" presId="urn:microsoft.com/office/officeart/2018/2/layout/IconVerticalSolidList"/>
    <dgm:cxn modelId="{995087C3-17E7-4BF2-AD27-D0B2DB5BBFF0}" type="presParOf" srcId="{91D696E1-5CA9-4807-88BD-69112D507ABE}" destId="{150276EA-26E5-4C0B-92F7-F88B0F5134D8}" srcOrd="3" destOrd="0" presId="urn:microsoft.com/office/officeart/2018/2/layout/IconVerticalSolidList"/>
    <dgm:cxn modelId="{CD89250B-A32C-4F8E-B4E4-67708E70784E}" type="presParOf" srcId="{8C0FBBAF-52E4-4292-9861-0BB4A0C414E3}" destId="{FF1676BC-D70C-4722-82A3-EEF828CDC61E}" srcOrd="1" destOrd="0" presId="urn:microsoft.com/office/officeart/2018/2/layout/IconVerticalSolidList"/>
    <dgm:cxn modelId="{3579EC32-7F73-4DB3-95B7-9DE62A90987D}" type="presParOf" srcId="{8C0FBBAF-52E4-4292-9861-0BB4A0C414E3}" destId="{1DE8BEC1-F717-41A7-86BB-FBBE2B6E7A53}" srcOrd="2" destOrd="0" presId="urn:microsoft.com/office/officeart/2018/2/layout/IconVerticalSolidList"/>
    <dgm:cxn modelId="{D965BA96-F11B-45ED-A1C1-9124F57D09E3}" type="presParOf" srcId="{1DE8BEC1-F717-41A7-86BB-FBBE2B6E7A53}" destId="{E3C3F114-3AB0-4798-A731-4F756FB1A549}" srcOrd="0" destOrd="0" presId="urn:microsoft.com/office/officeart/2018/2/layout/IconVerticalSolidList"/>
    <dgm:cxn modelId="{29C8084F-545E-4978-AB75-5684AAF24198}" type="presParOf" srcId="{1DE8BEC1-F717-41A7-86BB-FBBE2B6E7A53}" destId="{65856368-6405-4197-8CE7-D3C143A5B714}" srcOrd="1" destOrd="0" presId="urn:microsoft.com/office/officeart/2018/2/layout/IconVerticalSolidList"/>
    <dgm:cxn modelId="{90F00D29-305F-468E-ABA5-15B8251EBE43}" type="presParOf" srcId="{1DE8BEC1-F717-41A7-86BB-FBBE2B6E7A53}" destId="{BEA9ED01-ACA1-499C-91D1-F49187E70BA8}" srcOrd="2" destOrd="0" presId="urn:microsoft.com/office/officeart/2018/2/layout/IconVerticalSolidList"/>
    <dgm:cxn modelId="{E9A0C3D3-5136-464E-8C62-73237B1209BE}" type="presParOf" srcId="{1DE8BEC1-F717-41A7-86BB-FBBE2B6E7A53}" destId="{6843F466-8394-47EA-99CE-4A3763924FDF}" srcOrd="3" destOrd="0" presId="urn:microsoft.com/office/officeart/2018/2/layout/IconVerticalSolidList"/>
    <dgm:cxn modelId="{A359D450-A886-4277-B049-8713C906E33F}" type="presParOf" srcId="{8C0FBBAF-52E4-4292-9861-0BB4A0C414E3}" destId="{5DFEF2D5-220F-4909-99E2-4D592DDC8D66}" srcOrd="3" destOrd="0" presId="urn:microsoft.com/office/officeart/2018/2/layout/IconVerticalSolidList"/>
    <dgm:cxn modelId="{900135EB-ECA0-474B-B439-71C603C0674F}" type="presParOf" srcId="{8C0FBBAF-52E4-4292-9861-0BB4A0C414E3}" destId="{A6767F6E-AA72-43EE-8053-5B6B9377D2FC}" srcOrd="4" destOrd="0" presId="urn:microsoft.com/office/officeart/2018/2/layout/IconVerticalSolidList"/>
    <dgm:cxn modelId="{4258809A-0132-44C0-9B92-53AC47ED97EE}" type="presParOf" srcId="{A6767F6E-AA72-43EE-8053-5B6B9377D2FC}" destId="{7DCC8311-8FCF-4FEB-BB0D-AA32D79BA0AE}" srcOrd="0" destOrd="0" presId="urn:microsoft.com/office/officeart/2018/2/layout/IconVerticalSolidList"/>
    <dgm:cxn modelId="{5B9F5AE9-D210-4074-AC18-B62994D5C822}" type="presParOf" srcId="{A6767F6E-AA72-43EE-8053-5B6B9377D2FC}" destId="{3DADD63B-0456-4A38-92B6-A1C83A9343CD}" srcOrd="1" destOrd="0" presId="urn:microsoft.com/office/officeart/2018/2/layout/IconVerticalSolidList"/>
    <dgm:cxn modelId="{FA8F1B83-B0AA-462E-9C27-67731C5B2C5E}" type="presParOf" srcId="{A6767F6E-AA72-43EE-8053-5B6B9377D2FC}" destId="{01962AC9-2C18-4F56-9BD2-162C93289960}" srcOrd="2" destOrd="0" presId="urn:microsoft.com/office/officeart/2018/2/layout/IconVerticalSolidList"/>
    <dgm:cxn modelId="{A0349BD0-2B21-411D-B400-3EB4DDF34A54}" type="presParOf" srcId="{A6767F6E-AA72-43EE-8053-5B6B9377D2FC}" destId="{EAA7BED8-9279-42BB-B555-F10D0A3B191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EDDCDB96-8A7A-4627-9BC3-100B53CA6DB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995D667-D595-4257-BE22-1F6C3CBFCB9C}">
      <dgm:prSet/>
      <dgm:spPr/>
      <dgm:t>
        <a:bodyPr/>
        <a:lstStyle/>
        <a:p>
          <a:r>
            <a:rPr lang="en-MY"/>
            <a:t>Compare pricing models, SLAs, and services offered.</a:t>
          </a:r>
          <a:endParaRPr lang="en-US"/>
        </a:p>
      </dgm:t>
    </dgm:pt>
    <dgm:pt modelId="{0327DDD0-A30E-482D-8774-369E97C621D9}" type="parTrans" cxnId="{D4353756-AD05-4C42-8A1B-DDAF9357E047}">
      <dgm:prSet/>
      <dgm:spPr/>
      <dgm:t>
        <a:bodyPr/>
        <a:lstStyle/>
        <a:p>
          <a:endParaRPr lang="en-US"/>
        </a:p>
      </dgm:t>
    </dgm:pt>
    <dgm:pt modelId="{8DCFE334-20EA-4CF9-B664-B8FAF2360CBB}" type="sibTrans" cxnId="{D4353756-AD05-4C42-8A1B-DDAF9357E047}">
      <dgm:prSet/>
      <dgm:spPr/>
      <dgm:t>
        <a:bodyPr/>
        <a:lstStyle/>
        <a:p>
          <a:endParaRPr lang="en-US"/>
        </a:p>
      </dgm:t>
    </dgm:pt>
    <dgm:pt modelId="{F861981F-2541-4B40-9E87-368F34D996AE}">
      <dgm:prSet/>
      <dgm:spPr/>
      <dgm:t>
        <a:bodyPr/>
        <a:lstStyle/>
        <a:p>
          <a:r>
            <a:rPr lang="en-MY"/>
            <a:t>Consider support, security features, and compliance certifications.</a:t>
          </a:r>
          <a:endParaRPr lang="en-US"/>
        </a:p>
      </dgm:t>
    </dgm:pt>
    <dgm:pt modelId="{2A822C0E-7CE9-4B83-BA5A-400087CE151F}" type="parTrans" cxnId="{715E66A1-1295-469A-9AF6-6726A1125A8D}">
      <dgm:prSet/>
      <dgm:spPr/>
      <dgm:t>
        <a:bodyPr/>
        <a:lstStyle/>
        <a:p>
          <a:endParaRPr lang="en-US"/>
        </a:p>
      </dgm:t>
    </dgm:pt>
    <dgm:pt modelId="{10193031-8038-4490-93B1-437F2044A63D}" type="sibTrans" cxnId="{715E66A1-1295-469A-9AF6-6726A1125A8D}">
      <dgm:prSet/>
      <dgm:spPr/>
      <dgm:t>
        <a:bodyPr/>
        <a:lstStyle/>
        <a:p>
          <a:endParaRPr lang="en-US"/>
        </a:p>
      </dgm:t>
    </dgm:pt>
    <dgm:pt modelId="{E8197C85-6011-44F3-A6AD-1430874FC9E3}">
      <dgm:prSet/>
      <dgm:spPr/>
      <dgm:t>
        <a:bodyPr/>
        <a:lstStyle/>
        <a:p>
          <a:r>
            <a:rPr lang="en-MY"/>
            <a:t>Evaluate existing provider integrations and ecosystem compatibility.</a:t>
          </a:r>
          <a:endParaRPr lang="en-US"/>
        </a:p>
      </dgm:t>
    </dgm:pt>
    <dgm:pt modelId="{27E1CE41-1C78-421A-90D6-977D5F828BE3}" type="parTrans" cxnId="{D8CC8DCA-857A-42C5-9532-B5FA5C50558E}">
      <dgm:prSet/>
      <dgm:spPr/>
      <dgm:t>
        <a:bodyPr/>
        <a:lstStyle/>
        <a:p>
          <a:endParaRPr lang="en-US"/>
        </a:p>
      </dgm:t>
    </dgm:pt>
    <dgm:pt modelId="{FF59E78E-B811-4928-923C-8FEC03FA0DDF}" type="sibTrans" cxnId="{D8CC8DCA-857A-42C5-9532-B5FA5C50558E}">
      <dgm:prSet/>
      <dgm:spPr/>
      <dgm:t>
        <a:bodyPr/>
        <a:lstStyle/>
        <a:p>
          <a:endParaRPr lang="en-US"/>
        </a:p>
      </dgm:t>
    </dgm:pt>
    <dgm:pt modelId="{FCBA9C67-560F-405A-B2C4-B6D5D7990B15}" type="pres">
      <dgm:prSet presAssocID="{EDDCDB96-8A7A-4627-9BC3-100B53CA6DB6}" presName="root" presStyleCnt="0">
        <dgm:presLayoutVars>
          <dgm:dir/>
          <dgm:resizeHandles val="exact"/>
        </dgm:presLayoutVars>
      </dgm:prSet>
      <dgm:spPr/>
    </dgm:pt>
    <dgm:pt modelId="{5D4D9AD7-6A9D-470C-880D-C314AC0D1414}" type="pres">
      <dgm:prSet presAssocID="{1995D667-D595-4257-BE22-1F6C3CBFCB9C}" presName="compNode" presStyleCnt="0"/>
      <dgm:spPr/>
    </dgm:pt>
    <dgm:pt modelId="{72B0F510-D7E8-4D5C-B701-6115EB0D1563}" type="pres">
      <dgm:prSet presAssocID="{1995D667-D595-4257-BE22-1F6C3CBFCB9C}" presName="bgRect" presStyleLbl="bgShp" presStyleIdx="0" presStyleCnt="3"/>
      <dgm:spPr/>
    </dgm:pt>
    <dgm:pt modelId="{4370E0ED-0B90-4F1B-BB1E-14E1410A481F}" type="pres">
      <dgm:prSet presAssocID="{1995D667-D595-4257-BE22-1F6C3CBFCB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enn Diagram"/>
        </a:ext>
      </dgm:extLst>
    </dgm:pt>
    <dgm:pt modelId="{3AE878FA-B867-4C5E-90A4-1BE384947938}" type="pres">
      <dgm:prSet presAssocID="{1995D667-D595-4257-BE22-1F6C3CBFCB9C}" presName="spaceRect" presStyleCnt="0"/>
      <dgm:spPr/>
    </dgm:pt>
    <dgm:pt modelId="{53A19856-4315-4CD7-8C7D-3998F06B4407}" type="pres">
      <dgm:prSet presAssocID="{1995D667-D595-4257-BE22-1F6C3CBFCB9C}" presName="parTx" presStyleLbl="revTx" presStyleIdx="0" presStyleCnt="3">
        <dgm:presLayoutVars>
          <dgm:chMax val="0"/>
          <dgm:chPref val="0"/>
        </dgm:presLayoutVars>
      </dgm:prSet>
      <dgm:spPr/>
    </dgm:pt>
    <dgm:pt modelId="{05787981-0ABA-411C-8957-EDE2F1A2D034}" type="pres">
      <dgm:prSet presAssocID="{8DCFE334-20EA-4CF9-B664-B8FAF2360CBB}" presName="sibTrans" presStyleCnt="0"/>
      <dgm:spPr/>
    </dgm:pt>
    <dgm:pt modelId="{3CA9BDB5-0CFD-44F5-8F17-25950910A150}" type="pres">
      <dgm:prSet presAssocID="{F861981F-2541-4B40-9E87-368F34D996AE}" presName="compNode" presStyleCnt="0"/>
      <dgm:spPr/>
    </dgm:pt>
    <dgm:pt modelId="{30ABE8D8-6F6E-4363-8956-372EB65CAD12}" type="pres">
      <dgm:prSet presAssocID="{F861981F-2541-4B40-9E87-368F34D996AE}" presName="bgRect" presStyleLbl="bgShp" presStyleIdx="1" presStyleCnt="3"/>
      <dgm:spPr/>
    </dgm:pt>
    <dgm:pt modelId="{4AB71621-8B38-472F-8BBD-D71D9669883F}" type="pres">
      <dgm:prSet presAssocID="{F861981F-2541-4B40-9E87-368F34D996A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oma Roll"/>
        </a:ext>
      </dgm:extLst>
    </dgm:pt>
    <dgm:pt modelId="{972C9B49-A131-405E-B841-FFA528D9E3A0}" type="pres">
      <dgm:prSet presAssocID="{F861981F-2541-4B40-9E87-368F34D996AE}" presName="spaceRect" presStyleCnt="0"/>
      <dgm:spPr/>
    </dgm:pt>
    <dgm:pt modelId="{0A867C64-BA42-4524-B360-B4EBBEAF1BB2}" type="pres">
      <dgm:prSet presAssocID="{F861981F-2541-4B40-9E87-368F34D996AE}" presName="parTx" presStyleLbl="revTx" presStyleIdx="1" presStyleCnt="3">
        <dgm:presLayoutVars>
          <dgm:chMax val="0"/>
          <dgm:chPref val="0"/>
        </dgm:presLayoutVars>
      </dgm:prSet>
      <dgm:spPr/>
    </dgm:pt>
    <dgm:pt modelId="{FFB1BA53-5252-4F21-86CA-8A3572F9F7AE}" type="pres">
      <dgm:prSet presAssocID="{10193031-8038-4490-93B1-437F2044A63D}" presName="sibTrans" presStyleCnt="0"/>
      <dgm:spPr/>
    </dgm:pt>
    <dgm:pt modelId="{979CBE2C-CC18-4824-B330-352E7284A19D}" type="pres">
      <dgm:prSet presAssocID="{E8197C85-6011-44F3-A6AD-1430874FC9E3}" presName="compNode" presStyleCnt="0"/>
      <dgm:spPr/>
    </dgm:pt>
    <dgm:pt modelId="{200F081F-B410-467B-BDF0-71ED721C3C58}" type="pres">
      <dgm:prSet presAssocID="{E8197C85-6011-44F3-A6AD-1430874FC9E3}" presName="bgRect" presStyleLbl="bgShp" presStyleIdx="2" presStyleCnt="3"/>
      <dgm:spPr/>
    </dgm:pt>
    <dgm:pt modelId="{6D5F7E17-5242-4773-BBFB-EE53233C0064}" type="pres">
      <dgm:prSet presAssocID="{E8197C85-6011-44F3-A6AD-1430874FC9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FDB05D7D-DFF5-49FE-AE01-CF961B5FD62E}" type="pres">
      <dgm:prSet presAssocID="{E8197C85-6011-44F3-A6AD-1430874FC9E3}" presName="spaceRect" presStyleCnt="0"/>
      <dgm:spPr/>
    </dgm:pt>
    <dgm:pt modelId="{DCBC5287-C5C3-44D6-8D37-F23186BDABE8}" type="pres">
      <dgm:prSet presAssocID="{E8197C85-6011-44F3-A6AD-1430874FC9E3}" presName="parTx" presStyleLbl="revTx" presStyleIdx="2" presStyleCnt="3">
        <dgm:presLayoutVars>
          <dgm:chMax val="0"/>
          <dgm:chPref val="0"/>
        </dgm:presLayoutVars>
      </dgm:prSet>
      <dgm:spPr/>
    </dgm:pt>
  </dgm:ptLst>
  <dgm:cxnLst>
    <dgm:cxn modelId="{B104EA30-58CB-470E-9883-C696933BE514}" type="presOf" srcId="{1995D667-D595-4257-BE22-1F6C3CBFCB9C}" destId="{53A19856-4315-4CD7-8C7D-3998F06B4407}" srcOrd="0" destOrd="0" presId="urn:microsoft.com/office/officeart/2018/2/layout/IconVerticalSolidList"/>
    <dgm:cxn modelId="{F746D948-0BC6-4B96-BB36-EAB8EA31E5FC}" type="presOf" srcId="{EDDCDB96-8A7A-4627-9BC3-100B53CA6DB6}" destId="{FCBA9C67-560F-405A-B2C4-B6D5D7990B15}" srcOrd="0" destOrd="0" presId="urn:microsoft.com/office/officeart/2018/2/layout/IconVerticalSolidList"/>
    <dgm:cxn modelId="{9AB23270-9179-4BAF-84E1-742C34097728}" type="presOf" srcId="{F861981F-2541-4B40-9E87-368F34D996AE}" destId="{0A867C64-BA42-4524-B360-B4EBBEAF1BB2}" srcOrd="0" destOrd="0" presId="urn:microsoft.com/office/officeart/2018/2/layout/IconVerticalSolidList"/>
    <dgm:cxn modelId="{D4353756-AD05-4C42-8A1B-DDAF9357E047}" srcId="{EDDCDB96-8A7A-4627-9BC3-100B53CA6DB6}" destId="{1995D667-D595-4257-BE22-1F6C3CBFCB9C}" srcOrd="0" destOrd="0" parTransId="{0327DDD0-A30E-482D-8774-369E97C621D9}" sibTransId="{8DCFE334-20EA-4CF9-B664-B8FAF2360CBB}"/>
    <dgm:cxn modelId="{7A5BE490-E492-4B24-AADB-5871C66A115D}" type="presOf" srcId="{E8197C85-6011-44F3-A6AD-1430874FC9E3}" destId="{DCBC5287-C5C3-44D6-8D37-F23186BDABE8}" srcOrd="0" destOrd="0" presId="urn:microsoft.com/office/officeart/2018/2/layout/IconVerticalSolidList"/>
    <dgm:cxn modelId="{715E66A1-1295-469A-9AF6-6726A1125A8D}" srcId="{EDDCDB96-8A7A-4627-9BC3-100B53CA6DB6}" destId="{F861981F-2541-4B40-9E87-368F34D996AE}" srcOrd="1" destOrd="0" parTransId="{2A822C0E-7CE9-4B83-BA5A-400087CE151F}" sibTransId="{10193031-8038-4490-93B1-437F2044A63D}"/>
    <dgm:cxn modelId="{D8CC8DCA-857A-42C5-9532-B5FA5C50558E}" srcId="{EDDCDB96-8A7A-4627-9BC3-100B53CA6DB6}" destId="{E8197C85-6011-44F3-A6AD-1430874FC9E3}" srcOrd="2" destOrd="0" parTransId="{27E1CE41-1C78-421A-90D6-977D5F828BE3}" sibTransId="{FF59E78E-B811-4928-923C-8FEC03FA0DDF}"/>
    <dgm:cxn modelId="{2C195BA4-1300-4BAE-B023-E3AD93EC4BBF}" type="presParOf" srcId="{FCBA9C67-560F-405A-B2C4-B6D5D7990B15}" destId="{5D4D9AD7-6A9D-470C-880D-C314AC0D1414}" srcOrd="0" destOrd="0" presId="urn:microsoft.com/office/officeart/2018/2/layout/IconVerticalSolidList"/>
    <dgm:cxn modelId="{627069B8-A251-490B-9864-0A789EC19264}" type="presParOf" srcId="{5D4D9AD7-6A9D-470C-880D-C314AC0D1414}" destId="{72B0F510-D7E8-4D5C-B701-6115EB0D1563}" srcOrd="0" destOrd="0" presId="urn:microsoft.com/office/officeart/2018/2/layout/IconVerticalSolidList"/>
    <dgm:cxn modelId="{E1EE8F7B-E51B-473C-B82E-BAD59C0073D4}" type="presParOf" srcId="{5D4D9AD7-6A9D-470C-880D-C314AC0D1414}" destId="{4370E0ED-0B90-4F1B-BB1E-14E1410A481F}" srcOrd="1" destOrd="0" presId="urn:microsoft.com/office/officeart/2018/2/layout/IconVerticalSolidList"/>
    <dgm:cxn modelId="{A0734AF4-2B54-4C68-8499-6C8A3A883408}" type="presParOf" srcId="{5D4D9AD7-6A9D-470C-880D-C314AC0D1414}" destId="{3AE878FA-B867-4C5E-90A4-1BE384947938}" srcOrd="2" destOrd="0" presId="urn:microsoft.com/office/officeart/2018/2/layout/IconVerticalSolidList"/>
    <dgm:cxn modelId="{871510B4-6326-4AD5-B2F6-A3B7E36009FD}" type="presParOf" srcId="{5D4D9AD7-6A9D-470C-880D-C314AC0D1414}" destId="{53A19856-4315-4CD7-8C7D-3998F06B4407}" srcOrd="3" destOrd="0" presId="urn:microsoft.com/office/officeart/2018/2/layout/IconVerticalSolidList"/>
    <dgm:cxn modelId="{4CD398BE-527F-48F6-8FC7-F246F5B68E3B}" type="presParOf" srcId="{FCBA9C67-560F-405A-B2C4-B6D5D7990B15}" destId="{05787981-0ABA-411C-8957-EDE2F1A2D034}" srcOrd="1" destOrd="0" presId="urn:microsoft.com/office/officeart/2018/2/layout/IconVerticalSolidList"/>
    <dgm:cxn modelId="{30BC821B-9C10-4A88-B3BF-3DD2DE2452F7}" type="presParOf" srcId="{FCBA9C67-560F-405A-B2C4-B6D5D7990B15}" destId="{3CA9BDB5-0CFD-44F5-8F17-25950910A150}" srcOrd="2" destOrd="0" presId="urn:microsoft.com/office/officeart/2018/2/layout/IconVerticalSolidList"/>
    <dgm:cxn modelId="{4D2D8A7E-7010-44DA-BF3B-E66B9564E26D}" type="presParOf" srcId="{3CA9BDB5-0CFD-44F5-8F17-25950910A150}" destId="{30ABE8D8-6F6E-4363-8956-372EB65CAD12}" srcOrd="0" destOrd="0" presId="urn:microsoft.com/office/officeart/2018/2/layout/IconVerticalSolidList"/>
    <dgm:cxn modelId="{095881CA-BBA2-4DB4-8BD2-3CC48D7A851B}" type="presParOf" srcId="{3CA9BDB5-0CFD-44F5-8F17-25950910A150}" destId="{4AB71621-8B38-472F-8BBD-D71D9669883F}" srcOrd="1" destOrd="0" presId="urn:microsoft.com/office/officeart/2018/2/layout/IconVerticalSolidList"/>
    <dgm:cxn modelId="{9F7F9BD4-7F6E-44B9-B385-028A7B8A6A1A}" type="presParOf" srcId="{3CA9BDB5-0CFD-44F5-8F17-25950910A150}" destId="{972C9B49-A131-405E-B841-FFA528D9E3A0}" srcOrd="2" destOrd="0" presId="urn:microsoft.com/office/officeart/2018/2/layout/IconVerticalSolidList"/>
    <dgm:cxn modelId="{D91CD1F5-6DDD-4464-AD65-FFFE79D9E71C}" type="presParOf" srcId="{3CA9BDB5-0CFD-44F5-8F17-25950910A150}" destId="{0A867C64-BA42-4524-B360-B4EBBEAF1BB2}" srcOrd="3" destOrd="0" presId="urn:microsoft.com/office/officeart/2018/2/layout/IconVerticalSolidList"/>
    <dgm:cxn modelId="{BFE1C257-8AD5-407A-8648-D89BE0FE7C28}" type="presParOf" srcId="{FCBA9C67-560F-405A-B2C4-B6D5D7990B15}" destId="{FFB1BA53-5252-4F21-86CA-8A3572F9F7AE}" srcOrd="3" destOrd="0" presId="urn:microsoft.com/office/officeart/2018/2/layout/IconVerticalSolidList"/>
    <dgm:cxn modelId="{722D0545-3DA5-444F-8BA1-66C62B07EC5B}" type="presParOf" srcId="{FCBA9C67-560F-405A-B2C4-B6D5D7990B15}" destId="{979CBE2C-CC18-4824-B330-352E7284A19D}" srcOrd="4" destOrd="0" presId="urn:microsoft.com/office/officeart/2018/2/layout/IconVerticalSolidList"/>
    <dgm:cxn modelId="{8A36D3C5-ACE5-485C-859E-31F42D570E54}" type="presParOf" srcId="{979CBE2C-CC18-4824-B330-352E7284A19D}" destId="{200F081F-B410-467B-BDF0-71ED721C3C58}" srcOrd="0" destOrd="0" presId="urn:microsoft.com/office/officeart/2018/2/layout/IconVerticalSolidList"/>
    <dgm:cxn modelId="{87595D6D-824B-4BC0-9721-2AB022E9E7AE}" type="presParOf" srcId="{979CBE2C-CC18-4824-B330-352E7284A19D}" destId="{6D5F7E17-5242-4773-BBFB-EE53233C0064}" srcOrd="1" destOrd="0" presId="urn:microsoft.com/office/officeart/2018/2/layout/IconVerticalSolidList"/>
    <dgm:cxn modelId="{656F9D47-2CB7-40C7-A815-5875811AF02E}" type="presParOf" srcId="{979CBE2C-CC18-4824-B330-352E7284A19D}" destId="{FDB05D7D-DFF5-49FE-AE01-CF961B5FD62E}" srcOrd="2" destOrd="0" presId="urn:microsoft.com/office/officeart/2018/2/layout/IconVerticalSolidList"/>
    <dgm:cxn modelId="{80CF4B38-4852-4EB3-8247-CEF1F97F7546}" type="presParOf" srcId="{979CBE2C-CC18-4824-B330-352E7284A19D}" destId="{DCBC5287-C5C3-44D6-8D37-F23186BDABE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D9440BBE-8043-490B-84FF-C4BA11BB621B}"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F84C4B14-AECB-478C-AB43-9BAC6BA1CE9A}">
      <dgm:prSet/>
      <dgm:spPr/>
      <dgm:t>
        <a:bodyPr/>
        <a:lstStyle/>
        <a:p>
          <a:r>
            <a:rPr lang="en-US"/>
            <a:t>Set up</a:t>
          </a:r>
        </a:p>
      </dgm:t>
    </dgm:pt>
    <dgm:pt modelId="{6F8E1A89-152F-414E-97C8-2FB77538BFB2}" type="parTrans" cxnId="{3F15E401-81CD-45C1-8118-B79B9DEC43F6}">
      <dgm:prSet/>
      <dgm:spPr/>
      <dgm:t>
        <a:bodyPr/>
        <a:lstStyle/>
        <a:p>
          <a:endParaRPr lang="en-US"/>
        </a:p>
      </dgm:t>
    </dgm:pt>
    <dgm:pt modelId="{26784D91-0B8A-4F8E-BF0C-7CC100C089C1}" type="sibTrans" cxnId="{3F15E401-81CD-45C1-8118-B79B9DEC43F6}">
      <dgm:prSet/>
      <dgm:spPr/>
      <dgm:t>
        <a:bodyPr/>
        <a:lstStyle/>
        <a:p>
          <a:endParaRPr lang="en-US"/>
        </a:p>
      </dgm:t>
    </dgm:pt>
    <dgm:pt modelId="{8A35F1ED-DD89-4A16-9E0A-34C90CF18CE0}">
      <dgm:prSet/>
      <dgm:spPr/>
      <dgm:t>
        <a:bodyPr/>
        <a:lstStyle/>
        <a:p>
          <a:r>
            <a:rPr lang="en-US"/>
            <a:t>Set up accounts, access policies, and permissions.</a:t>
          </a:r>
        </a:p>
      </dgm:t>
    </dgm:pt>
    <dgm:pt modelId="{8468BE20-09AA-4A81-896D-DB2B49E49B68}" type="parTrans" cxnId="{FC07292A-DC18-418F-ACD5-F9A5BE777717}">
      <dgm:prSet/>
      <dgm:spPr/>
      <dgm:t>
        <a:bodyPr/>
        <a:lstStyle/>
        <a:p>
          <a:endParaRPr lang="en-US"/>
        </a:p>
      </dgm:t>
    </dgm:pt>
    <dgm:pt modelId="{4490E026-DAE8-4AB7-95D3-A39A6DC3A7AD}" type="sibTrans" cxnId="{FC07292A-DC18-418F-ACD5-F9A5BE777717}">
      <dgm:prSet/>
      <dgm:spPr/>
      <dgm:t>
        <a:bodyPr/>
        <a:lstStyle/>
        <a:p>
          <a:endParaRPr lang="en-US"/>
        </a:p>
      </dgm:t>
    </dgm:pt>
    <dgm:pt modelId="{67D2C8BB-397D-44B6-B894-CE311EADF6B9}">
      <dgm:prSet/>
      <dgm:spPr/>
      <dgm:t>
        <a:bodyPr/>
        <a:lstStyle/>
        <a:p>
          <a:r>
            <a:rPr lang="en-US"/>
            <a:t>Design</a:t>
          </a:r>
        </a:p>
      </dgm:t>
    </dgm:pt>
    <dgm:pt modelId="{903770BA-DE80-402E-8CF6-0914C68736FA}" type="parTrans" cxnId="{0103E8E3-DCC5-4C2E-A075-3AB437B961FF}">
      <dgm:prSet/>
      <dgm:spPr/>
      <dgm:t>
        <a:bodyPr/>
        <a:lstStyle/>
        <a:p>
          <a:endParaRPr lang="en-US"/>
        </a:p>
      </dgm:t>
    </dgm:pt>
    <dgm:pt modelId="{B65D8FFB-98C8-4928-9E69-B19AEA7CB66D}" type="sibTrans" cxnId="{0103E8E3-DCC5-4C2E-A075-3AB437B961FF}">
      <dgm:prSet/>
      <dgm:spPr/>
      <dgm:t>
        <a:bodyPr/>
        <a:lstStyle/>
        <a:p>
          <a:endParaRPr lang="en-US"/>
        </a:p>
      </dgm:t>
    </dgm:pt>
    <dgm:pt modelId="{F397692A-4637-492A-A83A-0F28EDCCD2BA}">
      <dgm:prSet/>
      <dgm:spPr/>
      <dgm:t>
        <a:bodyPr/>
        <a:lstStyle/>
        <a:p>
          <a:r>
            <a:rPr lang="en-US"/>
            <a:t>Design network architecture and storage.</a:t>
          </a:r>
        </a:p>
      </dgm:t>
    </dgm:pt>
    <dgm:pt modelId="{0254C414-5E7E-425F-BA9F-268C91A08AAE}" type="parTrans" cxnId="{173F7494-24D1-405F-88FC-270B20C06B11}">
      <dgm:prSet/>
      <dgm:spPr/>
      <dgm:t>
        <a:bodyPr/>
        <a:lstStyle/>
        <a:p>
          <a:endParaRPr lang="en-US"/>
        </a:p>
      </dgm:t>
    </dgm:pt>
    <dgm:pt modelId="{284DCF0F-1C1E-4B94-9989-207E2410EDAA}" type="sibTrans" cxnId="{173F7494-24D1-405F-88FC-270B20C06B11}">
      <dgm:prSet/>
      <dgm:spPr/>
      <dgm:t>
        <a:bodyPr/>
        <a:lstStyle/>
        <a:p>
          <a:endParaRPr lang="en-US"/>
        </a:p>
      </dgm:t>
    </dgm:pt>
    <dgm:pt modelId="{45FC52EC-9CF1-410F-A977-8D2049686391}">
      <dgm:prSet/>
      <dgm:spPr/>
      <dgm:t>
        <a:bodyPr/>
        <a:lstStyle/>
        <a:p>
          <a:r>
            <a:rPr lang="en-US"/>
            <a:t>Implement</a:t>
          </a:r>
        </a:p>
      </dgm:t>
    </dgm:pt>
    <dgm:pt modelId="{5A19A089-F9AC-4587-A7A7-FA7EF1260869}" type="parTrans" cxnId="{D27366A5-AE98-45AB-8E43-59C7D4F8809A}">
      <dgm:prSet/>
      <dgm:spPr/>
      <dgm:t>
        <a:bodyPr/>
        <a:lstStyle/>
        <a:p>
          <a:endParaRPr lang="en-US"/>
        </a:p>
      </dgm:t>
    </dgm:pt>
    <dgm:pt modelId="{F9001F32-8B3A-4001-99C0-B2B6AC984AF7}" type="sibTrans" cxnId="{D27366A5-AE98-45AB-8E43-59C7D4F8809A}">
      <dgm:prSet/>
      <dgm:spPr/>
      <dgm:t>
        <a:bodyPr/>
        <a:lstStyle/>
        <a:p>
          <a:endParaRPr lang="en-US"/>
        </a:p>
      </dgm:t>
    </dgm:pt>
    <dgm:pt modelId="{54D10DBC-E33B-45FD-BB09-C8654E203BA2}">
      <dgm:prSet/>
      <dgm:spPr/>
      <dgm:t>
        <a:bodyPr/>
        <a:lstStyle/>
        <a:p>
          <a:r>
            <a:rPr lang="en-US"/>
            <a:t>Implement identity and access management (IAM).</a:t>
          </a:r>
        </a:p>
      </dgm:t>
    </dgm:pt>
    <dgm:pt modelId="{C658EBD1-831D-4969-9380-F2E02A3E4C2B}" type="parTrans" cxnId="{D15C351C-6EF4-47EE-8A26-27592BC79046}">
      <dgm:prSet/>
      <dgm:spPr/>
      <dgm:t>
        <a:bodyPr/>
        <a:lstStyle/>
        <a:p>
          <a:endParaRPr lang="en-US"/>
        </a:p>
      </dgm:t>
    </dgm:pt>
    <dgm:pt modelId="{82620D50-0A16-44FA-AD0D-09C382DEC7BA}" type="sibTrans" cxnId="{D15C351C-6EF4-47EE-8A26-27592BC79046}">
      <dgm:prSet/>
      <dgm:spPr/>
      <dgm:t>
        <a:bodyPr/>
        <a:lstStyle/>
        <a:p>
          <a:endParaRPr lang="en-US"/>
        </a:p>
      </dgm:t>
    </dgm:pt>
    <dgm:pt modelId="{92E6939D-F784-AA43-97C2-9E59284DA73E}" type="pres">
      <dgm:prSet presAssocID="{D9440BBE-8043-490B-84FF-C4BA11BB621B}" presName="Name0" presStyleCnt="0">
        <dgm:presLayoutVars>
          <dgm:dir/>
          <dgm:animLvl val="lvl"/>
          <dgm:resizeHandles val="exact"/>
        </dgm:presLayoutVars>
      </dgm:prSet>
      <dgm:spPr/>
    </dgm:pt>
    <dgm:pt modelId="{F38E52CF-2CF0-CC49-B4D9-97CE47F0FB1D}" type="pres">
      <dgm:prSet presAssocID="{F84C4B14-AECB-478C-AB43-9BAC6BA1CE9A}" presName="linNode" presStyleCnt="0"/>
      <dgm:spPr/>
    </dgm:pt>
    <dgm:pt modelId="{AC3B5CE1-B81D-934D-88F6-65C339BB90C4}" type="pres">
      <dgm:prSet presAssocID="{F84C4B14-AECB-478C-AB43-9BAC6BA1CE9A}" presName="parentText" presStyleLbl="node1" presStyleIdx="0" presStyleCnt="3">
        <dgm:presLayoutVars>
          <dgm:chMax val="1"/>
          <dgm:bulletEnabled val="1"/>
        </dgm:presLayoutVars>
      </dgm:prSet>
      <dgm:spPr/>
    </dgm:pt>
    <dgm:pt modelId="{1B767D0A-777E-5147-A663-6CB006F6C338}" type="pres">
      <dgm:prSet presAssocID="{F84C4B14-AECB-478C-AB43-9BAC6BA1CE9A}" presName="descendantText" presStyleLbl="alignAccFollowNode1" presStyleIdx="0" presStyleCnt="3">
        <dgm:presLayoutVars>
          <dgm:bulletEnabled val="1"/>
        </dgm:presLayoutVars>
      </dgm:prSet>
      <dgm:spPr/>
    </dgm:pt>
    <dgm:pt modelId="{6E558EE4-E70C-BD4A-AFF4-C440259CF5E2}" type="pres">
      <dgm:prSet presAssocID="{26784D91-0B8A-4F8E-BF0C-7CC100C089C1}" presName="sp" presStyleCnt="0"/>
      <dgm:spPr/>
    </dgm:pt>
    <dgm:pt modelId="{612194EE-E39D-1F42-A44E-47C9ADE07A8B}" type="pres">
      <dgm:prSet presAssocID="{67D2C8BB-397D-44B6-B894-CE311EADF6B9}" presName="linNode" presStyleCnt="0"/>
      <dgm:spPr/>
    </dgm:pt>
    <dgm:pt modelId="{FD876C6C-D797-AB44-8952-243FD376920D}" type="pres">
      <dgm:prSet presAssocID="{67D2C8BB-397D-44B6-B894-CE311EADF6B9}" presName="parentText" presStyleLbl="node1" presStyleIdx="1" presStyleCnt="3">
        <dgm:presLayoutVars>
          <dgm:chMax val="1"/>
          <dgm:bulletEnabled val="1"/>
        </dgm:presLayoutVars>
      </dgm:prSet>
      <dgm:spPr/>
    </dgm:pt>
    <dgm:pt modelId="{EB8E28B8-40BE-C546-89F0-DFD541AE0C05}" type="pres">
      <dgm:prSet presAssocID="{67D2C8BB-397D-44B6-B894-CE311EADF6B9}" presName="descendantText" presStyleLbl="alignAccFollowNode1" presStyleIdx="1" presStyleCnt="3">
        <dgm:presLayoutVars>
          <dgm:bulletEnabled val="1"/>
        </dgm:presLayoutVars>
      </dgm:prSet>
      <dgm:spPr/>
    </dgm:pt>
    <dgm:pt modelId="{0DCAD194-2D7A-0E41-95F2-0BDF78D8F8F6}" type="pres">
      <dgm:prSet presAssocID="{B65D8FFB-98C8-4928-9E69-B19AEA7CB66D}" presName="sp" presStyleCnt="0"/>
      <dgm:spPr/>
    </dgm:pt>
    <dgm:pt modelId="{0AF7E4C2-7DA1-534D-9E79-AFC26DEBCE22}" type="pres">
      <dgm:prSet presAssocID="{45FC52EC-9CF1-410F-A977-8D2049686391}" presName="linNode" presStyleCnt="0"/>
      <dgm:spPr/>
    </dgm:pt>
    <dgm:pt modelId="{648FE998-7D20-9D48-BF72-1ECFB1FC0179}" type="pres">
      <dgm:prSet presAssocID="{45FC52EC-9CF1-410F-A977-8D2049686391}" presName="parentText" presStyleLbl="node1" presStyleIdx="2" presStyleCnt="3">
        <dgm:presLayoutVars>
          <dgm:chMax val="1"/>
          <dgm:bulletEnabled val="1"/>
        </dgm:presLayoutVars>
      </dgm:prSet>
      <dgm:spPr/>
    </dgm:pt>
    <dgm:pt modelId="{B2F43219-E64A-4141-A2E8-0844E1072172}" type="pres">
      <dgm:prSet presAssocID="{45FC52EC-9CF1-410F-A977-8D2049686391}" presName="descendantText" presStyleLbl="alignAccFollowNode1" presStyleIdx="2" presStyleCnt="3">
        <dgm:presLayoutVars>
          <dgm:bulletEnabled val="1"/>
        </dgm:presLayoutVars>
      </dgm:prSet>
      <dgm:spPr/>
    </dgm:pt>
  </dgm:ptLst>
  <dgm:cxnLst>
    <dgm:cxn modelId="{3F15E401-81CD-45C1-8118-B79B9DEC43F6}" srcId="{D9440BBE-8043-490B-84FF-C4BA11BB621B}" destId="{F84C4B14-AECB-478C-AB43-9BAC6BA1CE9A}" srcOrd="0" destOrd="0" parTransId="{6F8E1A89-152F-414E-97C8-2FB77538BFB2}" sibTransId="{26784D91-0B8A-4F8E-BF0C-7CC100C089C1}"/>
    <dgm:cxn modelId="{6EF1E11A-A8A6-0A40-A97E-161C2C7AF6E1}" type="presOf" srcId="{45FC52EC-9CF1-410F-A977-8D2049686391}" destId="{648FE998-7D20-9D48-BF72-1ECFB1FC0179}" srcOrd="0" destOrd="0" presId="urn:microsoft.com/office/officeart/2005/8/layout/vList5"/>
    <dgm:cxn modelId="{D15C351C-6EF4-47EE-8A26-27592BC79046}" srcId="{45FC52EC-9CF1-410F-A977-8D2049686391}" destId="{54D10DBC-E33B-45FD-BB09-C8654E203BA2}" srcOrd="0" destOrd="0" parTransId="{C658EBD1-831D-4969-9380-F2E02A3E4C2B}" sibTransId="{82620D50-0A16-44FA-AD0D-09C382DEC7BA}"/>
    <dgm:cxn modelId="{FC07292A-DC18-418F-ACD5-F9A5BE777717}" srcId="{F84C4B14-AECB-478C-AB43-9BAC6BA1CE9A}" destId="{8A35F1ED-DD89-4A16-9E0A-34C90CF18CE0}" srcOrd="0" destOrd="0" parTransId="{8468BE20-09AA-4A81-896D-DB2B49E49B68}" sibTransId="{4490E026-DAE8-4AB7-95D3-A39A6DC3A7AD}"/>
    <dgm:cxn modelId="{90F5ED3C-1D2B-DE41-9F52-4266FC93F687}" type="presOf" srcId="{8A35F1ED-DD89-4A16-9E0A-34C90CF18CE0}" destId="{1B767D0A-777E-5147-A663-6CB006F6C338}" srcOrd="0" destOrd="0" presId="urn:microsoft.com/office/officeart/2005/8/layout/vList5"/>
    <dgm:cxn modelId="{92B26359-DC68-E342-91E7-9EA5A9699AC3}" type="presOf" srcId="{54D10DBC-E33B-45FD-BB09-C8654E203BA2}" destId="{B2F43219-E64A-4141-A2E8-0844E1072172}" srcOrd="0" destOrd="0" presId="urn:microsoft.com/office/officeart/2005/8/layout/vList5"/>
    <dgm:cxn modelId="{173F7494-24D1-405F-88FC-270B20C06B11}" srcId="{67D2C8BB-397D-44B6-B894-CE311EADF6B9}" destId="{F397692A-4637-492A-A83A-0F28EDCCD2BA}" srcOrd="0" destOrd="0" parTransId="{0254C414-5E7E-425F-BA9F-268C91A08AAE}" sibTransId="{284DCF0F-1C1E-4B94-9989-207E2410EDAA}"/>
    <dgm:cxn modelId="{4C339494-4A75-4D40-AA80-A65BAA1D42C0}" type="presOf" srcId="{D9440BBE-8043-490B-84FF-C4BA11BB621B}" destId="{92E6939D-F784-AA43-97C2-9E59284DA73E}" srcOrd="0" destOrd="0" presId="urn:microsoft.com/office/officeart/2005/8/layout/vList5"/>
    <dgm:cxn modelId="{D27366A5-AE98-45AB-8E43-59C7D4F8809A}" srcId="{D9440BBE-8043-490B-84FF-C4BA11BB621B}" destId="{45FC52EC-9CF1-410F-A977-8D2049686391}" srcOrd="2" destOrd="0" parTransId="{5A19A089-F9AC-4587-A7A7-FA7EF1260869}" sibTransId="{F9001F32-8B3A-4001-99C0-B2B6AC984AF7}"/>
    <dgm:cxn modelId="{A8A498B2-C5A4-0D46-A27F-0672F9346287}" type="presOf" srcId="{F84C4B14-AECB-478C-AB43-9BAC6BA1CE9A}" destId="{AC3B5CE1-B81D-934D-88F6-65C339BB90C4}" srcOrd="0" destOrd="0" presId="urn:microsoft.com/office/officeart/2005/8/layout/vList5"/>
    <dgm:cxn modelId="{B0AD15DE-7A2E-DF44-8603-21180E8F6332}" type="presOf" srcId="{67D2C8BB-397D-44B6-B894-CE311EADF6B9}" destId="{FD876C6C-D797-AB44-8952-243FD376920D}" srcOrd="0" destOrd="0" presId="urn:microsoft.com/office/officeart/2005/8/layout/vList5"/>
    <dgm:cxn modelId="{E41D23DE-8E9D-C04E-91B7-3F1FCB05EABB}" type="presOf" srcId="{F397692A-4637-492A-A83A-0F28EDCCD2BA}" destId="{EB8E28B8-40BE-C546-89F0-DFD541AE0C05}" srcOrd="0" destOrd="0" presId="urn:microsoft.com/office/officeart/2005/8/layout/vList5"/>
    <dgm:cxn modelId="{0103E8E3-DCC5-4C2E-A075-3AB437B961FF}" srcId="{D9440BBE-8043-490B-84FF-C4BA11BB621B}" destId="{67D2C8BB-397D-44B6-B894-CE311EADF6B9}" srcOrd="1" destOrd="0" parTransId="{903770BA-DE80-402E-8CF6-0914C68736FA}" sibTransId="{B65D8FFB-98C8-4928-9E69-B19AEA7CB66D}"/>
    <dgm:cxn modelId="{BBBF8279-3D4A-E84F-BEAC-450B431F4ADD}" type="presParOf" srcId="{92E6939D-F784-AA43-97C2-9E59284DA73E}" destId="{F38E52CF-2CF0-CC49-B4D9-97CE47F0FB1D}" srcOrd="0" destOrd="0" presId="urn:microsoft.com/office/officeart/2005/8/layout/vList5"/>
    <dgm:cxn modelId="{245FA2F8-F23D-C645-A4FF-B477AF35CC4E}" type="presParOf" srcId="{F38E52CF-2CF0-CC49-B4D9-97CE47F0FB1D}" destId="{AC3B5CE1-B81D-934D-88F6-65C339BB90C4}" srcOrd="0" destOrd="0" presId="urn:microsoft.com/office/officeart/2005/8/layout/vList5"/>
    <dgm:cxn modelId="{4EC363C3-C964-CC44-BDBF-B460C52C76F3}" type="presParOf" srcId="{F38E52CF-2CF0-CC49-B4D9-97CE47F0FB1D}" destId="{1B767D0A-777E-5147-A663-6CB006F6C338}" srcOrd="1" destOrd="0" presId="urn:microsoft.com/office/officeart/2005/8/layout/vList5"/>
    <dgm:cxn modelId="{FE00B702-3AD6-5D44-979A-C802050B4D75}" type="presParOf" srcId="{92E6939D-F784-AA43-97C2-9E59284DA73E}" destId="{6E558EE4-E70C-BD4A-AFF4-C440259CF5E2}" srcOrd="1" destOrd="0" presId="urn:microsoft.com/office/officeart/2005/8/layout/vList5"/>
    <dgm:cxn modelId="{AD1980F5-1FF4-D849-B105-CEE53A224CA2}" type="presParOf" srcId="{92E6939D-F784-AA43-97C2-9E59284DA73E}" destId="{612194EE-E39D-1F42-A44E-47C9ADE07A8B}" srcOrd="2" destOrd="0" presId="urn:microsoft.com/office/officeart/2005/8/layout/vList5"/>
    <dgm:cxn modelId="{DC0E5F58-262E-9540-9ABA-0892CBEAE9C0}" type="presParOf" srcId="{612194EE-E39D-1F42-A44E-47C9ADE07A8B}" destId="{FD876C6C-D797-AB44-8952-243FD376920D}" srcOrd="0" destOrd="0" presId="urn:microsoft.com/office/officeart/2005/8/layout/vList5"/>
    <dgm:cxn modelId="{2EE9C23B-D5B3-7C49-9723-99B37689606A}" type="presParOf" srcId="{612194EE-E39D-1F42-A44E-47C9ADE07A8B}" destId="{EB8E28B8-40BE-C546-89F0-DFD541AE0C05}" srcOrd="1" destOrd="0" presId="urn:microsoft.com/office/officeart/2005/8/layout/vList5"/>
    <dgm:cxn modelId="{0D3FEB8F-C3B1-B144-A8A5-7961924A1842}" type="presParOf" srcId="{92E6939D-F784-AA43-97C2-9E59284DA73E}" destId="{0DCAD194-2D7A-0E41-95F2-0BDF78D8F8F6}" srcOrd="3" destOrd="0" presId="urn:microsoft.com/office/officeart/2005/8/layout/vList5"/>
    <dgm:cxn modelId="{1B3DBAC3-96A4-6843-BC99-53D63041EF9B}" type="presParOf" srcId="{92E6939D-F784-AA43-97C2-9E59284DA73E}" destId="{0AF7E4C2-7DA1-534D-9E79-AFC26DEBCE22}" srcOrd="4" destOrd="0" presId="urn:microsoft.com/office/officeart/2005/8/layout/vList5"/>
    <dgm:cxn modelId="{986CE2F1-2A42-D344-8332-F3EA15324FAD}" type="presParOf" srcId="{0AF7E4C2-7DA1-534D-9E79-AFC26DEBCE22}" destId="{648FE998-7D20-9D48-BF72-1ECFB1FC0179}" srcOrd="0" destOrd="0" presId="urn:microsoft.com/office/officeart/2005/8/layout/vList5"/>
    <dgm:cxn modelId="{D64C3D27-38D2-9643-BAF3-7A1947272CBB}" type="presParOf" srcId="{0AF7E4C2-7DA1-534D-9E79-AFC26DEBCE22}" destId="{B2F43219-E64A-4141-A2E8-0844E107217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8180025C-53C3-4F48-A7C5-C87966E446C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77C704-1255-4C5F-9018-08AC9323736E}">
      <dgm:prSet/>
      <dgm:spPr/>
      <dgm:t>
        <a:bodyPr/>
        <a:lstStyle/>
        <a:p>
          <a:pPr>
            <a:lnSpc>
              <a:spcPct val="100000"/>
            </a:lnSpc>
          </a:pPr>
          <a:r>
            <a:rPr lang="en-MY"/>
            <a:t>Begin with low-risk applications as a pilot.</a:t>
          </a:r>
          <a:endParaRPr lang="en-US"/>
        </a:p>
      </dgm:t>
    </dgm:pt>
    <dgm:pt modelId="{5BD52257-D400-463F-9BF8-0344AC9ECA51}" type="parTrans" cxnId="{736CFFDD-90B4-479C-84BC-989B15FC7EB8}">
      <dgm:prSet/>
      <dgm:spPr/>
      <dgm:t>
        <a:bodyPr/>
        <a:lstStyle/>
        <a:p>
          <a:endParaRPr lang="en-US"/>
        </a:p>
      </dgm:t>
    </dgm:pt>
    <dgm:pt modelId="{CADA88AD-4781-409C-B056-905C737C92C6}" type="sibTrans" cxnId="{736CFFDD-90B4-479C-84BC-989B15FC7EB8}">
      <dgm:prSet/>
      <dgm:spPr/>
      <dgm:t>
        <a:bodyPr/>
        <a:lstStyle/>
        <a:p>
          <a:endParaRPr lang="en-US"/>
        </a:p>
      </dgm:t>
    </dgm:pt>
    <dgm:pt modelId="{B5C50AA0-A3CB-4B62-B852-7B42B28E8D0C}">
      <dgm:prSet/>
      <dgm:spPr/>
      <dgm:t>
        <a:bodyPr/>
        <a:lstStyle/>
        <a:p>
          <a:pPr>
            <a:lnSpc>
              <a:spcPct val="100000"/>
            </a:lnSpc>
          </a:pPr>
          <a:r>
            <a:rPr lang="en-MY"/>
            <a:t>Execute the migration using tools and automation.</a:t>
          </a:r>
          <a:endParaRPr lang="en-US"/>
        </a:p>
      </dgm:t>
    </dgm:pt>
    <dgm:pt modelId="{1552EAAE-69D5-4906-B0F9-9804133B570E}" type="parTrans" cxnId="{ABDEAC68-6F8A-40AA-BFA6-02F4FB3A46D1}">
      <dgm:prSet/>
      <dgm:spPr/>
      <dgm:t>
        <a:bodyPr/>
        <a:lstStyle/>
        <a:p>
          <a:endParaRPr lang="en-US"/>
        </a:p>
      </dgm:t>
    </dgm:pt>
    <dgm:pt modelId="{B88B0EFE-0864-44DE-8D7F-99822F3EAC74}" type="sibTrans" cxnId="{ABDEAC68-6F8A-40AA-BFA6-02F4FB3A46D1}">
      <dgm:prSet/>
      <dgm:spPr/>
      <dgm:t>
        <a:bodyPr/>
        <a:lstStyle/>
        <a:p>
          <a:endParaRPr lang="en-US"/>
        </a:p>
      </dgm:t>
    </dgm:pt>
    <dgm:pt modelId="{D04DEB7B-6B16-46B8-A1CD-8ABF1CC9FA70}">
      <dgm:prSet/>
      <dgm:spPr/>
      <dgm:t>
        <a:bodyPr/>
        <a:lstStyle/>
        <a:p>
          <a:pPr>
            <a:lnSpc>
              <a:spcPct val="100000"/>
            </a:lnSpc>
          </a:pPr>
          <a:r>
            <a:rPr lang="en-MY"/>
            <a:t>Validate the system functionality through rigorous testing.</a:t>
          </a:r>
          <a:endParaRPr lang="en-US"/>
        </a:p>
      </dgm:t>
    </dgm:pt>
    <dgm:pt modelId="{08F0B663-BFDB-4370-8A98-3DDE7F24FA1D}" type="parTrans" cxnId="{A804FDC8-8CF7-4DB4-8FC7-5313CF76159B}">
      <dgm:prSet/>
      <dgm:spPr/>
      <dgm:t>
        <a:bodyPr/>
        <a:lstStyle/>
        <a:p>
          <a:endParaRPr lang="en-US"/>
        </a:p>
      </dgm:t>
    </dgm:pt>
    <dgm:pt modelId="{1F228659-D934-4948-808A-945F0DDB4F2F}" type="sibTrans" cxnId="{A804FDC8-8CF7-4DB4-8FC7-5313CF76159B}">
      <dgm:prSet/>
      <dgm:spPr/>
      <dgm:t>
        <a:bodyPr/>
        <a:lstStyle/>
        <a:p>
          <a:endParaRPr lang="en-US"/>
        </a:p>
      </dgm:t>
    </dgm:pt>
    <dgm:pt modelId="{183A2F54-0875-42F7-9B28-78566CCB275C}" type="pres">
      <dgm:prSet presAssocID="{8180025C-53C3-4F48-A7C5-C87966E446C4}" presName="root" presStyleCnt="0">
        <dgm:presLayoutVars>
          <dgm:dir/>
          <dgm:resizeHandles val="exact"/>
        </dgm:presLayoutVars>
      </dgm:prSet>
      <dgm:spPr/>
    </dgm:pt>
    <dgm:pt modelId="{B923C05E-3FAB-4F30-9A9A-D19E5233090E}" type="pres">
      <dgm:prSet presAssocID="{8277C704-1255-4C5F-9018-08AC9323736E}" presName="compNode" presStyleCnt="0"/>
      <dgm:spPr/>
    </dgm:pt>
    <dgm:pt modelId="{EB754C95-5D56-40CB-811A-1ECB79C62F98}" type="pres">
      <dgm:prSet presAssocID="{8277C704-1255-4C5F-9018-08AC9323736E}" presName="bgRect" presStyleLbl="bgShp" presStyleIdx="0" presStyleCnt="3"/>
      <dgm:spPr/>
    </dgm:pt>
    <dgm:pt modelId="{21BF260E-885A-43AC-B4FB-180D80420AE8}" type="pres">
      <dgm:prSet presAssocID="{8277C704-1255-4C5F-9018-08AC932373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t Air Balloon"/>
        </a:ext>
      </dgm:extLst>
    </dgm:pt>
    <dgm:pt modelId="{B350D81C-7570-4E9A-B2D6-74D1451CBC6B}" type="pres">
      <dgm:prSet presAssocID="{8277C704-1255-4C5F-9018-08AC9323736E}" presName="spaceRect" presStyleCnt="0"/>
      <dgm:spPr/>
    </dgm:pt>
    <dgm:pt modelId="{D722904E-5A7B-4825-B05F-CC367B0B342A}" type="pres">
      <dgm:prSet presAssocID="{8277C704-1255-4C5F-9018-08AC9323736E}" presName="parTx" presStyleLbl="revTx" presStyleIdx="0" presStyleCnt="3">
        <dgm:presLayoutVars>
          <dgm:chMax val="0"/>
          <dgm:chPref val="0"/>
        </dgm:presLayoutVars>
      </dgm:prSet>
      <dgm:spPr/>
    </dgm:pt>
    <dgm:pt modelId="{3ACCF1E8-C941-41D0-81CB-E4799C294FB4}" type="pres">
      <dgm:prSet presAssocID="{CADA88AD-4781-409C-B056-905C737C92C6}" presName="sibTrans" presStyleCnt="0"/>
      <dgm:spPr/>
    </dgm:pt>
    <dgm:pt modelId="{406DD41C-4792-42DE-91E6-C5672AC324F9}" type="pres">
      <dgm:prSet presAssocID="{B5C50AA0-A3CB-4B62-B852-7B42B28E8D0C}" presName="compNode" presStyleCnt="0"/>
      <dgm:spPr/>
    </dgm:pt>
    <dgm:pt modelId="{A2CC341B-5297-470B-9360-67E0A753BB9C}" type="pres">
      <dgm:prSet presAssocID="{B5C50AA0-A3CB-4B62-B852-7B42B28E8D0C}" presName="bgRect" presStyleLbl="bgShp" presStyleIdx="1" presStyleCnt="3"/>
      <dgm:spPr/>
    </dgm:pt>
    <dgm:pt modelId="{0B278C54-0F8C-410A-BA2C-D2F3258B84BF}" type="pres">
      <dgm:prSet presAssocID="{B5C50AA0-A3CB-4B62-B852-7B42B28E8D0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72E2E1DD-137E-4AC0-8A01-E57F0CBEC969}" type="pres">
      <dgm:prSet presAssocID="{B5C50AA0-A3CB-4B62-B852-7B42B28E8D0C}" presName="spaceRect" presStyleCnt="0"/>
      <dgm:spPr/>
    </dgm:pt>
    <dgm:pt modelId="{163ADD7D-5864-4647-A153-CA4AD0C52B38}" type="pres">
      <dgm:prSet presAssocID="{B5C50AA0-A3CB-4B62-B852-7B42B28E8D0C}" presName="parTx" presStyleLbl="revTx" presStyleIdx="1" presStyleCnt="3">
        <dgm:presLayoutVars>
          <dgm:chMax val="0"/>
          <dgm:chPref val="0"/>
        </dgm:presLayoutVars>
      </dgm:prSet>
      <dgm:spPr/>
    </dgm:pt>
    <dgm:pt modelId="{EE230207-C9FB-487A-B424-6B3E7C70460A}" type="pres">
      <dgm:prSet presAssocID="{B88B0EFE-0864-44DE-8D7F-99822F3EAC74}" presName="sibTrans" presStyleCnt="0"/>
      <dgm:spPr/>
    </dgm:pt>
    <dgm:pt modelId="{1F5165CF-1998-4417-AFA3-A1584DE8793B}" type="pres">
      <dgm:prSet presAssocID="{D04DEB7B-6B16-46B8-A1CD-8ABF1CC9FA70}" presName="compNode" presStyleCnt="0"/>
      <dgm:spPr/>
    </dgm:pt>
    <dgm:pt modelId="{011DEB52-A68A-4147-B6DE-E9391632C844}" type="pres">
      <dgm:prSet presAssocID="{D04DEB7B-6B16-46B8-A1CD-8ABF1CC9FA70}" presName="bgRect" presStyleLbl="bgShp" presStyleIdx="2" presStyleCnt="3"/>
      <dgm:spPr/>
    </dgm:pt>
    <dgm:pt modelId="{33675F7A-D01E-4920-A8FB-6FE3A5544605}" type="pres">
      <dgm:prSet presAssocID="{D04DEB7B-6B16-46B8-A1CD-8ABF1CC9FA7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st tubes"/>
        </a:ext>
      </dgm:extLst>
    </dgm:pt>
    <dgm:pt modelId="{497B8CC1-1BED-48AA-B025-3A4D85A49B7A}" type="pres">
      <dgm:prSet presAssocID="{D04DEB7B-6B16-46B8-A1CD-8ABF1CC9FA70}" presName="spaceRect" presStyleCnt="0"/>
      <dgm:spPr/>
    </dgm:pt>
    <dgm:pt modelId="{68A1B62B-B154-4C23-A5E9-A11CCA0B4A13}" type="pres">
      <dgm:prSet presAssocID="{D04DEB7B-6B16-46B8-A1CD-8ABF1CC9FA70}" presName="parTx" presStyleLbl="revTx" presStyleIdx="2" presStyleCnt="3">
        <dgm:presLayoutVars>
          <dgm:chMax val="0"/>
          <dgm:chPref val="0"/>
        </dgm:presLayoutVars>
      </dgm:prSet>
      <dgm:spPr/>
    </dgm:pt>
  </dgm:ptLst>
  <dgm:cxnLst>
    <dgm:cxn modelId="{7497C447-3ECC-9345-AEC3-7601C6FA500D}" type="presOf" srcId="{8180025C-53C3-4F48-A7C5-C87966E446C4}" destId="{183A2F54-0875-42F7-9B28-78566CCB275C}" srcOrd="0" destOrd="0" presId="urn:microsoft.com/office/officeart/2018/2/layout/IconVerticalSolidList"/>
    <dgm:cxn modelId="{ABDEAC68-6F8A-40AA-BFA6-02F4FB3A46D1}" srcId="{8180025C-53C3-4F48-A7C5-C87966E446C4}" destId="{B5C50AA0-A3CB-4B62-B852-7B42B28E8D0C}" srcOrd="1" destOrd="0" parTransId="{1552EAAE-69D5-4906-B0F9-9804133B570E}" sibTransId="{B88B0EFE-0864-44DE-8D7F-99822F3EAC74}"/>
    <dgm:cxn modelId="{A804FDC8-8CF7-4DB4-8FC7-5313CF76159B}" srcId="{8180025C-53C3-4F48-A7C5-C87966E446C4}" destId="{D04DEB7B-6B16-46B8-A1CD-8ABF1CC9FA70}" srcOrd="2" destOrd="0" parTransId="{08F0B663-BFDB-4370-8A98-3DDE7F24FA1D}" sibTransId="{1F228659-D934-4948-808A-945F0DDB4F2F}"/>
    <dgm:cxn modelId="{1E3952D2-CF9E-554F-9D50-F6ED2B4E0B39}" type="presOf" srcId="{B5C50AA0-A3CB-4B62-B852-7B42B28E8D0C}" destId="{163ADD7D-5864-4647-A153-CA4AD0C52B38}" srcOrd="0" destOrd="0" presId="urn:microsoft.com/office/officeart/2018/2/layout/IconVerticalSolidList"/>
    <dgm:cxn modelId="{736CFFDD-90B4-479C-84BC-989B15FC7EB8}" srcId="{8180025C-53C3-4F48-A7C5-C87966E446C4}" destId="{8277C704-1255-4C5F-9018-08AC9323736E}" srcOrd="0" destOrd="0" parTransId="{5BD52257-D400-463F-9BF8-0344AC9ECA51}" sibTransId="{CADA88AD-4781-409C-B056-905C737C92C6}"/>
    <dgm:cxn modelId="{3049AFE5-3844-DC48-8E2E-AA2864306C80}" type="presOf" srcId="{8277C704-1255-4C5F-9018-08AC9323736E}" destId="{D722904E-5A7B-4825-B05F-CC367B0B342A}" srcOrd="0" destOrd="0" presId="urn:microsoft.com/office/officeart/2018/2/layout/IconVerticalSolidList"/>
    <dgm:cxn modelId="{B5FFCDFA-2560-0C48-8EE7-16F92B8E4829}" type="presOf" srcId="{D04DEB7B-6B16-46B8-A1CD-8ABF1CC9FA70}" destId="{68A1B62B-B154-4C23-A5E9-A11CCA0B4A13}" srcOrd="0" destOrd="0" presId="urn:microsoft.com/office/officeart/2018/2/layout/IconVerticalSolidList"/>
    <dgm:cxn modelId="{309A2435-2DD9-8F46-B404-7CD544B3A665}" type="presParOf" srcId="{183A2F54-0875-42F7-9B28-78566CCB275C}" destId="{B923C05E-3FAB-4F30-9A9A-D19E5233090E}" srcOrd="0" destOrd="0" presId="urn:microsoft.com/office/officeart/2018/2/layout/IconVerticalSolidList"/>
    <dgm:cxn modelId="{17629AB1-F5E9-724A-A190-F8A301D4CBE9}" type="presParOf" srcId="{B923C05E-3FAB-4F30-9A9A-D19E5233090E}" destId="{EB754C95-5D56-40CB-811A-1ECB79C62F98}" srcOrd="0" destOrd="0" presId="urn:microsoft.com/office/officeart/2018/2/layout/IconVerticalSolidList"/>
    <dgm:cxn modelId="{5FF899C7-EF79-4A43-8E9F-7D5868D844AB}" type="presParOf" srcId="{B923C05E-3FAB-4F30-9A9A-D19E5233090E}" destId="{21BF260E-885A-43AC-B4FB-180D80420AE8}" srcOrd="1" destOrd="0" presId="urn:microsoft.com/office/officeart/2018/2/layout/IconVerticalSolidList"/>
    <dgm:cxn modelId="{138C5BBF-B785-E948-900D-6F195CD01A4C}" type="presParOf" srcId="{B923C05E-3FAB-4F30-9A9A-D19E5233090E}" destId="{B350D81C-7570-4E9A-B2D6-74D1451CBC6B}" srcOrd="2" destOrd="0" presId="urn:microsoft.com/office/officeart/2018/2/layout/IconVerticalSolidList"/>
    <dgm:cxn modelId="{0F0ECF7E-611B-EB45-9C5E-DB24CDB96282}" type="presParOf" srcId="{B923C05E-3FAB-4F30-9A9A-D19E5233090E}" destId="{D722904E-5A7B-4825-B05F-CC367B0B342A}" srcOrd="3" destOrd="0" presId="urn:microsoft.com/office/officeart/2018/2/layout/IconVerticalSolidList"/>
    <dgm:cxn modelId="{68421ABD-3499-E142-816D-243EC310713A}" type="presParOf" srcId="{183A2F54-0875-42F7-9B28-78566CCB275C}" destId="{3ACCF1E8-C941-41D0-81CB-E4799C294FB4}" srcOrd="1" destOrd="0" presId="urn:microsoft.com/office/officeart/2018/2/layout/IconVerticalSolidList"/>
    <dgm:cxn modelId="{FB6BB801-FA58-A547-8F9E-99956B52A536}" type="presParOf" srcId="{183A2F54-0875-42F7-9B28-78566CCB275C}" destId="{406DD41C-4792-42DE-91E6-C5672AC324F9}" srcOrd="2" destOrd="0" presId="urn:microsoft.com/office/officeart/2018/2/layout/IconVerticalSolidList"/>
    <dgm:cxn modelId="{8C2EA049-D1A0-5240-9BD1-DE91CF09153F}" type="presParOf" srcId="{406DD41C-4792-42DE-91E6-C5672AC324F9}" destId="{A2CC341B-5297-470B-9360-67E0A753BB9C}" srcOrd="0" destOrd="0" presId="urn:microsoft.com/office/officeart/2018/2/layout/IconVerticalSolidList"/>
    <dgm:cxn modelId="{14402067-F1B2-064E-B0F6-C15ED0051F5B}" type="presParOf" srcId="{406DD41C-4792-42DE-91E6-C5672AC324F9}" destId="{0B278C54-0F8C-410A-BA2C-D2F3258B84BF}" srcOrd="1" destOrd="0" presId="urn:microsoft.com/office/officeart/2018/2/layout/IconVerticalSolidList"/>
    <dgm:cxn modelId="{0C6A2CA0-8F2B-5845-8CC0-B636440B9223}" type="presParOf" srcId="{406DD41C-4792-42DE-91E6-C5672AC324F9}" destId="{72E2E1DD-137E-4AC0-8A01-E57F0CBEC969}" srcOrd="2" destOrd="0" presId="urn:microsoft.com/office/officeart/2018/2/layout/IconVerticalSolidList"/>
    <dgm:cxn modelId="{70AC9B0B-6B90-EC48-B5DC-39B93C717D93}" type="presParOf" srcId="{406DD41C-4792-42DE-91E6-C5672AC324F9}" destId="{163ADD7D-5864-4647-A153-CA4AD0C52B38}" srcOrd="3" destOrd="0" presId="urn:microsoft.com/office/officeart/2018/2/layout/IconVerticalSolidList"/>
    <dgm:cxn modelId="{B6F8FC34-10C5-864C-A7D9-4A637B41ACAE}" type="presParOf" srcId="{183A2F54-0875-42F7-9B28-78566CCB275C}" destId="{EE230207-C9FB-487A-B424-6B3E7C70460A}" srcOrd="3" destOrd="0" presId="urn:microsoft.com/office/officeart/2018/2/layout/IconVerticalSolidList"/>
    <dgm:cxn modelId="{83FC3C8F-74C6-DF44-9521-1EB98D773958}" type="presParOf" srcId="{183A2F54-0875-42F7-9B28-78566CCB275C}" destId="{1F5165CF-1998-4417-AFA3-A1584DE8793B}" srcOrd="4" destOrd="0" presId="urn:microsoft.com/office/officeart/2018/2/layout/IconVerticalSolidList"/>
    <dgm:cxn modelId="{8AEDBA63-D015-DB4B-9649-F3F46E8DFACB}" type="presParOf" srcId="{1F5165CF-1998-4417-AFA3-A1584DE8793B}" destId="{011DEB52-A68A-4147-B6DE-E9391632C844}" srcOrd="0" destOrd="0" presId="urn:microsoft.com/office/officeart/2018/2/layout/IconVerticalSolidList"/>
    <dgm:cxn modelId="{2A0CDB8A-45D7-F442-9840-09212F0A3B47}" type="presParOf" srcId="{1F5165CF-1998-4417-AFA3-A1584DE8793B}" destId="{33675F7A-D01E-4920-A8FB-6FE3A5544605}" srcOrd="1" destOrd="0" presId="urn:microsoft.com/office/officeart/2018/2/layout/IconVerticalSolidList"/>
    <dgm:cxn modelId="{B235FB46-3746-404B-B350-0050830C0F8E}" type="presParOf" srcId="{1F5165CF-1998-4417-AFA3-A1584DE8793B}" destId="{497B8CC1-1BED-48AA-B025-3A4D85A49B7A}" srcOrd="2" destOrd="0" presId="urn:microsoft.com/office/officeart/2018/2/layout/IconVerticalSolidList"/>
    <dgm:cxn modelId="{DF305F7C-F550-EB44-BCA2-E5139FEF518D}" type="presParOf" srcId="{1F5165CF-1998-4417-AFA3-A1584DE8793B}" destId="{68A1B62B-B154-4C23-A5E9-A11CCA0B4A1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BC78B0B0-8A5F-418F-BF04-623BC800897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4432370-69EA-451B-AEA3-FFE01C873540}">
      <dgm:prSet/>
      <dgm:spPr/>
      <dgm:t>
        <a:bodyPr/>
        <a:lstStyle/>
        <a:p>
          <a:r>
            <a:rPr lang="en-MY"/>
            <a:t>Monitor usage, performance, and security.</a:t>
          </a:r>
          <a:endParaRPr lang="en-US"/>
        </a:p>
      </dgm:t>
    </dgm:pt>
    <dgm:pt modelId="{51143D10-AC70-494D-86AA-34C1D97841F9}" type="parTrans" cxnId="{0471312C-4DCD-49E1-992C-99B3CC76C29F}">
      <dgm:prSet/>
      <dgm:spPr/>
      <dgm:t>
        <a:bodyPr/>
        <a:lstStyle/>
        <a:p>
          <a:endParaRPr lang="en-US"/>
        </a:p>
      </dgm:t>
    </dgm:pt>
    <dgm:pt modelId="{5C2978A2-D568-4F6A-8E5E-321BD70B77D8}" type="sibTrans" cxnId="{0471312C-4DCD-49E1-992C-99B3CC76C29F}">
      <dgm:prSet/>
      <dgm:spPr/>
      <dgm:t>
        <a:bodyPr/>
        <a:lstStyle/>
        <a:p>
          <a:endParaRPr lang="en-US"/>
        </a:p>
      </dgm:t>
    </dgm:pt>
    <dgm:pt modelId="{08AC0E49-B40E-417B-AAAC-F9EE24B922DC}">
      <dgm:prSet/>
      <dgm:spPr/>
      <dgm:t>
        <a:bodyPr/>
        <a:lstStyle/>
        <a:p>
          <a:r>
            <a:rPr lang="en-MY"/>
            <a:t>Tune systems for cost and performance efficiency.</a:t>
          </a:r>
          <a:endParaRPr lang="en-US"/>
        </a:p>
      </dgm:t>
    </dgm:pt>
    <dgm:pt modelId="{33CA5EBA-9FF2-4C7D-B192-FDFADC3BFBA6}" type="parTrans" cxnId="{A5D1C013-E194-4FBC-B57C-452FB48D943C}">
      <dgm:prSet/>
      <dgm:spPr/>
      <dgm:t>
        <a:bodyPr/>
        <a:lstStyle/>
        <a:p>
          <a:endParaRPr lang="en-US"/>
        </a:p>
      </dgm:t>
    </dgm:pt>
    <dgm:pt modelId="{7CC2B212-3A0A-4449-B22A-8AB890B76425}" type="sibTrans" cxnId="{A5D1C013-E194-4FBC-B57C-452FB48D943C}">
      <dgm:prSet/>
      <dgm:spPr/>
      <dgm:t>
        <a:bodyPr/>
        <a:lstStyle/>
        <a:p>
          <a:endParaRPr lang="en-US"/>
        </a:p>
      </dgm:t>
    </dgm:pt>
    <dgm:pt modelId="{8F283B10-A763-46AD-A2FB-68174E79E538}">
      <dgm:prSet/>
      <dgm:spPr/>
      <dgm:t>
        <a:bodyPr/>
        <a:lstStyle/>
        <a:p>
          <a:r>
            <a:rPr lang="en-MY"/>
            <a:t>Implement alerts and analytics dashboards.</a:t>
          </a:r>
          <a:endParaRPr lang="en-US"/>
        </a:p>
      </dgm:t>
    </dgm:pt>
    <dgm:pt modelId="{05B5BC78-F010-4AFA-B68F-65738F9B9408}" type="parTrans" cxnId="{8EC8252A-64F5-448A-90BE-5819E02DF8C2}">
      <dgm:prSet/>
      <dgm:spPr/>
      <dgm:t>
        <a:bodyPr/>
        <a:lstStyle/>
        <a:p>
          <a:endParaRPr lang="en-US"/>
        </a:p>
      </dgm:t>
    </dgm:pt>
    <dgm:pt modelId="{1EDB067B-BD57-4ADA-87DB-9EF9C6A8BC7A}" type="sibTrans" cxnId="{8EC8252A-64F5-448A-90BE-5819E02DF8C2}">
      <dgm:prSet/>
      <dgm:spPr/>
      <dgm:t>
        <a:bodyPr/>
        <a:lstStyle/>
        <a:p>
          <a:endParaRPr lang="en-US"/>
        </a:p>
      </dgm:t>
    </dgm:pt>
    <dgm:pt modelId="{862A6DBF-F549-473B-A9E5-E3C61385CEF9}" type="pres">
      <dgm:prSet presAssocID="{BC78B0B0-8A5F-418F-BF04-623BC8008974}" presName="root" presStyleCnt="0">
        <dgm:presLayoutVars>
          <dgm:dir/>
          <dgm:resizeHandles val="exact"/>
        </dgm:presLayoutVars>
      </dgm:prSet>
      <dgm:spPr/>
    </dgm:pt>
    <dgm:pt modelId="{A436E4DD-4CE0-4AAC-A454-A608C8AF9884}" type="pres">
      <dgm:prSet presAssocID="{14432370-69EA-451B-AEA3-FFE01C873540}" presName="compNode" presStyleCnt="0"/>
      <dgm:spPr/>
    </dgm:pt>
    <dgm:pt modelId="{383D735D-923A-4805-9F69-3D996D03ED38}" type="pres">
      <dgm:prSet presAssocID="{14432370-69EA-451B-AEA3-FFE01C873540}" presName="bgRect" presStyleLbl="bgShp" presStyleIdx="0" presStyleCnt="3"/>
      <dgm:spPr/>
    </dgm:pt>
    <dgm:pt modelId="{2DE6B1BC-2DC6-464B-86FD-8355EC735293}" type="pres">
      <dgm:prSet presAssocID="{14432370-69EA-451B-AEA3-FFE01C87354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levision"/>
        </a:ext>
      </dgm:extLst>
    </dgm:pt>
    <dgm:pt modelId="{CEFB2DD5-313F-4F8B-BF8B-164676F15FA7}" type="pres">
      <dgm:prSet presAssocID="{14432370-69EA-451B-AEA3-FFE01C873540}" presName="spaceRect" presStyleCnt="0"/>
      <dgm:spPr/>
    </dgm:pt>
    <dgm:pt modelId="{EC89BCFD-4397-4063-A5C2-EFB4D3DE3E71}" type="pres">
      <dgm:prSet presAssocID="{14432370-69EA-451B-AEA3-FFE01C873540}" presName="parTx" presStyleLbl="revTx" presStyleIdx="0" presStyleCnt="3">
        <dgm:presLayoutVars>
          <dgm:chMax val="0"/>
          <dgm:chPref val="0"/>
        </dgm:presLayoutVars>
      </dgm:prSet>
      <dgm:spPr/>
    </dgm:pt>
    <dgm:pt modelId="{A798D4EE-6250-495C-B017-B72F6967E2F2}" type="pres">
      <dgm:prSet presAssocID="{5C2978A2-D568-4F6A-8E5E-321BD70B77D8}" presName="sibTrans" presStyleCnt="0"/>
      <dgm:spPr/>
    </dgm:pt>
    <dgm:pt modelId="{D85870AB-2642-456E-94AD-13F74EC95F97}" type="pres">
      <dgm:prSet presAssocID="{08AC0E49-B40E-417B-AAAC-F9EE24B922DC}" presName="compNode" presStyleCnt="0"/>
      <dgm:spPr/>
    </dgm:pt>
    <dgm:pt modelId="{B129A771-4214-41B7-9635-1D2138CD6C6A}" type="pres">
      <dgm:prSet presAssocID="{08AC0E49-B40E-417B-AAAC-F9EE24B922DC}" presName="bgRect" presStyleLbl="bgShp" presStyleIdx="1" presStyleCnt="3"/>
      <dgm:spPr/>
    </dgm:pt>
    <dgm:pt modelId="{7A9CDB06-B7C2-46D8-8DA1-481AE6A5FDBF}" type="pres">
      <dgm:prSet presAssocID="{08AC0E49-B40E-417B-AAAC-F9EE24B922D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0A5ACE4D-275F-46B2-9504-D49F1C9289D6}" type="pres">
      <dgm:prSet presAssocID="{08AC0E49-B40E-417B-AAAC-F9EE24B922DC}" presName="spaceRect" presStyleCnt="0"/>
      <dgm:spPr/>
    </dgm:pt>
    <dgm:pt modelId="{57E5A4B5-19A9-4B34-BCFE-DA85C9690835}" type="pres">
      <dgm:prSet presAssocID="{08AC0E49-B40E-417B-AAAC-F9EE24B922DC}" presName="parTx" presStyleLbl="revTx" presStyleIdx="1" presStyleCnt="3">
        <dgm:presLayoutVars>
          <dgm:chMax val="0"/>
          <dgm:chPref val="0"/>
        </dgm:presLayoutVars>
      </dgm:prSet>
      <dgm:spPr/>
    </dgm:pt>
    <dgm:pt modelId="{A3AC7727-CD01-4FD1-A261-F2AE9E0098CD}" type="pres">
      <dgm:prSet presAssocID="{7CC2B212-3A0A-4449-B22A-8AB890B76425}" presName="sibTrans" presStyleCnt="0"/>
      <dgm:spPr/>
    </dgm:pt>
    <dgm:pt modelId="{61262624-128A-44FB-A114-00E17B5395FF}" type="pres">
      <dgm:prSet presAssocID="{8F283B10-A763-46AD-A2FB-68174E79E538}" presName="compNode" presStyleCnt="0"/>
      <dgm:spPr/>
    </dgm:pt>
    <dgm:pt modelId="{D0330ABB-45F4-4A93-BEF6-2263F5E1A4C9}" type="pres">
      <dgm:prSet presAssocID="{8F283B10-A763-46AD-A2FB-68174E79E538}" presName="bgRect" presStyleLbl="bgShp" presStyleIdx="2" presStyleCnt="3"/>
      <dgm:spPr/>
    </dgm:pt>
    <dgm:pt modelId="{2792685B-E853-4DD8-9A23-74BBD6BFDB29}" type="pres">
      <dgm:prSet presAssocID="{8F283B10-A763-46AD-A2FB-68174E79E53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ell"/>
        </a:ext>
      </dgm:extLst>
    </dgm:pt>
    <dgm:pt modelId="{8629AC70-7337-48EE-BE77-21B41F9F1A16}" type="pres">
      <dgm:prSet presAssocID="{8F283B10-A763-46AD-A2FB-68174E79E538}" presName="spaceRect" presStyleCnt="0"/>
      <dgm:spPr/>
    </dgm:pt>
    <dgm:pt modelId="{045E4EFD-EC48-4303-9584-3CB6D3E6F8DF}" type="pres">
      <dgm:prSet presAssocID="{8F283B10-A763-46AD-A2FB-68174E79E538}" presName="parTx" presStyleLbl="revTx" presStyleIdx="2" presStyleCnt="3">
        <dgm:presLayoutVars>
          <dgm:chMax val="0"/>
          <dgm:chPref val="0"/>
        </dgm:presLayoutVars>
      </dgm:prSet>
      <dgm:spPr/>
    </dgm:pt>
  </dgm:ptLst>
  <dgm:cxnLst>
    <dgm:cxn modelId="{A5D1C013-E194-4FBC-B57C-452FB48D943C}" srcId="{BC78B0B0-8A5F-418F-BF04-623BC8008974}" destId="{08AC0E49-B40E-417B-AAAC-F9EE24B922DC}" srcOrd="1" destOrd="0" parTransId="{33CA5EBA-9FF2-4C7D-B192-FDFADC3BFBA6}" sibTransId="{7CC2B212-3A0A-4449-B22A-8AB890B76425}"/>
    <dgm:cxn modelId="{8EC8252A-64F5-448A-90BE-5819E02DF8C2}" srcId="{BC78B0B0-8A5F-418F-BF04-623BC8008974}" destId="{8F283B10-A763-46AD-A2FB-68174E79E538}" srcOrd="2" destOrd="0" parTransId="{05B5BC78-F010-4AFA-B68F-65738F9B9408}" sibTransId="{1EDB067B-BD57-4ADA-87DB-9EF9C6A8BC7A}"/>
    <dgm:cxn modelId="{0471312C-4DCD-49E1-992C-99B3CC76C29F}" srcId="{BC78B0B0-8A5F-418F-BF04-623BC8008974}" destId="{14432370-69EA-451B-AEA3-FFE01C873540}" srcOrd="0" destOrd="0" parTransId="{51143D10-AC70-494D-86AA-34C1D97841F9}" sibTransId="{5C2978A2-D568-4F6A-8E5E-321BD70B77D8}"/>
    <dgm:cxn modelId="{F18F2662-5E1C-4657-B180-981740CE7A46}" type="presOf" srcId="{08AC0E49-B40E-417B-AAAC-F9EE24B922DC}" destId="{57E5A4B5-19A9-4B34-BCFE-DA85C9690835}" srcOrd="0" destOrd="0" presId="urn:microsoft.com/office/officeart/2018/2/layout/IconVerticalSolidList"/>
    <dgm:cxn modelId="{BFB75283-0C1F-491F-AB14-EFE4D0E6C4F1}" type="presOf" srcId="{BC78B0B0-8A5F-418F-BF04-623BC8008974}" destId="{862A6DBF-F549-473B-A9E5-E3C61385CEF9}" srcOrd="0" destOrd="0" presId="urn:microsoft.com/office/officeart/2018/2/layout/IconVerticalSolidList"/>
    <dgm:cxn modelId="{DD8DBEDF-FA10-477D-A17C-A4178A4621D8}" type="presOf" srcId="{8F283B10-A763-46AD-A2FB-68174E79E538}" destId="{045E4EFD-EC48-4303-9584-3CB6D3E6F8DF}" srcOrd="0" destOrd="0" presId="urn:microsoft.com/office/officeart/2018/2/layout/IconVerticalSolidList"/>
    <dgm:cxn modelId="{A04528F7-399A-4DF4-8B6C-EDADC701C9C3}" type="presOf" srcId="{14432370-69EA-451B-AEA3-FFE01C873540}" destId="{EC89BCFD-4397-4063-A5C2-EFB4D3DE3E71}" srcOrd="0" destOrd="0" presId="urn:microsoft.com/office/officeart/2018/2/layout/IconVerticalSolidList"/>
    <dgm:cxn modelId="{7619850D-1ACF-43DD-B51B-9050FD8BE7CF}" type="presParOf" srcId="{862A6DBF-F549-473B-A9E5-E3C61385CEF9}" destId="{A436E4DD-4CE0-4AAC-A454-A608C8AF9884}" srcOrd="0" destOrd="0" presId="urn:microsoft.com/office/officeart/2018/2/layout/IconVerticalSolidList"/>
    <dgm:cxn modelId="{D130C29C-AB92-496A-A7D5-06A5EC8DBB88}" type="presParOf" srcId="{A436E4DD-4CE0-4AAC-A454-A608C8AF9884}" destId="{383D735D-923A-4805-9F69-3D996D03ED38}" srcOrd="0" destOrd="0" presId="urn:microsoft.com/office/officeart/2018/2/layout/IconVerticalSolidList"/>
    <dgm:cxn modelId="{C9D5E2E6-0B52-4F2F-BD85-12FA12195611}" type="presParOf" srcId="{A436E4DD-4CE0-4AAC-A454-A608C8AF9884}" destId="{2DE6B1BC-2DC6-464B-86FD-8355EC735293}" srcOrd="1" destOrd="0" presId="urn:microsoft.com/office/officeart/2018/2/layout/IconVerticalSolidList"/>
    <dgm:cxn modelId="{5DB32A4A-B1A4-4AAB-A2C1-937EB73E8031}" type="presParOf" srcId="{A436E4DD-4CE0-4AAC-A454-A608C8AF9884}" destId="{CEFB2DD5-313F-4F8B-BF8B-164676F15FA7}" srcOrd="2" destOrd="0" presId="urn:microsoft.com/office/officeart/2018/2/layout/IconVerticalSolidList"/>
    <dgm:cxn modelId="{6D5B5742-4CEA-4118-B6B2-A98D1DC0FEBE}" type="presParOf" srcId="{A436E4DD-4CE0-4AAC-A454-A608C8AF9884}" destId="{EC89BCFD-4397-4063-A5C2-EFB4D3DE3E71}" srcOrd="3" destOrd="0" presId="urn:microsoft.com/office/officeart/2018/2/layout/IconVerticalSolidList"/>
    <dgm:cxn modelId="{C5A13390-608E-4B72-A6B4-B9C4F410ABB3}" type="presParOf" srcId="{862A6DBF-F549-473B-A9E5-E3C61385CEF9}" destId="{A798D4EE-6250-495C-B017-B72F6967E2F2}" srcOrd="1" destOrd="0" presId="urn:microsoft.com/office/officeart/2018/2/layout/IconVerticalSolidList"/>
    <dgm:cxn modelId="{A746DFB4-9462-4626-91F1-97DE534CA971}" type="presParOf" srcId="{862A6DBF-F549-473B-A9E5-E3C61385CEF9}" destId="{D85870AB-2642-456E-94AD-13F74EC95F97}" srcOrd="2" destOrd="0" presId="urn:microsoft.com/office/officeart/2018/2/layout/IconVerticalSolidList"/>
    <dgm:cxn modelId="{35BF0713-DDF7-4520-90FC-B40092F1E4AE}" type="presParOf" srcId="{D85870AB-2642-456E-94AD-13F74EC95F97}" destId="{B129A771-4214-41B7-9635-1D2138CD6C6A}" srcOrd="0" destOrd="0" presId="urn:microsoft.com/office/officeart/2018/2/layout/IconVerticalSolidList"/>
    <dgm:cxn modelId="{4E5DF739-734B-40E5-8AD2-DFEBEFAC0256}" type="presParOf" srcId="{D85870AB-2642-456E-94AD-13F74EC95F97}" destId="{7A9CDB06-B7C2-46D8-8DA1-481AE6A5FDBF}" srcOrd="1" destOrd="0" presId="urn:microsoft.com/office/officeart/2018/2/layout/IconVerticalSolidList"/>
    <dgm:cxn modelId="{1507359A-BF98-443C-B50B-6E0E534E26FE}" type="presParOf" srcId="{D85870AB-2642-456E-94AD-13F74EC95F97}" destId="{0A5ACE4D-275F-46B2-9504-D49F1C9289D6}" srcOrd="2" destOrd="0" presId="urn:microsoft.com/office/officeart/2018/2/layout/IconVerticalSolidList"/>
    <dgm:cxn modelId="{CE998C2D-3987-4072-94E2-FAFAAA1ABCE8}" type="presParOf" srcId="{D85870AB-2642-456E-94AD-13F74EC95F97}" destId="{57E5A4B5-19A9-4B34-BCFE-DA85C9690835}" srcOrd="3" destOrd="0" presId="urn:microsoft.com/office/officeart/2018/2/layout/IconVerticalSolidList"/>
    <dgm:cxn modelId="{9965DBDC-04C4-46EE-B176-8A6C0FFF2EC3}" type="presParOf" srcId="{862A6DBF-F549-473B-A9E5-E3C61385CEF9}" destId="{A3AC7727-CD01-4FD1-A261-F2AE9E0098CD}" srcOrd="3" destOrd="0" presId="urn:microsoft.com/office/officeart/2018/2/layout/IconVerticalSolidList"/>
    <dgm:cxn modelId="{9BD9D691-AA69-4FF9-A03D-D40D4DFCE905}" type="presParOf" srcId="{862A6DBF-F549-473B-A9E5-E3C61385CEF9}" destId="{61262624-128A-44FB-A114-00E17B5395FF}" srcOrd="4" destOrd="0" presId="urn:microsoft.com/office/officeart/2018/2/layout/IconVerticalSolidList"/>
    <dgm:cxn modelId="{9C8D7EE7-11A3-48E2-87F9-6FC323BC3835}" type="presParOf" srcId="{61262624-128A-44FB-A114-00E17B5395FF}" destId="{D0330ABB-45F4-4A93-BEF6-2263F5E1A4C9}" srcOrd="0" destOrd="0" presId="urn:microsoft.com/office/officeart/2018/2/layout/IconVerticalSolidList"/>
    <dgm:cxn modelId="{95B1ADF6-7995-47BF-8324-4CB6C1251EB4}" type="presParOf" srcId="{61262624-128A-44FB-A114-00E17B5395FF}" destId="{2792685B-E853-4DD8-9A23-74BBD6BFDB29}" srcOrd="1" destOrd="0" presId="urn:microsoft.com/office/officeart/2018/2/layout/IconVerticalSolidList"/>
    <dgm:cxn modelId="{3C4D19B7-45B9-4C06-98D0-4F21F9008E82}" type="presParOf" srcId="{61262624-128A-44FB-A114-00E17B5395FF}" destId="{8629AC70-7337-48EE-BE77-21B41F9F1A16}" srcOrd="2" destOrd="0" presId="urn:microsoft.com/office/officeart/2018/2/layout/IconVerticalSolidList"/>
    <dgm:cxn modelId="{E2260711-3ED0-4274-B8ED-993B6D9A1FFB}" type="presParOf" srcId="{61262624-128A-44FB-A114-00E17B5395FF}" destId="{045E4EFD-EC48-4303-9584-3CB6D3E6F8D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F754B9FE-8377-45EA-A8B5-E014EFE146B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B389A3A-C674-463E-A06C-FBACDDD6B9BA}">
      <dgm:prSet/>
      <dgm:spPr/>
      <dgm:t>
        <a:bodyPr/>
        <a:lstStyle/>
        <a:p>
          <a:pPr>
            <a:lnSpc>
              <a:spcPct val="100000"/>
            </a:lnSpc>
          </a:pPr>
          <a:r>
            <a:rPr lang="en-MY" b="1"/>
            <a:t>Poor Connectivity:</a:t>
          </a:r>
          <a:r>
            <a:rPr lang="en-MY"/>
            <a:t> Limits real-time access.</a:t>
          </a:r>
          <a:endParaRPr lang="en-US"/>
        </a:p>
      </dgm:t>
    </dgm:pt>
    <dgm:pt modelId="{CE210392-089E-42B9-ACB7-E0B3B5EE3766}" type="parTrans" cxnId="{1883352C-4FD5-4CB4-8BD5-6DFF14F49715}">
      <dgm:prSet/>
      <dgm:spPr/>
      <dgm:t>
        <a:bodyPr/>
        <a:lstStyle/>
        <a:p>
          <a:endParaRPr lang="en-US"/>
        </a:p>
      </dgm:t>
    </dgm:pt>
    <dgm:pt modelId="{1B7B5860-4EA7-4F22-A981-FDFA3C08C7E4}" type="sibTrans" cxnId="{1883352C-4FD5-4CB4-8BD5-6DFF14F49715}">
      <dgm:prSet/>
      <dgm:spPr/>
      <dgm:t>
        <a:bodyPr/>
        <a:lstStyle/>
        <a:p>
          <a:endParaRPr lang="en-US"/>
        </a:p>
      </dgm:t>
    </dgm:pt>
    <dgm:pt modelId="{5EC09DE0-D2A5-4144-99F1-9D5E912E5ADA}">
      <dgm:prSet/>
      <dgm:spPr/>
      <dgm:t>
        <a:bodyPr/>
        <a:lstStyle/>
        <a:p>
          <a:pPr>
            <a:lnSpc>
              <a:spcPct val="100000"/>
            </a:lnSpc>
          </a:pPr>
          <a:r>
            <a:rPr lang="en-MY" b="1"/>
            <a:t>Legacy Dependencies:</a:t>
          </a:r>
          <a:r>
            <a:rPr lang="en-MY"/>
            <a:t> Older apps may resist change.</a:t>
          </a:r>
          <a:endParaRPr lang="en-US"/>
        </a:p>
      </dgm:t>
    </dgm:pt>
    <dgm:pt modelId="{8FD7D55E-305A-4606-9785-C76E7228FDE2}" type="parTrans" cxnId="{18490985-4E4F-4763-9E97-9E060769E92A}">
      <dgm:prSet/>
      <dgm:spPr/>
      <dgm:t>
        <a:bodyPr/>
        <a:lstStyle/>
        <a:p>
          <a:endParaRPr lang="en-US"/>
        </a:p>
      </dgm:t>
    </dgm:pt>
    <dgm:pt modelId="{18402CC0-777D-4AC6-9BB9-5F8E91B3B303}" type="sibTrans" cxnId="{18490985-4E4F-4763-9E97-9E060769E92A}">
      <dgm:prSet/>
      <dgm:spPr/>
      <dgm:t>
        <a:bodyPr/>
        <a:lstStyle/>
        <a:p>
          <a:endParaRPr lang="en-US"/>
        </a:p>
      </dgm:t>
    </dgm:pt>
    <dgm:pt modelId="{6469FCA3-BE30-4BC7-B018-40BBD1A6E2FE}">
      <dgm:prSet/>
      <dgm:spPr/>
      <dgm:t>
        <a:bodyPr/>
        <a:lstStyle/>
        <a:p>
          <a:pPr>
            <a:lnSpc>
              <a:spcPct val="100000"/>
            </a:lnSpc>
          </a:pPr>
          <a:r>
            <a:rPr lang="en-MY" b="1"/>
            <a:t>Lack of Cloud Talent:</a:t>
          </a:r>
          <a:r>
            <a:rPr lang="en-MY"/>
            <a:t> Skilled professionals are in demand.</a:t>
          </a:r>
          <a:endParaRPr lang="en-US"/>
        </a:p>
      </dgm:t>
    </dgm:pt>
    <dgm:pt modelId="{8F4A9221-378D-4F2B-A35E-0A7C6312FDE1}" type="parTrans" cxnId="{939295D2-DA9F-407E-AF36-945032A3509A}">
      <dgm:prSet/>
      <dgm:spPr/>
      <dgm:t>
        <a:bodyPr/>
        <a:lstStyle/>
        <a:p>
          <a:endParaRPr lang="en-US"/>
        </a:p>
      </dgm:t>
    </dgm:pt>
    <dgm:pt modelId="{C94316B2-2584-43F9-AF45-9807EFE3D51F}" type="sibTrans" cxnId="{939295D2-DA9F-407E-AF36-945032A3509A}">
      <dgm:prSet/>
      <dgm:spPr/>
      <dgm:t>
        <a:bodyPr/>
        <a:lstStyle/>
        <a:p>
          <a:endParaRPr lang="en-US"/>
        </a:p>
      </dgm:t>
    </dgm:pt>
    <dgm:pt modelId="{56580EE2-B1F1-4854-9441-22008D21F3F7}">
      <dgm:prSet/>
      <dgm:spPr/>
      <dgm:t>
        <a:bodyPr/>
        <a:lstStyle/>
        <a:p>
          <a:pPr>
            <a:lnSpc>
              <a:spcPct val="100000"/>
            </a:lnSpc>
          </a:pPr>
          <a:r>
            <a:rPr lang="en-MY" b="1"/>
            <a:t>Concerns over Vendor Lock-in</a:t>
          </a:r>
          <a:endParaRPr lang="en-US"/>
        </a:p>
      </dgm:t>
    </dgm:pt>
    <dgm:pt modelId="{D08950E1-D4CE-4D44-B397-893452C487AE}" type="parTrans" cxnId="{DDBA217A-8224-4B2B-97AD-CE4FA14A1467}">
      <dgm:prSet/>
      <dgm:spPr/>
      <dgm:t>
        <a:bodyPr/>
        <a:lstStyle/>
        <a:p>
          <a:endParaRPr lang="en-US"/>
        </a:p>
      </dgm:t>
    </dgm:pt>
    <dgm:pt modelId="{7002816C-26BD-4588-9E71-2176D674B8AF}" type="sibTrans" cxnId="{DDBA217A-8224-4B2B-97AD-CE4FA14A1467}">
      <dgm:prSet/>
      <dgm:spPr/>
      <dgm:t>
        <a:bodyPr/>
        <a:lstStyle/>
        <a:p>
          <a:endParaRPr lang="en-US"/>
        </a:p>
      </dgm:t>
    </dgm:pt>
    <dgm:pt modelId="{7AAD1AE3-85BF-4B43-B745-767C4CDBF154}" type="pres">
      <dgm:prSet presAssocID="{F754B9FE-8377-45EA-A8B5-E014EFE146B1}" presName="root" presStyleCnt="0">
        <dgm:presLayoutVars>
          <dgm:dir/>
          <dgm:resizeHandles val="exact"/>
        </dgm:presLayoutVars>
      </dgm:prSet>
      <dgm:spPr/>
    </dgm:pt>
    <dgm:pt modelId="{14F815CC-FC4D-4A3C-B4EC-1522F5E9399F}" type="pres">
      <dgm:prSet presAssocID="{0B389A3A-C674-463E-A06C-FBACDDD6B9BA}" presName="compNode" presStyleCnt="0"/>
      <dgm:spPr/>
    </dgm:pt>
    <dgm:pt modelId="{42A2365E-0BEE-4A3E-8041-61F153683A59}" type="pres">
      <dgm:prSet presAssocID="{0B389A3A-C674-463E-A06C-FBACDDD6B9B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ireless"/>
        </a:ext>
      </dgm:extLst>
    </dgm:pt>
    <dgm:pt modelId="{99B144BF-6804-45D1-9F77-B6D8668D6B51}" type="pres">
      <dgm:prSet presAssocID="{0B389A3A-C674-463E-A06C-FBACDDD6B9BA}" presName="spaceRect" presStyleCnt="0"/>
      <dgm:spPr/>
    </dgm:pt>
    <dgm:pt modelId="{533FE14C-E615-4157-B38F-4E0D38FDFAB1}" type="pres">
      <dgm:prSet presAssocID="{0B389A3A-C674-463E-A06C-FBACDDD6B9BA}" presName="textRect" presStyleLbl="revTx" presStyleIdx="0" presStyleCnt="4">
        <dgm:presLayoutVars>
          <dgm:chMax val="1"/>
          <dgm:chPref val="1"/>
        </dgm:presLayoutVars>
      </dgm:prSet>
      <dgm:spPr/>
    </dgm:pt>
    <dgm:pt modelId="{40A4025A-C8D6-41B7-8B98-D492B2CE2B92}" type="pres">
      <dgm:prSet presAssocID="{1B7B5860-4EA7-4F22-A981-FDFA3C08C7E4}" presName="sibTrans" presStyleCnt="0"/>
      <dgm:spPr/>
    </dgm:pt>
    <dgm:pt modelId="{9E0F7B7A-2A62-4047-8908-156AAE255AA8}" type="pres">
      <dgm:prSet presAssocID="{5EC09DE0-D2A5-4144-99F1-9D5E912E5ADA}" presName="compNode" presStyleCnt="0"/>
      <dgm:spPr/>
    </dgm:pt>
    <dgm:pt modelId="{BA3FA817-E52B-4100-A4C0-B5FEEA9BBCFD}" type="pres">
      <dgm:prSet presAssocID="{5EC09DE0-D2A5-4144-99F1-9D5E912E5AD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fresh"/>
        </a:ext>
      </dgm:extLst>
    </dgm:pt>
    <dgm:pt modelId="{ECC4FFDD-963A-4B63-AEE5-CBDC0EFADEB2}" type="pres">
      <dgm:prSet presAssocID="{5EC09DE0-D2A5-4144-99F1-9D5E912E5ADA}" presName="spaceRect" presStyleCnt="0"/>
      <dgm:spPr/>
    </dgm:pt>
    <dgm:pt modelId="{55F3641F-24ED-421C-975A-9A70AE627376}" type="pres">
      <dgm:prSet presAssocID="{5EC09DE0-D2A5-4144-99F1-9D5E912E5ADA}" presName="textRect" presStyleLbl="revTx" presStyleIdx="1" presStyleCnt="4">
        <dgm:presLayoutVars>
          <dgm:chMax val="1"/>
          <dgm:chPref val="1"/>
        </dgm:presLayoutVars>
      </dgm:prSet>
      <dgm:spPr/>
    </dgm:pt>
    <dgm:pt modelId="{EBAD38B5-DC77-41AE-A92B-FA2D693A0881}" type="pres">
      <dgm:prSet presAssocID="{18402CC0-777D-4AC6-9BB9-5F8E91B3B303}" presName="sibTrans" presStyleCnt="0"/>
      <dgm:spPr/>
    </dgm:pt>
    <dgm:pt modelId="{27C14AE7-E5BD-40DE-AC9D-84B5B6F0FDAF}" type="pres">
      <dgm:prSet presAssocID="{6469FCA3-BE30-4BC7-B018-40BBD1A6E2FE}" presName="compNode" presStyleCnt="0"/>
      <dgm:spPr/>
    </dgm:pt>
    <dgm:pt modelId="{FC9D4B14-FA0C-4D94-A760-57BA39BA95A5}" type="pres">
      <dgm:prSet presAssocID="{6469FCA3-BE30-4BC7-B018-40BBD1A6E2F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ud Computing"/>
        </a:ext>
      </dgm:extLst>
    </dgm:pt>
    <dgm:pt modelId="{53B60660-23E0-4A3F-B2A9-4DEA580643ED}" type="pres">
      <dgm:prSet presAssocID="{6469FCA3-BE30-4BC7-B018-40BBD1A6E2FE}" presName="spaceRect" presStyleCnt="0"/>
      <dgm:spPr/>
    </dgm:pt>
    <dgm:pt modelId="{E655AFF7-5385-4BFF-9201-BA9C53934F3B}" type="pres">
      <dgm:prSet presAssocID="{6469FCA3-BE30-4BC7-B018-40BBD1A6E2FE}" presName="textRect" presStyleLbl="revTx" presStyleIdx="2" presStyleCnt="4">
        <dgm:presLayoutVars>
          <dgm:chMax val="1"/>
          <dgm:chPref val="1"/>
        </dgm:presLayoutVars>
      </dgm:prSet>
      <dgm:spPr/>
    </dgm:pt>
    <dgm:pt modelId="{AF8FB1DD-DE10-4DC6-8A9E-A557B89D96D0}" type="pres">
      <dgm:prSet presAssocID="{C94316B2-2584-43F9-AF45-9807EFE3D51F}" presName="sibTrans" presStyleCnt="0"/>
      <dgm:spPr/>
    </dgm:pt>
    <dgm:pt modelId="{3B3822E7-0EAC-49DD-80CA-2BEAB2DCD252}" type="pres">
      <dgm:prSet presAssocID="{56580EE2-B1F1-4854-9441-22008D21F3F7}" presName="compNode" presStyleCnt="0"/>
      <dgm:spPr/>
    </dgm:pt>
    <dgm:pt modelId="{6B71C1DB-5AC0-4AF4-9579-0D4F293B18A4}" type="pres">
      <dgm:prSet presAssocID="{56580EE2-B1F1-4854-9441-22008D21F3F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59C8B8A9-9538-46C3-91E5-D77EA3F7C611}" type="pres">
      <dgm:prSet presAssocID="{56580EE2-B1F1-4854-9441-22008D21F3F7}" presName="spaceRect" presStyleCnt="0"/>
      <dgm:spPr/>
    </dgm:pt>
    <dgm:pt modelId="{AC803E7D-FBF4-48D4-91CA-F34480F88CE3}" type="pres">
      <dgm:prSet presAssocID="{56580EE2-B1F1-4854-9441-22008D21F3F7}" presName="textRect" presStyleLbl="revTx" presStyleIdx="3" presStyleCnt="4">
        <dgm:presLayoutVars>
          <dgm:chMax val="1"/>
          <dgm:chPref val="1"/>
        </dgm:presLayoutVars>
      </dgm:prSet>
      <dgm:spPr/>
    </dgm:pt>
  </dgm:ptLst>
  <dgm:cxnLst>
    <dgm:cxn modelId="{A6A29B1C-EA67-47BF-8C69-820B6AE9FD68}" type="presOf" srcId="{6469FCA3-BE30-4BC7-B018-40BBD1A6E2FE}" destId="{E655AFF7-5385-4BFF-9201-BA9C53934F3B}" srcOrd="0" destOrd="0" presId="urn:microsoft.com/office/officeart/2018/2/layout/IconLabelList"/>
    <dgm:cxn modelId="{E983EF2B-21E7-41CB-AC73-CBB01F5263FF}" type="presOf" srcId="{F754B9FE-8377-45EA-A8B5-E014EFE146B1}" destId="{7AAD1AE3-85BF-4B43-B745-767C4CDBF154}" srcOrd="0" destOrd="0" presId="urn:microsoft.com/office/officeart/2018/2/layout/IconLabelList"/>
    <dgm:cxn modelId="{1883352C-4FD5-4CB4-8BD5-6DFF14F49715}" srcId="{F754B9FE-8377-45EA-A8B5-E014EFE146B1}" destId="{0B389A3A-C674-463E-A06C-FBACDDD6B9BA}" srcOrd="0" destOrd="0" parTransId="{CE210392-089E-42B9-ACB7-E0B3B5EE3766}" sibTransId="{1B7B5860-4EA7-4F22-A981-FDFA3C08C7E4}"/>
    <dgm:cxn modelId="{E3EF7A41-CE55-481E-BB86-5A45204606BD}" type="presOf" srcId="{0B389A3A-C674-463E-A06C-FBACDDD6B9BA}" destId="{533FE14C-E615-4157-B38F-4E0D38FDFAB1}" srcOrd="0" destOrd="0" presId="urn:microsoft.com/office/officeart/2018/2/layout/IconLabelList"/>
    <dgm:cxn modelId="{201B5666-1BC2-4123-8431-4114F5399728}" type="presOf" srcId="{56580EE2-B1F1-4854-9441-22008D21F3F7}" destId="{AC803E7D-FBF4-48D4-91CA-F34480F88CE3}" srcOrd="0" destOrd="0" presId="urn:microsoft.com/office/officeart/2018/2/layout/IconLabelList"/>
    <dgm:cxn modelId="{DDBA217A-8224-4B2B-97AD-CE4FA14A1467}" srcId="{F754B9FE-8377-45EA-A8B5-E014EFE146B1}" destId="{56580EE2-B1F1-4854-9441-22008D21F3F7}" srcOrd="3" destOrd="0" parTransId="{D08950E1-D4CE-4D44-B397-893452C487AE}" sibTransId="{7002816C-26BD-4588-9E71-2176D674B8AF}"/>
    <dgm:cxn modelId="{18490985-4E4F-4763-9E97-9E060769E92A}" srcId="{F754B9FE-8377-45EA-A8B5-E014EFE146B1}" destId="{5EC09DE0-D2A5-4144-99F1-9D5E912E5ADA}" srcOrd="1" destOrd="0" parTransId="{8FD7D55E-305A-4606-9785-C76E7228FDE2}" sibTransId="{18402CC0-777D-4AC6-9BB9-5F8E91B3B303}"/>
    <dgm:cxn modelId="{939295D2-DA9F-407E-AF36-945032A3509A}" srcId="{F754B9FE-8377-45EA-A8B5-E014EFE146B1}" destId="{6469FCA3-BE30-4BC7-B018-40BBD1A6E2FE}" srcOrd="2" destOrd="0" parTransId="{8F4A9221-378D-4F2B-A35E-0A7C6312FDE1}" sibTransId="{C94316B2-2584-43F9-AF45-9807EFE3D51F}"/>
    <dgm:cxn modelId="{51BF23F6-B8FE-4596-8B7E-79A79E26E36B}" type="presOf" srcId="{5EC09DE0-D2A5-4144-99F1-9D5E912E5ADA}" destId="{55F3641F-24ED-421C-975A-9A70AE627376}" srcOrd="0" destOrd="0" presId="urn:microsoft.com/office/officeart/2018/2/layout/IconLabelList"/>
    <dgm:cxn modelId="{7D8EA78E-801B-4BA6-9ECE-A4C0FB55FD07}" type="presParOf" srcId="{7AAD1AE3-85BF-4B43-B745-767C4CDBF154}" destId="{14F815CC-FC4D-4A3C-B4EC-1522F5E9399F}" srcOrd="0" destOrd="0" presId="urn:microsoft.com/office/officeart/2018/2/layout/IconLabelList"/>
    <dgm:cxn modelId="{46C743B9-F1B5-4789-A0E0-C665B0A66314}" type="presParOf" srcId="{14F815CC-FC4D-4A3C-B4EC-1522F5E9399F}" destId="{42A2365E-0BEE-4A3E-8041-61F153683A59}" srcOrd="0" destOrd="0" presId="urn:microsoft.com/office/officeart/2018/2/layout/IconLabelList"/>
    <dgm:cxn modelId="{79C579C9-8113-46E2-A060-669BF30D1133}" type="presParOf" srcId="{14F815CC-FC4D-4A3C-B4EC-1522F5E9399F}" destId="{99B144BF-6804-45D1-9F77-B6D8668D6B51}" srcOrd="1" destOrd="0" presId="urn:microsoft.com/office/officeart/2018/2/layout/IconLabelList"/>
    <dgm:cxn modelId="{6CC55AE5-1781-4EE4-B5B6-81F953F30F2B}" type="presParOf" srcId="{14F815CC-FC4D-4A3C-B4EC-1522F5E9399F}" destId="{533FE14C-E615-4157-B38F-4E0D38FDFAB1}" srcOrd="2" destOrd="0" presId="urn:microsoft.com/office/officeart/2018/2/layout/IconLabelList"/>
    <dgm:cxn modelId="{3561285D-2FF2-4FB0-AA4A-5FEC23847833}" type="presParOf" srcId="{7AAD1AE3-85BF-4B43-B745-767C4CDBF154}" destId="{40A4025A-C8D6-41B7-8B98-D492B2CE2B92}" srcOrd="1" destOrd="0" presId="urn:microsoft.com/office/officeart/2018/2/layout/IconLabelList"/>
    <dgm:cxn modelId="{5C750699-066D-465F-9447-7E9FD7978805}" type="presParOf" srcId="{7AAD1AE3-85BF-4B43-B745-767C4CDBF154}" destId="{9E0F7B7A-2A62-4047-8908-156AAE255AA8}" srcOrd="2" destOrd="0" presId="urn:microsoft.com/office/officeart/2018/2/layout/IconLabelList"/>
    <dgm:cxn modelId="{FD9B9BF6-034D-433F-BEF6-D7B311EAE595}" type="presParOf" srcId="{9E0F7B7A-2A62-4047-8908-156AAE255AA8}" destId="{BA3FA817-E52B-4100-A4C0-B5FEEA9BBCFD}" srcOrd="0" destOrd="0" presId="urn:microsoft.com/office/officeart/2018/2/layout/IconLabelList"/>
    <dgm:cxn modelId="{18F9DDA7-ECFF-45A3-876C-5EAFA5C9EC4A}" type="presParOf" srcId="{9E0F7B7A-2A62-4047-8908-156AAE255AA8}" destId="{ECC4FFDD-963A-4B63-AEE5-CBDC0EFADEB2}" srcOrd="1" destOrd="0" presId="urn:microsoft.com/office/officeart/2018/2/layout/IconLabelList"/>
    <dgm:cxn modelId="{73F67ABC-28E0-42F2-A87F-A2638CF2D623}" type="presParOf" srcId="{9E0F7B7A-2A62-4047-8908-156AAE255AA8}" destId="{55F3641F-24ED-421C-975A-9A70AE627376}" srcOrd="2" destOrd="0" presId="urn:microsoft.com/office/officeart/2018/2/layout/IconLabelList"/>
    <dgm:cxn modelId="{AA69988B-44F8-43EF-B9AE-D5F7438FB6B9}" type="presParOf" srcId="{7AAD1AE3-85BF-4B43-B745-767C4CDBF154}" destId="{EBAD38B5-DC77-41AE-A92B-FA2D693A0881}" srcOrd="3" destOrd="0" presId="urn:microsoft.com/office/officeart/2018/2/layout/IconLabelList"/>
    <dgm:cxn modelId="{C1B4C086-0BCF-46D5-BBFF-4E919D7015A0}" type="presParOf" srcId="{7AAD1AE3-85BF-4B43-B745-767C4CDBF154}" destId="{27C14AE7-E5BD-40DE-AC9D-84B5B6F0FDAF}" srcOrd="4" destOrd="0" presId="urn:microsoft.com/office/officeart/2018/2/layout/IconLabelList"/>
    <dgm:cxn modelId="{A1DDE852-426D-42A7-8127-538877EB21FD}" type="presParOf" srcId="{27C14AE7-E5BD-40DE-AC9D-84B5B6F0FDAF}" destId="{FC9D4B14-FA0C-4D94-A760-57BA39BA95A5}" srcOrd="0" destOrd="0" presId="urn:microsoft.com/office/officeart/2018/2/layout/IconLabelList"/>
    <dgm:cxn modelId="{D9408EEE-5DD9-41EF-B375-675EBCE4B8E1}" type="presParOf" srcId="{27C14AE7-E5BD-40DE-AC9D-84B5B6F0FDAF}" destId="{53B60660-23E0-4A3F-B2A9-4DEA580643ED}" srcOrd="1" destOrd="0" presId="urn:microsoft.com/office/officeart/2018/2/layout/IconLabelList"/>
    <dgm:cxn modelId="{B2A19E36-2985-428A-A372-3C0FF26F31B5}" type="presParOf" srcId="{27C14AE7-E5BD-40DE-AC9D-84B5B6F0FDAF}" destId="{E655AFF7-5385-4BFF-9201-BA9C53934F3B}" srcOrd="2" destOrd="0" presId="urn:microsoft.com/office/officeart/2018/2/layout/IconLabelList"/>
    <dgm:cxn modelId="{52427A91-EEC6-4C0A-8962-C75060298128}" type="presParOf" srcId="{7AAD1AE3-85BF-4B43-B745-767C4CDBF154}" destId="{AF8FB1DD-DE10-4DC6-8A9E-A557B89D96D0}" srcOrd="5" destOrd="0" presId="urn:microsoft.com/office/officeart/2018/2/layout/IconLabelList"/>
    <dgm:cxn modelId="{6290A005-F657-4D19-AF73-FF3C13FBE041}" type="presParOf" srcId="{7AAD1AE3-85BF-4B43-B745-767C4CDBF154}" destId="{3B3822E7-0EAC-49DD-80CA-2BEAB2DCD252}" srcOrd="6" destOrd="0" presId="urn:microsoft.com/office/officeart/2018/2/layout/IconLabelList"/>
    <dgm:cxn modelId="{EB5AF7AE-6FC6-4E27-AF15-3633681EA76C}" type="presParOf" srcId="{3B3822E7-0EAC-49DD-80CA-2BEAB2DCD252}" destId="{6B71C1DB-5AC0-4AF4-9579-0D4F293B18A4}" srcOrd="0" destOrd="0" presId="urn:microsoft.com/office/officeart/2018/2/layout/IconLabelList"/>
    <dgm:cxn modelId="{A7B1BC95-24F8-42E3-8F08-005D60D62BF9}" type="presParOf" srcId="{3B3822E7-0EAC-49DD-80CA-2BEAB2DCD252}" destId="{59C8B8A9-9538-46C3-91E5-D77EA3F7C611}" srcOrd="1" destOrd="0" presId="urn:microsoft.com/office/officeart/2018/2/layout/IconLabelList"/>
    <dgm:cxn modelId="{D4248088-D4E6-4B62-A7A1-3B4B3E9E592A}" type="presParOf" srcId="{3B3822E7-0EAC-49DD-80CA-2BEAB2DCD252}" destId="{AC803E7D-FBF4-48D4-91CA-F34480F88CE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97CDDC24-F07C-43B4-95D4-C5A71721F14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EE829717-EB43-48B8-9865-396BF38130E8}">
      <dgm:prSet/>
      <dgm:spPr/>
      <dgm:t>
        <a:bodyPr/>
        <a:lstStyle/>
        <a:p>
          <a:pPr>
            <a:lnSpc>
              <a:spcPct val="100000"/>
            </a:lnSpc>
            <a:defRPr cap="all"/>
          </a:pPr>
          <a:r>
            <a:rPr lang="en-MY" b="1"/>
            <a:t>Data Integration:</a:t>
          </a:r>
          <a:r>
            <a:rPr lang="en-MY"/>
            <a:t> Synchronize data across systems.</a:t>
          </a:r>
          <a:endParaRPr lang="en-US"/>
        </a:p>
      </dgm:t>
    </dgm:pt>
    <dgm:pt modelId="{01F34942-F6E3-4D8A-8A12-2CAF4F0303F1}" type="parTrans" cxnId="{5040653D-DDF6-45AD-BAFA-82F69D5A1410}">
      <dgm:prSet/>
      <dgm:spPr/>
      <dgm:t>
        <a:bodyPr/>
        <a:lstStyle/>
        <a:p>
          <a:endParaRPr lang="en-US"/>
        </a:p>
      </dgm:t>
    </dgm:pt>
    <dgm:pt modelId="{68313433-EB7E-47F8-BFAB-A9945D02C9ED}" type="sibTrans" cxnId="{5040653D-DDF6-45AD-BAFA-82F69D5A1410}">
      <dgm:prSet/>
      <dgm:spPr/>
      <dgm:t>
        <a:bodyPr/>
        <a:lstStyle/>
        <a:p>
          <a:endParaRPr lang="en-US"/>
        </a:p>
      </dgm:t>
    </dgm:pt>
    <dgm:pt modelId="{EE38DDE0-BBEA-4456-B1B7-7E1CAE8C3682}">
      <dgm:prSet/>
      <dgm:spPr/>
      <dgm:t>
        <a:bodyPr/>
        <a:lstStyle/>
        <a:p>
          <a:pPr>
            <a:lnSpc>
              <a:spcPct val="100000"/>
            </a:lnSpc>
            <a:defRPr cap="all"/>
          </a:pPr>
          <a:r>
            <a:rPr lang="en-MY" b="1"/>
            <a:t>Application Integration:</a:t>
          </a:r>
          <a:r>
            <a:rPr lang="en-MY"/>
            <a:t> Connect disparate apps for workflow.</a:t>
          </a:r>
          <a:endParaRPr lang="en-US"/>
        </a:p>
      </dgm:t>
    </dgm:pt>
    <dgm:pt modelId="{D18E4379-A0E8-421E-9B2C-7840EEA5BFE7}" type="parTrans" cxnId="{61255369-13E5-4560-8587-2666E3BE0398}">
      <dgm:prSet/>
      <dgm:spPr/>
      <dgm:t>
        <a:bodyPr/>
        <a:lstStyle/>
        <a:p>
          <a:endParaRPr lang="en-US"/>
        </a:p>
      </dgm:t>
    </dgm:pt>
    <dgm:pt modelId="{7C9887A4-C843-4598-BB07-902D6CD3B5D3}" type="sibTrans" cxnId="{61255369-13E5-4560-8587-2666E3BE0398}">
      <dgm:prSet/>
      <dgm:spPr/>
      <dgm:t>
        <a:bodyPr/>
        <a:lstStyle/>
        <a:p>
          <a:endParaRPr lang="en-US"/>
        </a:p>
      </dgm:t>
    </dgm:pt>
    <dgm:pt modelId="{D3C38425-1930-4A4D-BEF6-5B83891EDE74}">
      <dgm:prSet/>
      <dgm:spPr/>
      <dgm:t>
        <a:bodyPr/>
        <a:lstStyle/>
        <a:p>
          <a:pPr>
            <a:lnSpc>
              <a:spcPct val="100000"/>
            </a:lnSpc>
            <a:defRPr cap="all"/>
          </a:pPr>
          <a:r>
            <a:rPr lang="en-MY" b="1"/>
            <a:t>Process Integration:</a:t>
          </a:r>
          <a:r>
            <a:rPr lang="en-MY"/>
            <a:t> End-to-end business process automation.</a:t>
          </a:r>
          <a:endParaRPr lang="en-US"/>
        </a:p>
      </dgm:t>
    </dgm:pt>
    <dgm:pt modelId="{D63D55F4-5D9C-4734-9837-F1684CD4D4A3}" type="parTrans" cxnId="{95B7633D-7D56-41A8-9809-D94B0BB27C49}">
      <dgm:prSet/>
      <dgm:spPr/>
      <dgm:t>
        <a:bodyPr/>
        <a:lstStyle/>
        <a:p>
          <a:endParaRPr lang="en-US"/>
        </a:p>
      </dgm:t>
    </dgm:pt>
    <dgm:pt modelId="{14F0E123-8ACC-4BA2-96DB-2AE73645BA45}" type="sibTrans" cxnId="{95B7633D-7D56-41A8-9809-D94B0BB27C49}">
      <dgm:prSet/>
      <dgm:spPr/>
      <dgm:t>
        <a:bodyPr/>
        <a:lstStyle/>
        <a:p>
          <a:endParaRPr lang="en-US"/>
        </a:p>
      </dgm:t>
    </dgm:pt>
    <dgm:pt modelId="{5B9A83EA-E2D5-477E-B59B-2DA0B6F148FE}" type="pres">
      <dgm:prSet presAssocID="{97CDDC24-F07C-43B4-95D4-C5A71721F149}" presName="root" presStyleCnt="0">
        <dgm:presLayoutVars>
          <dgm:dir/>
          <dgm:resizeHandles val="exact"/>
        </dgm:presLayoutVars>
      </dgm:prSet>
      <dgm:spPr/>
    </dgm:pt>
    <dgm:pt modelId="{69C7BCFD-2EC2-40E9-8A04-997B90435BB7}" type="pres">
      <dgm:prSet presAssocID="{EE829717-EB43-48B8-9865-396BF38130E8}" presName="compNode" presStyleCnt="0"/>
      <dgm:spPr/>
    </dgm:pt>
    <dgm:pt modelId="{FB853158-B8F1-4593-8125-CB93EED0D737}" type="pres">
      <dgm:prSet presAssocID="{EE829717-EB43-48B8-9865-396BF38130E8}" presName="iconBgRect" presStyleLbl="bgShp" presStyleIdx="0" presStyleCnt="3"/>
      <dgm:spPr/>
    </dgm:pt>
    <dgm:pt modelId="{C8699326-2EFF-4A9B-A7B9-97172F6AE29F}" type="pres">
      <dgm:prSet presAssocID="{EE829717-EB43-48B8-9865-396BF38130E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71AEB622-04D8-46D0-8337-85C01B1BBFB9}" type="pres">
      <dgm:prSet presAssocID="{EE829717-EB43-48B8-9865-396BF38130E8}" presName="spaceRect" presStyleCnt="0"/>
      <dgm:spPr/>
    </dgm:pt>
    <dgm:pt modelId="{B2181B57-FEE4-4529-B848-B64914D50000}" type="pres">
      <dgm:prSet presAssocID="{EE829717-EB43-48B8-9865-396BF38130E8}" presName="textRect" presStyleLbl="revTx" presStyleIdx="0" presStyleCnt="3">
        <dgm:presLayoutVars>
          <dgm:chMax val="1"/>
          <dgm:chPref val="1"/>
        </dgm:presLayoutVars>
      </dgm:prSet>
      <dgm:spPr/>
    </dgm:pt>
    <dgm:pt modelId="{FF98D4E9-CD47-4BDB-A358-4869B6FEEC14}" type="pres">
      <dgm:prSet presAssocID="{68313433-EB7E-47F8-BFAB-A9945D02C9ED}" presName="sibTrans" presStyleCnt="0"/>
      <dgm:spPr/>
    </dgm:pt>
    <dgm:pt modelId="{B278B700-E077-48C4-96A6-FD9749C018A4}" type="pres">
      <dgm:prSet presAssocID="{EE38DDE0-BBEA-4456-B1B7-7E1CAE8C3682}" presName="compNode" presStyleCnt="0"/>
      <dgm:spPr/>
    </dgm:pt>
    <dgm:pt modelId="{CC22093C-0C40-4B0B-8C04-51D0FDA315F3}" type="pres">
      <dgm:prSet presAssocID="{EE38DDE0-BBEA-4456-B1B7-7E1CAE8C3682}" presName="iconBgRect" presStyleLbl="bgShp" presStyleIdx="1" presStyleCnt="3"/>
      <dgm:spPr/>
    </dgm:pt>
    <dgm:pt modelId="{1445DE63-7505-4853-897C-5E55354DB5BD}" type="pres">
      <dgm:prSet presAssocID="{EE38DDE0-BBEA-4456-B1B7-7E1CAE8C368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7382E84B-F8EF-459A-89F8-741BAFE64EBD}" type="pres">
      <dgm:prSet presAssocID="{EE38DDE0-BBEA-4456-B1B7-7E1CAE8C3682}" presName="spaceRect" presStyleCnt="0"/>
      <dgm:spPr/>
    </dgm:pt>
    <dgm:pt modelId="{268AD446-4E5C-4489-8813-5FF36A6F2080}" type="pres">
      <dgm:prSet presAssocID="{EE38DDE0-BBEA-4456-B1B7-7E1CAE8C3682}" presName="textRect" presStyleLbl="revTx" presStyleIdx="1" presStyleCnt="3">
        <dgm:presLayoutVars>
          <dgm:chMax val="1"/>
          <dgm:chPref val="1"/>
        </dgm:presLayoutVars>
      </dgm:prSet>
      <dgm:spPr/>
    </dgm:pt>
    <dgm:pt modelId="{852077FD-6D5E-49AF-BFC0-8FAC9AE0DB99}" type="pres">
      <dgm:prSet presAssocID="{7C9887A4-C843-4598-BB07-902D6CD3B5D3}" presName="sibTrans" presStyleCnt="0"/>
      <dgm:spPr/>
    </dgm:pt>
    <dgm:pt modelId="{C815462A-1536-46EB-9D35-3B11D66574E6}" type="pres">
      <dgm:prSet presAssocID="{D3C38425-1930-4A4D-BEF6-5B83891EDE74}" presName="compNode" presStyleCnt="0"/>
      <dgm:spPr/>
    </dgm:pt>
    <dgm:pt modelId="{09DEB50D-1261-46B0-8EDB-67AB1F784252}" type="pres">
      <dgm:prSet presAssocID="{D3C38425-1930-4A4D-BEF6-5B83891EDE74}" presName="iconBgRect" presStyleLbl="bgShp" presStyleIdx="2" presStyleCnt="3"/>
      <dgm:spPr/>
    </dgm:pt>
    <dgm:pt modelId="{9E98256D-10E6-4207-A10B-AA380DE3ABF1}" type="pres">
      <dgm:prSet presAssocID="{D3C38425-1930-4A4D-BEF6-5B83891EDE7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6E492D77-51F0-4843-98E4-9F99DD93BFBF}" type="pres">
      <dgm:prSet presAssocID="{D3C38425-1930-4A4D-BEF6-5B83891EDE74}" presName="spaceRect" presStyleCnt="0"/>
      <dgm:spPr/>
    </dgm:pt>
    <dgm:pt modelId="{E24BA6A8-0EDC-4B80-9E37-21314E2623E3}" type="pres">
      <dgm:prSet presAssocID="{D3C38425-1930-4A4D-BEF6-5B83891EDE74}" presName="textRect" presStyleLbl="revTx" presStyleIdx="2" presStyleCnt="3">
        <dgm:presLayoutVars>
          <dgm:chMax val="1"/>
          <dgm:chPref val="1"/>
        </dgm:presLayoutVars>
      </dgm:prSet>
      <dgm:spPr/>
    </dgm:pt>
  </dgm:ptLst>
  <dgm:cxnLst>
    <dgm:cxn modelId="{A7ADB53C-AE74-4307-A7B7-46F2F61DBCBD}" type="presOf" srcId="{EE38DDE0-BBEA-4456-B1B7-7E1CAE8C3682}" destId="{268AD446-4E5C-4489-8813-5FF36A6F2080}" srcOrd="0" destOrd="0" presId="urn:microsoft.com/office/officeart/2018/5/layout/IconCircleLabelList"/>
    <dgm:cxn modelId="{95B7633D-7D56-41A8-9809-D94B0BB27C49}" srcId="{97CDDC24-F07C-43B4-95D4-C5A71721F149}" destId="{D3C38425-1930-4A4D-BEF6-5B83891EDE74}" srcOrd="2" destOrd="0" parTransId="{D63D55F4-5D9C-4734-9837-F1684CD4D4A3}" sibTransId="{14F0E123-8ACC-4BA2-96DB-2AE73645BA45}"/>
    <dgm:cxn modelId="{5040653D-DDF6-45AD-BAFA-82F69D5A1410}" srcId="{97CDDC24-F07C-43B4-95D4-C5A71721F149}" destId="{EE829717-EB43-48B8-9865-396BF38130E8}" srcOrd="0" destOrd="0" parTransId="{01F34942-F6E3-4D8A-8A12-2CAF4F0303F1}" sibTransId="{68313433-EB7E-47F8-BFAB-A9945D02C9ED}"/>
    <dgm:cxn modelId="{61255369-13E5-4560-8587-2666E3BE0398}" srcId="{97CDDC24-F07C-43B4-95D4-C5A71721F149}" destId="{EE38DDE0-BBEA-4456-B1B7-7E1CAE8C3682}" srcOrd="1" destOrd="0" parTransId="{D18E4379-A0E8-421E-9B2C-7840EEA5BFE7}" sibTransId="{7C9887A4-C843-4598-BB07-902D6CD3B5D3}"/>
    <dgm:cxn modelId="{253E8573-9C44-4F6D-B782-EF76EE97BB32}" type="presOf" srcId="{EE829717-EB43-48B8-9865-396BF38130E8}" destId="{B2181B57-FEE4-4529-B848-B64914D50000}" srcOrd="0" destOrd="0" presId="urn:microsoft.com/office/officeart/2018/5/layout/IconCircleLabelList"/>
    <dgm:cxn modelId="{5131EDB8-F5D5-4563-AB76-A81253110203}" type="presOf" srcId="{97CDDC24-F07C-43B4-95D4-C5A71721F149}" destId="{5B9A83EA-E2D5-477E-B59B-2DA0B6F148FE}" srcOrd="0" destOrd="0" presId="urn:microsoft.com/office/officeart/2018/5/layout/IconCircleLabelList"/>
    <dgm:cxn modelId="{F00503D1-31B7-4958-96E0-D1C817E36303}" type="presOf" srcId="{D3C38425-1930-4A4D-BEF6-5B83891EDE74}" destId="{E24BA6A8-0EDC-4B80-9E37-21314E2623E3}" srcOrd="0" destOrd="0" presId="urn:microsoft.com/office/officeart/2018/5/layout/IconCircleLabelList"/>
    <dgm:cxn modelId="{890EE84A-0E1C-4E0A-8FED-7CE2D3808E47}" type="presParOf" srcId="{5B9A83EA-E2D5-477E-B59B-2DA0B6F148FE}" destId="{69C7BCFD-2EC2-40E9-8A04-997B90435BB7}" srcOrd="0" destOrd="0" presId="urn:microsoft.com/office/officeart/2018/5/layout/IconCircleLabelList"/>
    <dgm:cxn modelId="{4F6D4527-6E24-4683-8402-31841FE92AA1}" type="presParOf" srcId="{69C7BCFD-2EC2-40E9-8A04-997B90435BB7}" destId="{FB853158-B8F1-4593-8125-CB93EED0D737}" srcOrd="0" destOrd="0" presId="urn:microsoft.com/office/officeart/2018/5/layout/IconCircleLabelList"/>
    <dgm:cxn modelId="{45EBCB0D-0B5C-47ED-9873-5CF8106E2FDE}" type="presParOf" srcId="{69C7BCFD-2EC2-40E9-8A04-997B90435BB7}" destId="{C8699326-2EFF-4A9B-A7B9-97172F6AE29F}" srcOrd="1" destOrd="0" presId="urn:microsoft.com/office/officeart/2018/5/layout/IconCircleLabelList"/>
    <dgm:cxn modelId="{573BBB1F-F188-47DD-8D09-1CA427087D18}" type="presParOf" srcId="{69C7BCFD-2EC2-40E9-8A04-997B90435BB7}" destId="{71AEB622-04D8-46D0-8337-85C01B1BBFB9}" srcOrd="2" destOrd="0" presId="urn:microsoft.com/office/officeart/2018/5/layout/IconCircleLabelList"/>
    <dgm:cxn modelId="{1545B706-8574-43C8-B91C-4D464F3F0E5D}" type="presParOf" srcId="{69C7BCFD-2EC2-40E9-8A04-997B90435BB7}" destId="{B2181B57-FEE4-4529-B848-B64914D50000}" srcOrd="3" destOrd="0" presId="urn:microsoft.com/office/officeart/2018/5/layout/IconCircleLabelList"/>
    <dgm:cxn modelId="{1318000A-A3B3-4BE0-A375-1C635A6C0892}" type="presParOf" srcId="{5B9A83EA-E2D5-477E-B59B-2DA0B6F148FE}" destId="{FF98D4E9-CD47-4BDB-A358-4869B6FEEC14}" srcOrd="1" destOrd="0" presId="urn:microsoft.com/office/officeart/2018/5/layout/IconCircleLabelList"/>
    <dgm:cxn modelId="{6FAD0660-D806-438D-992D-43A17B984C01}" type="presParOf" srcId="{5B9A83EA-E2D5-477E-B59B-2DA0B6F148FE}" destId="{B278B700-E077-48C4-96A6-FD9749C018A4}" srcOrd="2" destOrd="0" presId="urn:microsoft.com/office/officeart/2018/5/layout/IconCircleLabelList"/>
    <dgm:cxn modelId="{0D78EF87-E771-47F0-B772-0877519EFA6F}" type="presParOf" srcId="{B278B700-E077-48C4-96A6-FD9749C018A4}" destId="{CC22093C-0C40-4B0B-8C04-51D0FDA315F3}" srcOrd="0" destOrd="0" presId="urn:microsoft.com/office/officeart/2018/5/layout/IconCircleLabelList"/>
    <dgm:cxn modelId="{7AB66C47-5620-40CD-88E0-1E93B446CF2B}" type="presParOf" srcId="{B278B700-E077-48C4-96A6-FD9749C018A4}" destId="{1445DE63-7505-4853-897C-5E55354DB5BD}" srcOrd="1" destOrd="0" presId="urn:microsoft.com/office/officeart/2018/5/layout/IconCircleLabelList"/>
    <dgm:cxn modelId="{20780F59-08AB-41B8-B3B7-FC719E2E9AEF}" type="presParOf" srcId="{B278B700-E077-48C4-96A6-FD9749C018A4}" destId="{7382E84B-F8EF-459A-89F8-741BAFE64EBD}" srcOrd="2" destOrd="0" presId="urn:microsoft.com/office/officeart/2018/5/layout/IconCircleLabelList"/>
    <dgm:cxn modelId="{49E577BF-456E-4A92-8141-6F82EF959B01}" type="presParOf" srcId="{B278B700-E077-48C4-96A6-FD9749C018A4}" destId="{268AD446-4E5C-4489-8813-5FF36A6F2080}" srcOrd="3" destOrd="0" presId="urn:microsoft.com/office/officeart/2018/5/layout/IconCircleLabelList"/>
    <dgm:cxn modelId="{289B0F95-0234-41EC-8284-C2591744206D}" type="presParOf" srcId="{5B9A83EA-E2D5-477E-B59B-2DA0B6F148FE}" destId="{852077FD-6D5E-49AF-BFC0-8FAC9AE0DB99}" srcOrd="3" destOrd="0" presId="urn:microsoft.com/office/officeart/2018/5/layout/IconCircleLabelList"/>
    <dgm:cxn modelId="{C1B44D50-4F70-418F-8908-9F4813C40602}" type="presParOf" srcId="{5B9A83EA-E2D5-477E-B59B-2DA0B6F148FE}" destId="{C815462A-1536-46EB-9D35-3B11D66574E6}" srcOrd="4" destOrd="0" presId="urn:microsoft.com/office/officeart/2018/5/layout/IconCircleLabelList"/>
    <dgm:cxn modelId="{0772C357-320E-46E4-B26F-7A8536A85A7E}" type="presParOf" srcId="{C815462A-1536-46EB-9D35-3B11D66574E6}" destId="{09DEB50D-1261-46B0-8EDB-67AB1F784252}" srcOrd="0" destOrd="0" presId="urn:microsoft.com/office/officeart/2018/5/layout/IconCircleLabelList"/>
    <dgm:cxn modelId="{060231EF-8077-4A58-A2E0-44023C6549E9}" type="presParOf" srcId="{C815462A-1536-46EB-9D35-3B11D66574E6}" destId="{9E98256D-10E6-4207-A10B-AA380DE3ABF1}" srcOrd="1" destOrd="0" presId="urn:microsoft.com/office/officeart/2018/5/layout/IconCircleLabelList"/>
    <dgm:cxn modelId="{6F3A7626-1256-437A-B3C6-C7F423A457E7}" type="presParOf" srcId="{C815462A-1536-46EB-9D35-3B11D66574E6}" destId="{6E492D77-51F0-4843-98E4-9F99DD93BFBF}" srcOrd="2" destOrd="0" presId="urn:microsoft.com/office/officeart/2018/5/layout/IconCircleLabelList"/>
    <dgm:cxn modelId="{21B64358-BDE4-489B-9059-2C679CF394A0}" type="presParOf" srcId="{C815462A-1536-46EB-9D35-3B11D66574E6}" destId="{E24BA6A8-0EDC-4B80-9E37-21314E2623E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0FED337B-2B18-4A10-A057-27DE25957B3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6C6B637-5BF8-435E-BFF6-97BD9B88E750}">
      <dgm:prSet/>
      <dgm:spPr/>
      <dgm:t>
        <a:bodyPr/>
        <a:lstStyle/>
        <a:p>
          <a:pPr>
            <a:lnSpc>
              <a:spcPct val="100000"/>
            </a:lnSpc>
          </a:pPr>
          <a:r>
            <a:rPr lang="en-MY" b="1"/>
            <a:t>Secure APIs</a:t>
          </a:r>
          <a:endParaRPr lang="en-US"/>
        </a:p>
      </dgm:t>
    </dgm:pt>
    <dgm:pt modelId="{291BBE3A-15EB-4D77-999E-FD4647420A52}" type="parTrans" cxnId="{E228A0E7-8026-482F-ACB5-FD719DC69821}">
      <dgm:prSet/>
      <dgm:spPr/>
      <dgm:t>
        <a:bodyPr/>
        <a:lstStyle/>
        <a:p>
          <a:endParaRPr lang="en-US"/>
        </a:p>
      </dgm:t>
    </dgm:pt>
    <dgm:pt modelId="{BFFD3424-4821-4E63-B368-8F6F85556722}" type="sibTrans" cxnId="{E228A0E7-8026-482F-ACB5-FD719DC69821}">
      <dgm:prSet/>
      <dgm:spPr/>
      <dgm:t>
        <a:bodyPr/>
        <a:lstStyle/>
        <a:p>
          <a:endParaRPr lang="en-US"/>
        </a:p>
      </dgm:t>
    </dgm:pt>
    <dgm:pt modelId="{4E402071-AF61-4FBB-93EA-EB7042A71F77}">
      <dgm:prSet/>
      <dgm:spPr/>
      <dgm:t>
        <a:bodyPr/>
        <a:lstStyle/>
        <a:p>
          <a:pPr>
            <a:lnSpc>
              <a:spcPct val="100000"/>
            </a:lnSpc>
          </a:pPr>
          <a:r>
            <a:rPr lang="en-MY" b="1"/>
            <a:t>Real-time and Batch Processing Support</a:t>
          </a:r>
          <a:endParaRPr lang="en-US"/>
        </a:p>
      </dgm:t>
    </dgm:pt>
    <dgm:pt modelId="{187A6F56-D293-4A2E-B853-9A75FE181F49}" type="parTrans" cxnId="{A1A7DA97-B07E-4E46-80BA-49CCC6CA5D51}">
      <dgm:prSet/>
      <dgm:spPr/>
      <dgm:t>
        <a:bodyPr/>
        <a:lstStyle/>
        <a:p>
          <a:endParaRPr lang="en-US"/>
        </a:p>
      </dgm:t>
    </dgm:pt>
    <dgm:pt modelId="{A0DAAB29-FDAC-4215-ACF2-42D95B5BEBA0}" type="sibTrans" cxnId="{A1A7DA97-B07E-4E46-80BA-49CCC6CA5D51}">
      <dgm:prSet/>
      <dgm:spPr/>
      <dgm:t>
        <a:bodyPr/>
        <a:lstStyle/>
        <a:p>
          <a:endParaRPr lang="en-US"/>
        </a:p>
      </dgm:t>
    </dgm:pt>
    <dgm:pt modelId="{D8E71A7B-E041-4EDE-9A05-A45F317D8C87}">
      <dgm:prSet/>
      <dgm:spPr/>
      <dgm:t>
        <a:bodyPr/>
        <a:lstStyle/>
        <a:p>
          <a:pPr>
            <a:lnSpc>
              <a:spcPct val="100000"/>
            </a:lnSpc>
          </a:pPr>
          <a:r>
            <a:rPr lang="en-MY" b="1"/>
            <a:t>Data Transformation</a:t>
          </a:r>
          <a:endParaRPr lang="en-US"/>
        </a:p>
      </dgm:t>
    </dgm:pt>
    <dgm:pt modelId="{3863FD89-1DE1-473A-B106-DCD6F3418101}" type="parTrans" cxnId="{18010662-8618-46A7-9719-63E143F86596}">
      <dgm:prSet/>
      <dgm:spPr/>
      <dgm:t>
        <a:bodyPr/>
        <a:lstStyle/>
        <a:p>
          <a:endParaRPr lang="en-US"/>
        </a:p>
      </dgm:t>
    </dgm:pt>
    <dgm:pt modelId="{0F0F016B-6253-4532-8C7C-1A192D8805AC}" type="sibTrans" cxnId="{18010662-8618-46A7-9719-63E143F86596}">
      <dgm:prSet/>
      <dgm:spPr/>
      <dgm:t>
        <a:bodyPr/>
        <a:lstStyle/>
        <a:p>
          <a:endParaRPr lang="en-US"/>
        </a:p>
      </dgm:t>
    </dgm:pt>
    <dgm:pt modelId="{5EF36B4A-C5DE-4323-9A44-C1BAAEBB05D1}">
      <dgm:prSet/>
      <dgm:spPr/>
      <dgm:t>
        <a:bodyPr/>
        <a:lstStyle/>
        <a:p>
          <a:pPr>
            <a:lnSpc>
              <a:spcPct val="100000"/>
            </a:lnSpc>
          </a:pPr>
          <a:r>
            <a:rPr lang="en-MY" b="1"/>
            <a:t>Monitoring and Logging</a:t>
          </a:r>
          <a:endParaRPr lang="en-US"/>
        </a:p>
      </dgm:t>
    </dgm:pt>
    <dgm:pt modelId="{23B5F6F9-03E1-41CE-B441-03E4DE969423}" type="parTrans" cxnId="{4B8374F4-7561-4F66-9AA0-15BAB5656615}">
      <dgm:prSet/>
      <dgm:spPr/>
      <dgm:t>
        <a:bodyPr/>
        <a:lstStyle/>
        <a:p>
          <a:endParaRPr lang="en-US"/>
        </a:p>
      </dgm:t>
    </dgm:pt>
    <dgm:pt modelId="{403C7BF9-C6E5-4E41-A789-4231B2EDAC29}" type="sibTrans" cxnId="{4B8374F4-7561-4F66-9AA0-15BAB5656615}">
      <dgm:prSet/>
      <dgm:spPr/>
      <dgm:t>
        <a:bodyPr/>
        <a:lstStyle/>
        <a:p>
          <a:endParaRPr lang="en-US"/>
        </a:p>
      </dgm:t>
    </dgm:pt>
    <dgm:pt modelId="{693156B1-ED98-4D63-B42E-E781B4FDF4B7}" type="pres">
      <dgm:prSet presAssocID="{0FED337B-2B18-4A10-A057-27DE25957B37}" presName="root" presStyleCnt="0">
        <dgm:presLayoutVars>
          <dgm:dir/>
          <dgm:resizeHandles val="exact"/>
        </dgm:presLayoutVars>
      </dgm:prSet>
      <dgm:spPr/>
    </dgm:pt>
    <dgm:pt modelId="{D8239902-6E97-4BDC-8372-5B21BD110E6A}" type="pres">
      <dgm:prSet presAssocID="{16C6B637-5BF8-435E-BFF6-97BD9B88E750}" presName="compNode" presStyleCnt="0"/>
      <dgm:spPr/>
    </dgm:pt>
    <dgm:pt modelId="{CBEE918B-D6D9-49B8-AFE4-566B8F5F68DC}" type="pres">
      <dgm:prSet presAssocID="{16C6B637-5BF8-435E-BFF6-97BD9B88E750}" presName="bgRect" presStyleLbl="bgShp" presStyleIdx="0" presStyleCnt="4"/>
      <dgm:spPr/>
    </dgm:pt>
    <dgm:pt modelId="{21AA7D1C-750D-4D36-A0A7-A4E413E7A4B2}" type="pres">
      <dgm:prSet presAssocID="{16C6B637-5BF8-435E-BFF6-97BD9B88E75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ck"/>
        </a:ext>
      </dgm:extLst>
    </dgm:pt>
    <dgm:pt modelId="{9F46EE63-7424-43E4-8811-19D6449C0514}" type="pres">
      <dgm:prSet presAssocID="{16C6B637-5BF8-435E-BFF6-97BD9B88E750}" presName="spaceRect" presStyleCnt="0"/>
      <dgm:spPr/>
    </dgm:pt>
    <dgm:pt modelId="{4948D2F0-9338-4215-A193-DFBD7471DB8E}" type="pres">
      <dgm:prSet presAssocID="{16C6B637-5BF8-435E-BFF6-97BD9B88E750}" presName="parTx" presStyleLbl="revTx" presStyleIdx="0" presStyleCnt="4">
        <dgm:presLayoutVars>
          <dgm:chMax val="0"/>
          <dgm:chPref val="0"/>
        </dgm:presLayoutVars>
      </dgm:prSet>
      <dgm:spPr/>
    </dgm:pt>
    <dgm:pt modelId="{20B51619-28C4-4ACE-8753-ADAC128AFD50}" type="pres">
      <dgm:prSet presAssocID="{BFFD3424-4821-4E63-B368-8F6F85556722}" presName="sibTrans" presStyleCnt="0"/>
      <dgm:spPr/>
    </dgm:pt>
    <dgm:pt modelId="{E7F1D020-CEAB-43E5-A22E-6343D6946491}" type="pres">
      <dgm:prSet presAssocID="{4E402071-AF61-4FBB-93EA-EB7042A71F77}" presName="compNode" presStyleCnt="0"/>
      <dgm:spPr/>
    </dgm:pt>
    <dgm:pt modelId="{A9D34A47-80E6-4F69-9045-10E1E8BBA8FF}" type="pres">
      <dgm:prSet presAssocID="{4E402071-AF61-4FBB-93EA-EB7042A71F77}" presName="bgRect" presStyleLbl="bgShp" presStyleIdx="1" presStyleCnt="4"/>
      <dgm:spPr/>
    </dgm:pt>
    <dgm:pt modelId="{125A1D1C-8CD4-4BD3-B444-3F1B938673EA}" type="pres">
      <dgm:prSet presAssocID="{4E402071-AF61-4FBB-93EA-EB7042A71F7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9FDB9C34-EF3A-4E2E-9E09-041725FE1ABD}" type="pres">
      <dgm:prSet presAssocID="{4E402071-AF61-4FBB-93EA-EB7042A71F77}" presName="spaceRect" presStyleCnt="0"/>
      <dgm:spPr/>
    </dgm:pt>
    <dgm:pt modelId="{FC18D079-4FA1-41A3-B846-E891DAF988B1}" type="pres">
      <dgm:prSet presAssocID="{4E402071-AF61-4FBB-93EA-EB7042A71F77}" presName="parTx" presStyleLbl="revTx" presStyleIdx="1" presStyleCnt="4">
        <dgm:presLayoutVars>
          <dgm:chMax val="0"/>
          <dgm:chPref val="0"/>
        </dgm:presLayoutVars>
      </dgm:prSet>
      <dgm:spPr/>
    </dgm:pt>
    <dgm:pt modelId="{2DC211E6-254E-4E6D-806A-FFC77A1D7DD0}" type="pres">
      <dgm:prSet presAssocID="{A0DAAB29-FDAC-4215-ACF2-42D95B5BEBA0}" presName="sibTrans" presStyleCnt="0"/>
      <dgm:spPr/>
    </dgm:pt>
    <dgm:pt modelId="{7194A547-2F41-4413-8252-D8732AFE627A}" type="pres">
      <dgm:prSet presAssocID="{D8E71A7B-E041-4EDE-9A05-A45F317D8C87}" presName="compNode" presStyleCnt="0"/>
      <dgm:spPr/>
    </dgm:pt>
    <dgm:pt modelId="{EFD1FF76-A854-4125-9A5E-C0F3F99D0E5D}" type="pres">
      <dgm:prSet presAssocID="{D8E71A7B-E041-4EDE-9A05-A45F317D8C87}" presName="bgRect" presStyleLbl="bgShp" presStyleIdx="2" presStyleCnt="4"/>
      <dgm:spPr/>
    </dgm:pt>
    <dgm:pt modelId="{83103A8B-F415-4E2B-B44D-D3096DB0EED8}" type="pres">
      <dgm:prSet presAssocID="{D8E71A7B-E041-4EDE-9A05-A45F317D8C8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4F552D95-76BA-4C64-8361-929E6411FE8F}" type="pres">
      <dgm:prSet presAssocID="{D8E71A7B-E041-4EDE-9A05-A45F317D8C87}" presName="spaceRect" presStyleCnt="0"/>
      <dgm:spPr/>
    </dgm:pt>
    <dgm:pt modelId="{391BEC10-6AA0-476C-ABCD-1F3E5D928372}" type="pres">
      <dgm:prSet presAssocID="{D8E71A7B-E041-4EDE-9A05-A45F317D8C87}" presName="parTx" presStyleLbl="revTx" presStyleIdx="2" presStyleCnt="4">
        <dgm:presLayoutVars>
          <dgm:chMax val="0"/>
          <dgm:chPref val="0"/>
        </dgm:presLayoutVars>
      </dgm:prSet>
      <dgm:spPr/>
    </dgm:pt>
    <dgm:pt modelId="{98881D19-5722-486B-B429-83FE984C8844}" type="pres">
      <dgm:prSet presAssocID="{0F0F016B-6253-4532-8C7C-1A192D8805AC}" presName="sibTrans" presStyleCnt="0"/>
      <dgm:spPr/>
    </dgm:pt>
    <dgm:pt modelId="{69EFEB61-6C4E-4DF9-9EF2-E5EF70B33697}" type="pres">
      <dgm:prSet presAssocID="{5EF36B4A-C5DE-4323-9A44-C1BAAEBB05D1}" presName="compNode" presStyleCnt="0"/>
      <dgm:spPr/>
    </dgm:pt>
    <dgm:pt modelId="{8D2877C6-D518-4B44-AAEA-4D9CBE8F209A}" type="pres">
      <dgm:prSet presAssocID="{5EF36B4A-C5DE-4323-9A44-C1BAAEBB05D1}" presName="bgRect" presStyleLbl="bgShp" presStyleIdx="3" presStyleCnt="4"/>
      <dgm:spPr/>
    </dgm:pt>
    <dgm:pt modelId="{67CB5B4E-4EEE-45BD-8542-0BD8FBD2C8E5}" type="pres">
      <dgm:prSet presAssocID="{5EF36B4A-C5DE-4323-9A44-C1BAAEBB05D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gnifying glass"/>
        </a:ext>
      </dgm:extLst>
    </dgm:pt>
    <dgm:pt modelId="{39890C6A-709E-418C-84DC-6BA3E4952B98}" type="pres">
      <dgm:prSet presAssocID="{5EF36B4A-C5DE-4323-9A44-C1BAAEBB05D1}" presName="spaceRect" presStyleCnt="0"/>
      <dgm:spPr/>
    </dgm:pt>
    <dgm:pt modelId="{F63289E0-BE0F-4BE2-AE6F-374B8FC79447}" type="pres">
      <dgm:prSet presAssocID="{5EF36B4A-C5DE-4323-9A44-C1BAAEBB05D1}" presName="parTx" presStyleLbl="revTx" presStyleIdx="3" presStyleCnt="4">
        <dgm:presLayoutVars>
          <dgm:chMax val="0"/>
          <dgm:chPref val="0"/>
        </dgm:presLayoutVars>
      </dgm:prSet>
      <dgm:spPr/>
    </dgm:pt>
  </dgm:ptLst>
  <dgm:cxnLst>
    <dgm:cxn modelId="{41B5C10E-3C29-4789-90CE-8DCEB75F96D4}" type="presOf" srcId="{5EF36B4A-C5DE-4323-9A44-C1BAAEBB05D1}" destId="{F63289E0-BE0F-4BE2-AE6F-374B8FC79447}" srcOrd="0" destOrd="0" presId="urn:microsoft.com/office/officeart/2018/2/layout/IconVerticalSolidList"/>
    <dgm:cxn modelId="{0210F640-4AB2-467F-AC83-AC6EDC791D2E}" type="presOf" srcId="{0FED337B-2B18-4A10-A057-27DE25957B37}" destId="{693156B1-ED98-4D63-B42E-E781B4FDF4B7}" srcOrd="0" destOrd="0" presId="urn:microsoft.com/office/officeart/2018/2/layout/IconVerticalSolidList"/>
    <dgm:cxn modelId="{18010662-8618-46A7-9719-63E143F86596}" srcId="{0FED337B-2B18-4A10-A057-27DE25957B37}" destId="{D8E71A7B-E041-4EDE-9A05-A45F317D8C87}" srcOrd="2" destOrd="0" parTransId="{3863FD89-1DE1-473A-B106-DCD6F3418101}" sibTransId="{0F0F016B-6253-4532-8C7C-1A192D8805AC}"/>
    <dgm:cxn modelId="{A1A7DA97-B07E-4E46-80BA-49CCC6CA5D51}" srcId="{0FED337B-2B18-4A10-A057-27DE25957B37}" destId="{4E402071-AF61-4FBB-93EA-EB7042A71F77}" srcOrd="1" destOrd="0" parTransId="{187A6F56-D293-4A2E-B853-9A75FE181F49}" sibTransId="{A0DAAB29-FDAC-4215-ACF2-42D95B5BEBA0}"/>
    <dgm:cxn modelId="{C118ADA7-4718-45EB-8D81-80795DB7FDE6}" type="presOf" srcId="{4E402071-AF61-4FBB-93EA-EB7042A71F77}" destId="{FC18D079-4FA1-41A3-B846-E891DAF988B1}" srcOrd="0" destOrd="0" presId="urn:microsoft.com/office/officeart/2018/2/layout/IconVerticalSolidList"/>
    <dgm:cxn modelId="{07D56CB8-2F82-4352-8FCC-07D2F7602559}" type="presOf" srcId="{16C6B637-5BF8-435E-BFF6-97BD9B88E750}" destId="{4948D2F0-9338-4215-A193-DFBD7471DB8E}" srcOrd="0" destOrd="0" presId="urn:microsoft.com/office/officeart/2018/2/layout/IconVerticalSolidList"/>
    <dgm:cxn modelId="{114CFED9-6B27-4EEE-868D-7C38A5BBE3B7}" type="presOf" srcId="{D8E71A7B-E041-4EDE-9A05-A45F317D8C87}" destId="{391BEC10-6AA0-476C-ABCD-1F3E5D928372}" srcOrd="0" destOrd="0" presId="urn:microsoft.com/office/officeart/2018/2/layout/IconVerticalSolidList"/>
    <dgm:cxn modelId="{E228A0E7-8026-482F-ACB5-FD719DC69821}" srcId="{0FED337B-2B18-4A10-A057-27DE25957B37}" destId="{16C6B637-5BF8-435E-BFF6-97BD9B88E750}" srcOrd="0" destOrd="0" parTransId="{291BBE3A-15EB-4D77-999E-FD4647420A52}" sibTransId="{BFFD3424-4821-4E63-B368-8F6F85556722}"/>
    <dgm:cxn modelId="{4B8374F4-7561-4F66-9AA0-15BAB5656615}" srcId="{0FED337B-2B18-4A10-A057-27DE25957B37}" destId="{5EF36B4A-C5DE-4323-9A44-C1BAAEBB05D1}" srcOrd="3" destOrd="0" parTransId="{23B5F6F9-03E1-41CE-B441-03E4DE969423}" sibTransId="{403C7BF9-C6E5-4E41-A789-4231B2EDAC29}"/>
    <dgm:cxn modelId="{816CCF65-ABAD-4F6B-9730-8B30D7E66EC9}" type="presParOf" srcId="{693156B1-ED98-4D63-B42E-E781B4FDF4B7}" destId="{D8239902-6E97-4BDC-8372-5B21BD110E6A}" srcOrd="0" destOrd="0" presId="urn:microsoft.com/office/officeart/2018/2/layout/IconVerticalSolidList"/>
    <dgm:cxn modelId="{06A0F2F2-CFE1-4968-810C-FE9ED1249869}" type="presParOf" srcId="{D8239902-6E97-4BDC-8372-5B21BD110E6A}" destId="{CBEE918B-D6D9-49B8-AFE4-566B8F5F68DC}" srcOrd="0" destOrd="0" presId="urn:microsoft.com/office/officeart/2018/2/layout/IconVerticalSolidList"/>
    <dgm:cxn modelId="{C467B193-7316-45E0-8870-7051802025EE}" type="presParOf" srcId="{D8239902-6E97-4BDC-8372-5B21BD110E6A}" destId="{21AA7D1C-750D-4D36-A0A7-A4E413E7A4B2}" srcOrd="1" destOrd="0" presId="urn:microsoft.com/office/officeart/2018/2/layout/IconVerticalSolidList"/>
    <dgm:cxn modelId="{84BED364-EA17-41F6-B384-DC19426D826C}" type="presParOf" srcId="{D8239902-6E97-4BDC-8372-5B21BD110E6A}" destId="{9F46EE63-7424-43E4-8811-19D6449C0514}" srcOrd="2" destOrd="0" presId="urn:microsoft.com/office/officeart/2018/2/layout/IconVerticalSolidList"/>
    <dgm:cxn modelId="{DD3DE6E6-0BB2-4A0F-825A-7AC241B5F8B1}" type="presParOf" srcId="{D8239902-6E97-4BDC-8372-5B21BD110E6A}" destId="{4948D2F0-9338-4215-A193-DFBD7471DB8E}" srcOrd="3" destOrd="0" presId="urn:microsoft.com/office/officeart/2018/2/layout/IconVerticalSolidList"/>
    <dgm:cxn modelId="{85015B69-A2FE-4FEE-8F8B-6E1FEB6E06EE}" type="presParOf" srcId="{693156B1-ED98-4D63-B42E-E781B4FDF4B7}" destId="{20B51619-28C4-4ACE-8753-ADAC128AFD50}" srcOrd="1" destOrd="0" presId="urn:microsoft.com/office/officeart/2018/2/layout/IconVerticalSolidList"/>
    <dgm:cxn modelId="{CFDC5928-32FA-4CC1-997F-D8760FF1E0E2}" type="presParOf" srcId="{693156B1-ED98-4D63-B42E-E781B4FDF4B7}" destId="{E7F1D020-CEAB-43E5-A22E-6343D6946491}" srcOrd="2" destOrd="0" presId="urn:microsoft.com/office/officeart/2018/2/layout/IconVerticalSolidList"/>
    <dgm:cxn modelId="{4EC75FD4-26E2-4DA6-8D96-FC62FC26318B}" type="presParOf" srcId="{E7F1D020-CEAB-43E5-A22E-6343D6946491}" destId="{A9D34A47-80E6-4F69-9045-10E1E8BBA8FF}" srcOrd="0" destOrd="0" presId="urn:microsoft.com/office/officeart/2018/2/layout/IconVerticalSolidList"/>
    <dgm:cxn modelId="{3A2AFBCE-E523-4D74-AAF0-95C0CA76841D}" type="presParOf" srcId="{E7F1D020-CEAB-43E5-A22E-6343D6946491}" destId="{125A1D1C-8CD4-4BD3-B444-3F1B938673EA}" srcOrd="1" destOrd="0" presId="urn:microsoft.com/office/officeart/2018/2/layout/IconVerticalSolidList"/>
    <dgm:cxn modelId="{B5A15EC3-7FFD-45DB-8E98-FCA80D996796}" type="presParOf" srcId="{E7F1D020-CEAB-43E5-A22E-6343D6946491}" destId="{9FDB9C34-EF3A-4E2E-9E09-041725FE1ABD}" srcOrd="2" destOrd="0" presId="urn:microsoft.com/office/officeart/2018/2/layout/IconVerticalSolidList"/>
    <dgm:cxn modelId="{CBAE0B54-BDDF-4058-89D5-52E2A505540C}" type="presParOf" srcId="{E7F1D020-CEAB-43E5-A22E-6343D6946491}" destId="{FC18D079-4FA1-41A3-B846-E891DAF988B1}" srcOrd="3" destOrd="0" presId="urn:microsoft.com/office/officeart/2018/2/layout/IconVerticalSolidList"/>
    <dgm:cxn modelId="{0E7B26C8-3181-4905-981E-5FA9F1C16D48}" type="presParOf" srcId="{693156B1-ED98-4D63-B42E-E781B4FDF4B7}" destId="{2DC211E6-254E-4E6D-806A-FFC77A1D7DD0}" srcOrd="3" destOrd="0" presId="urn:microsoft.com/office/officeart/2018/2/layout/IconVerticalSolidList"/>
    <dgm:cxn modelId="{8FC5C0C1-01C2-40B0-A3BD-670414C37509}" type="presParOf" srcId="{693156B1-ED98-4D63-B42E-E781B4FDF4B7}" destId="{7194A547-2F41-4413-8252-D8732AFE627A}" srcOrd="4" destOrd="0" presId="urn:microsoft.com/office/officeart/2018/2/layout/IconVerticalSolidList"/>
    <dgm:cxn modelId="{3484990C-39A3-4AD5-B14C-DA4D079FCCB5}" type="presParOf" srcId="{7194A547-2F41-4413-8252-D8732AFE627A}" destId="{EFD1FF76-A854-4125-9A5E-C0F3F99D0E5D}" srcOrd="0" destOrd="0" presId="urn:microsoft.com/office/officeart/2018/2/layout/IconVerticalSolidList"/>
    <dgm:cxn modelId="{74D37DDC-9E68-4C22-84A3-BD4937CADF30}" type="presParOf" srcId="{7194A547-2F41-4413-8252-D8732AFE627A}" destId="{83103A8B-F415-4E2B-B44D-D3096DB0EED8}" srcOrd="1" destOrd="0" presId="urn:microsoft.com/office/officeart/2018/2/layout/IconVerticalSolidList"/>
    <dgm:cxn modelId="{498B5A5B-FF84-4A4A-AFB7-673993995CDC}" type="presParOf" srcId="{7194A547-2F41-4413-8252-D8732AFE627A}" destId="{4F552D95-76BA-4C64-8361-929E6411FE8F}" srcOrd="2" destOrd="0" presId="urn:microsoft.com/office/officeart/2018/2/layout/IconVerticalSolidList"/>
    <dgm:cxn modelId="{442058B7-B0CD-4357-BFF8-6D5817646654}" type="presParOf" srcId="{7194A547-2F41-4413-8252-D8732AFE627A}" destId="{391BEC10-6AA0-476C-ABCD-1F3E5D928372}" srcOrd="3" destOrd="0" presId="urn:microsoft.com/office/officeart/2018/2/layout/IconVerticalSolidList"/>
    <dgm:cxn modelId="{975C086A-9CA9-4E9D-85DB-16A41C73571F}" type="presParOf" srcId="{693156B1-ED98-4D63-B42E-E781B4FDF4B7}" destId="{98881D19-5722-486B-B429-83FE984C8844}" srcOrd="5" destOrd="0" presId="urn:microsoft.com/office/officeart/2018/2/layout/IconVerticalSolidList"/>
    <dgm:cxn modelId="{57E30C41-3745-48F7-93E5-5DC755632DC3}" type="presParOf" srcId="{693156B1-ED98-4D63-B42E-E781B4FDF4B7}" destId="{69EFEB61-6C4E-4DF9-9EF2-E5EF70B33697}" srcOrd="6" destOrd="0" presId="urn:microsoft.com/office/officeart/2018/2/layout/IconVerticalSolidList"/>
    <dgm:cxn modelId="{F707210C-3B19-43ED-8521-1CE108AD5D9F}" type="presParOf" srcId="{69EFEB61-6C4E-4DF9-9EF2-E5EF70B33697}" destId="{8D2877C6-D518-4B44-AAEA-4D9CBE8F209A}" srcOrd="0" destOrd="0" presId="urn:microsoft.com/office/officeart/2018/2/layout/IconVerticalSolidList"/>
    <dgm:cxn modelId="{C1CB51D4-9F81-4A4C-A303-8A14C7080C73}" type="presParOf" srcId="{69EFEB61-6C4E-4DF9-9EF2-E5EF70B33697}" destId="{67CB5B4E-4EEE-45BD-8542-0BD8FBD2C8E5}" srcOrd="1" destOrd="0" presId="urn:microsoft.com/office/officeart/2018/2/layout/IconVerticalSolidList"/>
    <dgm:cxn modelId="{72121140-97D3-4854-8D07-7DA044B161B5}" type="presParOf" srcId="{69EFEB61-6C4E-4DF9-9EF2-E5EF70B33697}" destId="{39890C6A-709E-418C-84DC-6BA3E4952B98}" srcOrd="2" destOrd="0" presId="urn:microsoft.com/office/officeart/2018/2/layout/IconVerticalSolidList"/>
    <dgm:cxn modelId="{FB7E90E6-0E2B-46C0-9C31-AC1642CAB44E}" type="presParOf" srcId="{69EFEB61-6C4E-4DF9-9EF2-E5EF70B33697}" destId="{F63289E0-BE0F-4BE2-AE6F-374B8FC7944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0927AD2A-A508-4A8B-89A7-B273858AE781}"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B3A35330-FC9B-4D38-B13E-728D6EC5C885}">
      <dgm:prSet/>
      <dgm:spPr/>
      <dgm:t>
        <a:bodyPr/>
        <a:lstStyle/>
        <a:p>
          <a:r>
            <a:rPr lang="en-MY" b="1"/>
            <a:t>Scalability:</a:t>
          </a:r>
          <a:r>
            <a:rPr lang="en-MY"/>
            <a:t> </a:t>
          </a:r>
          <a:endParaRPr lang="en-US"/>
        </a:p>
      </dgm:t>
    </dgm:pt>
    <dgm:pt modelId="{18CEFBC8-1E24-4945-9DF9-3AB26043010E}" type="parTrans" cxnId="{9D27EE23-C203-485B-914E-12F09743E92F}">
      <dgm:prSet/>
      <dgm:spPr/>
      <dgm:t>
        <a:bodyPr/>
        <a:lstStyle/>
        <a:p>
          <a:endParaRPr lang="en-US"/>
        </a:p>
      </dgm:t>
    </dgm:pt>
    <dgm:pt modelId="{A661A919-346D-467A-9A41-95AAFCDF448A}" type="sibTrans" cxnId="{9D27EE23-C203-485B-914E-12F09743E92F}">
      <dgm:prSet/>
      <dgm:spPr/>
      <dgm:t>
        <a:bodyPr/>
        <a:lstStyle/>
        <a:p>
          <a:endParaRPr lang="en-US"/>
        </a:p>
      </dgm:t>
    </dgm:pt>
    <dgm:pt modelId="{CD544286-6C6C-48F1-BE3B-F80B681D367C}">
      <dgm:prSet/>
      <dgm:spPr/>
      <dgm:t>
        <a:bodyPr/>
        <a:lstStyle/>
        <a:p>
          <a:r>
            <a:rPr lang="en-MY"/>
            <a:t>Must handle growing data.</a:t>
          </a:r>
          <a:endParaRPr lang="en-US"/>
        </a:p>
      </dgm:t>
    </dgm:pt>
    <dgm:pt modelId="{553F2E4D-B85F-4104-A42F-232026832DAD}" type="parTrans" cxnId="{AFA6E376-6F55-4B66-ACEB-CA85A3E9D6BD}">
      <dgm:prSet/>
      <dgm:spPr/>
      <dgm:t>
        <a:bodyPr/>
        <a:lstStyle/>
        <a:p>
          <a:endParaRPr lang="en-US"/>
        </a:p>
      </dgm:t>
    </dgm:pt>
    <dgm:pt modelId="{AD88B0FF-848F-4A7E-A1AF-66866EA3F4C9}" type="sibTrans" cxnId="{AFA6E376-6F55-4B66-ACEB-CA85A3E9D6BD}">
      <dgm:prSet/>
      <dgm:spPr/>
      <dgm:t>
        <a:bodyPr/>
        <a:lstStyle/>
        <a:p>
          <a:endParaRPr lang="en-US"/>
        </a:p>
      </dgm:t>
    </dgm:pt>
    <dgm:pt modelId="{86E035B2-2165-4FE1-9F01-4483F962CD82}">
      <dgm:prSet/>
      <dgm:spPr/>
      <dgm:t>
        <a:bodyPr/>
        <a:lstStyle/>
        <a:p>
          <a:r>
            <a:rPr lang="en-MY" b="1"/>
            <a:t>Interoperability:</a:t>
          </a:r>
          <a:r>
            <a:rPr lang="en-MY"/>
            <a:t> </a:t>
          </a:r>
          <a:endParaRPr lang="en-US"/>
        </a:p>
      </dgm:t>
    </dgm:pt>
    <dgm:pt modelId="{8623F7CD-C9A6-4341-9751-A8240903560D}" type="parTrans" cxnId="{3FE7EA98-DA1E-4DCD-B690-F548C669D312}">
      <dgm:prSet/>
      <dgm:spPr/>
      <dgm:t>
        <a:bodyPr/>
        <a:lstStyle/>
        <a:p>
          <a:endParaRPr lang="en-US"/>
        </a:p>
      </dgm:t>
    </dgm:pt>
    <dgm:pt modelId="{317E85C1-02E6-496D-AF72-CD73205DA460}" type="sibTrans" cxnId="{3FE7EA98-DA1E-4DCD-B690-F548C669D312}">
      <dgm:prSet/>
      <dgm:spPr/>
      <dgm:t>
        <a:bodyPr/>
        <a:lstStyle/>
        <a:p>
          <a:endParaRPr lang="en-US"/>
        </a:p>
      </dgm:t>
    </dgm:pt>
    <dgm:pt modelId="{D294FAB8-2CB3-4B11-B80D-1579251A8763}">
      <dgm:prSet/>
      <dgm:spPr/>
      <dgm:t>
        <a:bodyPr/>
        <a:lstStyle/>
        <a:p>
          <a:r>
            <a:rPr lang="en-MY"/>
            <a:t>Work with multiple environments.</a:t>
          </a:r>
          <a:endParaRPr lang="en-US"/>
        </a:p>
      </dgm:t>
    </dgm:pt>
    <dgm:pt modelId="{2EC067C9-4C82-4E9D-8AC2-F57E76623B66}" type="parTrans" cxnId="{3445C823-5CBB-4B2C-AD94-87FAD93B8F02}">
      <dgm:prSet/>
      <dgm:spPr/>
      <dgm:t>
        <a:bodyPr/>
        <a:lstStyle/>
        <a:p>
          <a:endParaRPr lang="en-US"/>
        </a:p>
      </dgm:t>
    </dgm:pt>
    <dgm:pt modelId="{26965E39-37CC-4A2C-99B6-781BA2ACA486}" type="sibTrans" cxnId="{3445C823-5CBB-4B2C-AD94-87FAD93B8F02}">
      <dgm:prSet/>
      <dgm:spPr/>
      <dgm:t>
        <a:bodyPr/>
        <a:lstStyle/>
        <a:p>
          <a:endParaRPr lang="en-US"/>
        </a:p>
      </dgm:t>
    </dgm:pt>
    <dgm:pt modelId="{42BC0359-1717-491E-A1C5-5672EB8470FF}">
      <dgm:prSet/>
      <dgm:spPr/>
      <dgm:t>
        <a:bodyPr/>
        <a:lstStyle/>
        <a:p>
          <a:r>
            <a:rPr lang="en-MY" b="1"/>
            <a:t>Security:</a:t>
          </a:r>
          <a:r>
            <a:rPr lang="en-MY"/>
            <a:t> </a:t>
          </a:r>
          <a:endParaRPr lang="en-US"/>
        </a:p>
      </dgm:t>
    </dgm:pt>
    <dgm:pt modelId="{04F18B78-AC20-4209-8AE1-33E7BCD4D847}" type="parTrans" cxnId="{81903492-E5DE-4A17-9546-4B75A2E4E03E}">
      <dgm:prSet/>
      <dgm:spPr/>
      <dgm:t>
        <a:bodyPr/>
        <a:lstStyle/>
        <a:p>
          <a:endParaRPr lang="en-US"/>
        </a:p>
      </dgm:t>
    </dgm:pt>
    <dgm:pt modelId="{F038D039-9B25-4039-8BAB-ED28B3DBD9EB}" type="sibTrans" cxnId="{81903492-E5DE-4A17-9546-4B75A2E4E03E}">
      <dgm:prSet/>
      <dgm:spPr/>
      <dgm:t>
        <a:bodyPr/>
        <a:lstStyle/>
        <a:p>
          <a:endParaRPr lang="en-US"/>
        </a:p>
      </dgm:t>
    </dgm:pt>
    <dgm:pt modelId="{D8D520E6-5450-4574-A049-C5102F74DFB8}">
      <dgm:prSet/>
      <dgm:spPr/>
      <dgm:t>
        <a:bodyPr/>
        <a:lstStyle/>
        <a:p>
          <a:r>
            <a:rPr lang="en-MY"/>
            <a:t>Data encryption and compliance support.</a:t>
          </a:r>
          <a:endParaRPr lang="en-US"/>
        </a:p>
      </dgm:t>
    </dgm:pt>
    <dgm:pt modelId="{468E8A11-35D7-4202-B48C-B7654695E738}" type="parTrans" cxnId="{C02B2BAF-83F7-4BAE-846E-34F330F9737C}">
      <dgm:prSet/>
      <dgm:spPr/>
      <dgm:t>
        <a:bodyPr/>
        <a:lstStyle/>
        <a:p>
          <a:endParaRPr lang="en-US"/>
        </a:p>
      </dgm:t>
    </dgm:pt>
    <dgm:pt modelId="{BFBD80EC-E6E8-4D5A-A54C-E5CCEABB96C8}" type="sibTrans" cxnId="{C02B2BAF-83F7-4BAE-846E-34F330F9737C}">
      <dgm:prSet/>
      <dgm:spPr/>
      <dgm:t>
        <a:bodyPr/>
        <a:lstStyle/>
        <a:p>
          <a:endParaRPr lang="en-US"/>
        </a:p>
      </dgm:t>
    </dgm:pt>
    <dgm:pt modelId="{12AD8C2B-FDFE-4819-9ABF-20E6ABC72A45}">
      <dgm:prSet/>
      <dgm:spPr/>
      <dgm:t>
        <a:bodyPr/>
        <a:lstStyle/>
        <a:p>
          <a:r>
            <a:rPr lang="en-MY" b="1"/>
            <a:t>Ease of Use:</a:t>
          </a:r>
          <a:r>
            <a:rPr lang="en-MY"/>
            <a:t> </a:t>
          </a:r>
          <a:endParaRPr lang="en-US"/>
        </a:p>
      </dgm:t>
    </dgm:pt>
    <dgm:pt modelId="{173F0039-3BE3-44B1-9695-A553FC3024EB}" type="parTrans" cxnId="{08B5A2B2-2ED9-43B6-B429-9E19ECC74268}">
      <dgm:prSet/>
      <dgm:spPr/>
      <dgm:t>
        <a:bodyPr/>
        <a:lstStyle/>
        <a:p>
          <a:endParaRPr lang="en-US"/>
        </a:p>
      </dgm:t>
    </dgm:pt>
    <dgm:pt modelId="{1BAA485A-3481-4F98-B56E-216B429E270F}" type="sibTrans" cxnId="{08B5A2B2-2ED9-43B6-B429-9E19ECC74268}">
      <dgm:prSet/>
      <dgm:spPr/>
      <dgm:t>
        <a:bodyPr/>
        <a:lstStyle/>
        <a:p>
          <a:endParaRPr lang="en-US"/>
        </a:p>
      </dgm:t>
    </dgm:pt>
    <dgm:pt modelId="{39A0A848-69A4-41AD-BB1C-4C35686E4B6F}">
      <dgm:prSet/>
      <dgm:spPr/>
      <dgm:t>
        <a:bodyPr/>
        <a:lstStyle/>
        <a:p>
          <a:r>
            <a:rPr lang="en-MY"/>
            <a:t>Low-code/drag-drop preferred.</a:t>
          </a:r>
          <a:endParaRPr lang="en-US"/>
        </a:p>
      </dgm:t>
    </dgm:pt>
    <dgm:pt modelId="{56D628EA-E135-42A9-9C65-4605C2D160C5}" type="parTrans" cxnId="{89458F93-DE53-43ED-A82F-3440D73DBF1D}">
      <dgm:prSet/>
      <dgm:spPr/>
      <dgm:t>
        <a:bodyPr/>
        <a:lstStyle/>
        <a:p>
          <a:endParaRPr lang="en-US"/>
        </a:p>
      </dgm:t>
    </dgm:pt>
    <dgm:pt modelId="{FFD658D4-46BF-4349-B5FA-23B7264FF0E8}" type="sibTrans" cxnId="{89458F93-DE53-43ED-A82F-3440D73DBF1D}">
      <dgm:prSet/>
      <dgm:spPr/>
      <dgm:t>
        <a:bodyPr/>
        <a:lstStyle/>
        <a:p>
          <a:endParaRPr lang="en-US"/>
        </a:p>
      </dgm:t>
    </dgm:pt>
    <dgm:pt modelId="{78C134C5-9DFB-BC49-B62E-9CA704ED0E14}" type="pres">
      <dgm:prSet presAssocID="{0927AD2A-A508-4A8B-89A7-B273858AE781}" presName="linear" presStyleCnt="0">
        <dgm:presLayoutVars>
          <dgm:dir/>
          <dgm:animLvl val="lvl"/>
          <dgm:resizeHandles val="exact"/>
        </dgm:presLayoutVars>
      </dgm:prSet>
      <dgm:spPr/>
    </dgm:pt>
    <dgm:pt modelId="{DB08DEE1-2557-134C-8D40-33685537ABC5}" type="pres">
      <dgm:prSet presAssocID="{B3A35330-FC9B-4D38-B13E-728D6EC5C885}" presName="parentLin" presStyleCnt="0"/>
      <dgm:spPr/>
    </dgm:pt>
    <dgm:pt modelId="{445E267A-0CA7-1544-9456-E6E55BC69976}" type="pres">
      <dgm:prSet presAssocID="{B3A35330-FC9B-4D38-B13E-728D6EC5C885}" presName="parentLeftMargin" presStyleLbl="node1" presStyleIdx="0" presStyleCnt="4"/>
      <dgm:spPr/>
    </dgm:pt>
    <dgm:pt modelId="{977C9921-DAFB-C145-B7F9-436E6E8F9688}" type="pres">
      <dgm:prSet presAssocID="{B3A35330-FC9B-4D38-B13E-728D6EC5C885}" presName="parentText" presStyleLbl="node1" presStyleIdx="0" presStyleCnt="4">
        <dgm:presLayoutVars>
          <dgm:chMax val="0"/>
          <dgm:bulletEnabled val="1"/>
        </dgm:presLayoutVars>
      </dgm:prSet>
      <dgm:spPr/>
    </dgm:pt>
    <dgm:pt modelId="{2358F12D-A8AA-BE48-BCF0-25DAE6002101}" type="pres">
      <dgm:prSet presAssocID="{B3A35330-FC9B-4D38-B13E-728D6EC5C885}" presName="negativeSpace" presStyleCnt="0"/>
      <dgm:spPr/>
    </dgm:pt>
    <dgm:pt modelId="{7904CF29-0F19-694C-8B52-4AA5809D8562}" type="pres">
      <dgm:prSet presAssocID="{B3A35330-FC9B-4D38-B13E-728D6EC5C885}" presName="childText" presStyleLbl="conFgAcc1" presStyleIdx="0" presStyleCnt="4">
        <dgm:presLayoutVars>
          <dgm:bulletEnabled val="1"/>
        </dgm:presLayoutVars>
      </dgm:prSet>
      <dgm:spPr/>
    </dgm:pt>
    <dgm:pt modelId="{1BE25C51-9C2B-474E-ADF4-4B9F58EFB535}" type="pres">
      <dgm:prSet presAssocID="{A661A919-346D-467A-9A41-95AAFCDF448A}" presName="spaceBetweenRectangles" presStyleCnt="0"/>
      <dgm:spPr/>
    </dgm:pt>
    <dgm:pt modelId="{35ECFC7E-374F-4D44-9255-1B5482676A7E}" type="pres">
      <dgm:prSet presAssocID="{86E035B2-2165-4FE1-9F01-4483F962CD82}" presName="parentLin" presStyleCnt="0"/>
      <dgm:spPr/>
    </dgm:pt>
    <dgm:pt modelId="{30AFE736-C491-084D-A583-74DB26CEFBC1}" type="pres">
      <dgm:prSet presAssocID="{86E035B2-2165-4FE1-9F01-4483F962CD82}" presName="parentLeftMargin" presStyleLbl="node1" presStyleIdx="0" presStyleCnt="4"/>
      <dgm:spPr/>
    </dgm:pt>
    <dgm:pt modelId="{BE0D5A6E-8B67-5C4D-AEE2-861C94A6A4F5}" type="pres">
      <dgm:prSet presAssocID="{86E035B2-2165-4FE1-9F01-4483F962CD82}" presName="parentText" presStyleLbl="node1" presStyleIdx="1" presStyleCnt="4">
        <dgm:presLayoutVars>
          <dgm:chMax val="0"/>
          <dgm:bulletEnabled val="1"/>
        </dgm:presLayoutVars>
      </dgm:prSet>
      <dgm:spPr/>
    </dgm:pt>
    <dgm:pt modelId="{1899DE13-12F5-224C-92C4-66CEFB8DEC23}" type="pres">
      <dgm:prSet presAssocID="{86E035B2-2165-4FE1-9F01-4483F962CD82}" presName="negativeSpace" presStyleCnt="0"/>
      <dgm:spPr/>
    </dgm:pt>
    <dgm:pt modelId="{DFAE0FD2-EA2E-1E45-8858-A9D575E2DB65}" type="pres">
      <dgm:prSet presAssocID="{86E035B2-2165-4FE1-9F01-4483F962CD82}" presName="childText" presStyleLbl="conFgAcc1" presStyleIdx="1" presStyleCnt="4">
        <dgm:presLayoutVars>
          <dgm:bulletEnabled val="1"/>
        </dgm:presLayoutVars>
      </dgm:prSet>
      <dgm:spPr/>
    </dgm:pt>
    <dgm:pt modelId="{0A1C8F9C-73EB-4740-B0C8-B9B949B38343}" type="pres">
      <dgm:prSet presAssocID="{317E85C1-02E6-496D-AF72-CD73205DA460}" presName="spaceBetweenRectangles" presStyleCnt="0"/>
      <dgm:spPr/>
    </dgm:pt>
    <dgm:pt modelId="{0AA7A1F9-C055-2A45-AA43-66622170BE93}" type="pres">
      <dgm:prSet presAssocID="{42BC0359-1717-491E-A1C5-5672EB8470FF}" presName="parentLin" presStyleCnt="0"/>
      <dgm:spPr/>
    </dgm:pt>
    <dgm:pt modelId="{6E8D4491-C729-C74C-96BE-C4D8815CCCE3}" type="pres">
      <dgm:prSet presAssocID="{42BC0359-1717-491E-A1C5-5672EB8470FF}" presName="parentLeftMargin" presStyleLbl="node1" presStyleIdx="1" presStyleCnt="4"/>
      <dgm:spPr/>
    </dgm:pt>
    <dgm:pt modelId="{CB7A0EC8-A328-E34A-B868-415C44F00608}" type="pres">
      <dgm:prSet presAssocID="{42BC0359-1717-491E-A1C5-5672EB8470FF}" presName="parentText" presStyleLbl="node1" presStyleIdx="2" presStyleCnt="4">
        <dgm:presLayoutVars>
          <dgm:chMax val="0"/>
          <dgm:bulletEnabled val="1"/>
        </dgm:presLayoutVars>
      </dgm:prSet>
      <dgm:spPr/>
    </dgm:pt>
    <dgm:pt modelId="{5CB90A28-3ADE-4541-822E-92E0963BED74}" type="pres">
      <dgm:prSet presAssocID="{42BC0359-1717-491E-A1C5-5672EB8470FF}" presName="negativeSpace" presStyleCnt="0"/>
      <dgm:spPr/>
    </dgm:pt>
    <dgm:pt modelId="{1EDF3799-ABF1-D94B-82FE-44B45E4BB78D}" type="pres">
      <dgm:prSet presAssocID="{42BC0359-1717-491E-A1C5-5672EB8470FF}" presName="childText" presStyleLbl="conFgAcc1" presStyleIdx="2" presStyleCnt="4">
        <dgm:presLayoutVars>
          <dgm:bulletEnabled val="1"/>
        </dgm:presLayoutVars>
      </dgm:prSet>
      <dgm:spPr/>
    </dgm:pt>
    <dgm:pt modelId="{ECD6A80B-0838-7D47-AD27-687237D3BC08}" type="pres">
      <dgm:prSet presAssocID="{F038D039-9B25-4039-8BAB-ED28B3DBD9EB}" presName="spaceBetweenRectangles" presStyleCnt="0"/>
      <dgm:spPr/>
    </dgm:pt>
    <dgm:pt modelId="{1B2429C0-D4B5-3F4E-9E4E-D66538C2B1A6}" type="pres">
      <dgm:prSet presAssocID="{12AD8C2B-FDFE-4819-9ABF-20E6ABC72A45}" presName="parentLin" presStyleCnt="0"/>
      <dgm:spPr/>
    </dgm:pt>
    <dgm:pt modelId="{26D50FF5-60A8-724F-8A00-78E6008712B0}" type="pres">
      <dgm:prSet presAssocID="{12AD8C2B-FDFE-4819-9ABF-20E6ABC72A45}" presName="parentLeftMargin" presStyleLbl="node1" presStyleIdx="2" presStyleCnt="4"/>
      <dgm:spPr/>
    </dgm:pt>
    <dgm:pt modelId="{7D315F4C-DEEA-5E4B-B87E-D89CE754D58C}" type="pres">
      <dgm:prSet presAssocID="{12AD8C2B-FDFE-4819-9ABF-20E6ABC72A45}" presName="parentText" presStyleLbl="node1" presStyleIdx="3" presStyleCnt="4">
        <dgm:presLayoutVars>
          <dgm:chMax val="0"/>
          <dgm:bulletEnabled val="1"/>
        </dgm:presLayoutVars>
      </dgm:prSet>
      <dgm:spPr/>
    </dgm:pt>
    <dgm:pt modelId="{99EC23F2-1462-B246-AA47-424C053E4DD0}" type="pres">
      <dgm:prSet presAssocID="{12AD8C2B-FDFE-4819-9ABF-20E6ABC72A45}" presName="negativeSpace" presStyleCnt="0"/>
      <dgm:spPr/>
    </dgm:pt>
    <dgm:pt modelId="{3D854039-8810-6E40-B6C3-269534632E59}" type="pres">
      <dgm:prSet presAssocID="{12AD8C2B-FDFE-4819-9ABF-20E6ABC72A45}" presName="childText" presStyleLbl="conFgAcc1" presStyleIdx="3" presStyleCnt="4">
        <dgm:presLayoutVars>
          <dgm:bulletEnabled val="1"/>
        </dgm:presLayoutVars>
      </dgm:prSet>
      <dgm:spPr/>
    </dgm:pt>
  </dgm:ptLst>
  <dgm:cxnLst>
    <dgm:cxn modelId="{09C2850F-061B-2340-BB18-95F20646E5D5}" type="presOf" srcId="{CD544286-6C6C-48F1-BE3B-F80B681D367C}" destId="{7904CF29-0F19-694C-8B52-4AA5809D8562}" srcOrd="0" destOrd="0" presId="urn:microsoft.com/office/officeart/2005/8/layout/list1"/>
    <dgm:cxn modelId="{8A3C461B-7E78-F049-AAA7-828679A83CC4}" type="presOf" srcId="{42BC0359-1717-491E-A1C5-5672EB8470FF}" destId="{CB7A0EC8-A328-E34A-B868-415C44F00608}" srcOrd="1" destOrd="0" presId="urn:microsoft.com/office/officeart/2005/8/layout/list1"/>
    <dgm:cxn modelId="{3388E71F-C7AA-6D4A-8CE7-D037FA8003EB}" type="presOf" srcId="{86E035B2-2165-4FE1-9F01-4483F962CD82}" destId="{BE0D5A6E-8B67-5C4D-AEE2-861C94A6A4F5}" srcOrd="1" destOrd="0" presId="urn:microsoft.com/office/officeart/2005/8/layout/list1"/>
    <dgm:cxn modelId="{3445C823-5CBB-4B2C-AD94-87FAD93B8F02}" srcId="{86E035B2-2165-4FE1-9F01-4483F962CD82}" destId="{D294FAB8-2CB3-4B11-B80D-1579251A8763}" srcOrd="0" destOrd="0" parTransId="{2EC067C9-4C82-4E9D-8AC2-F57E76623B66}" sibTransId="{26965E39-37CC-4A2C-99B6-781BA2ACA486}"/>
    <dgm:cxn modelId="{9D27EE23-C203-485B-914E-12F09743E92F}" srcId="{0927AD2A-A508-4A8B-89A7-B273858AE781}" destId="{B3A35330-FC9B-4D38-B13E-728D6EC5C885}" srcOrd="0" destOrd="0" parTransId="{18CEFBC8-1E24-4945-9DF9-3AB26043010E}" sibTransId="{A661A919-346D-467A-9A41-95AAFCDF448A}"/>
    <dgm:cxn modelId="{A79A323E-5DF4-3746-B8E1-8CFA4790A108}" type="presOf" srcId="{D8D520E6-5450-4574-A049-C5102F74DFB8}" destId="{1EDF3799-ABF1-D94B-82FE-44B45E4BB78D}" srcOrd="0" destOrd="0" presId="urn:microsoft.com/office/officeart/2005/8/layout/list1"/>
    <dgm:cxn modelId="{8C546F75-ADFA-9B43-973D-37A279097E30}" type="presOf" srcId="{42BC0359-1717-491E-A1C5-5672EB8470FF}" destId="{6E8D4491-C729-C74C-96BE-C4D8815CCCE3}" srcOrd="0" destOrd="0" presId="urn:microsoft.com/office/officeart/2005/8/layout/list1"/>
    <dgm:cxn modelId="{AFA6E376-6F55-4B66-ACEB-CA85A3E9D6BD}" srcId="{B3A35330-FC9B-4D38-B13E-728D6EC5C885}" destId="{CD544286-6C6C-48F1-BE3B-F80B681D367C}" srcOrd="0" destOrd="0" parTransId="{553F2E4D-B85F-4104-A42F-232026832DAD}" sibTransId="{AD88B0FF-848F-4A7E-A1AF-66866EA3F4C9}"/>
    <dgm:cxn modelId="{8B5AA27A-FEF1-4D46-8D2F-DE29D1AC7850}" type="presOf" srcId="{B3A35330-FC9B-4D38-B13E-728D6EC5C885}" destId="{445E267A-0CA7-1544-9456-E6E55BC69976}" srcOrd="0" destOrd="0" presId="urn:microsoft.com/office/officeart/2005/8/layout/list1"/>
    <dgm:cxn modelId="{34BE738A-696E-9E4C-A3BB-455F4E159BB6}" type="presOf" srcId="{39A0A848-69A4-41AD-BB1C-4C35686E4B6F}" destId="{3D854039-8810-6E40-B6C3-269534632E59}" srcOrd="0" destOrd="0" presId="urn:microsoft.com/office/officeart/2005/8/layout/list1"/>
    <dgm:cxn modelId="{81903492-E5DE-4A17-9546-4B75A2E4E03E}" srcId="{0927AD2A-A508-4A8B-89A7-B273858AE781}" destId="{42BC0359-1717-491E-A1C5-5672EB8470FF}" srcOrd="2" destOrd="0" parTransId="{04F18B78-AC20-4209-8AE1-33E7BCD4D847}" sibTransId="{F038D039-9B25-4039-8BAB-ED28B3DBD9EB}"/>
    <dgm:cxn modelId="{89458F93-DE53-43ED-A82F-3440D73DBF1D}" srcId="{12AD8C2B-FDFE-4819-9ABF-20E6ABC72A45}" destId="{39A0A848-69A4-41AD-BB1C-4C35686E4B6F}" srcOrd="0" destOrd="0" parTransId="{56D628EA-E135-42A9-9C65-4605C2D160C5}" sibTransId="{FFD658D4-46BF-4349-B5FA-23B7264FF0E8}"/>
    <dgm:cxn modelId="{3FE7EA98-DA1E-4DCD-B690-F548C669D312}" srcId="{0927AD2A-A508-4A8B-89A7-B273858AE781}" destId="{86E035B2-2165-4FE1-9F01-4483F962CD82}" srcOrd="1" destOrd="0" parTransId="{8623F7CD-C9A6-4341-9751-A8240903560D}" sibTransId="{317E85C1-02E6-496D-AF72-CD73205DA460}"/>
    <dgm:cxn modelId="{CE5CC69E-A705-3640-89EB-96549CAC6AB5}" type="presOf" srcId="{B3A35330-FC9B-4D38-B13E-728D6EC5C885}" destId="{977C9921-DAFB-C145-B7F9-436E6E8F9688}" srcOrd="1" destOrd="0" presId="urn:microsoft.com/office/officeart/2005/8/layout/list1"/>
    <dgm:cxn modelId="{C02B2BAF-83F7-4BAE-846E-34F330F9737C}" srcId="{42BC0359-1717-491E-A1C5-5672EB8470FF}" destId="{D8D520E6-5450-4574-A049-C5102F74DFB8}" srcOrd="0" destOrd="0" parTransId="{468E8A11-35D7-4202-B48C-B7654695E738}" sibTransId="{BFBD80EC-E6E8-4D5A-A54C-E5CCEABB96C8}"/>
    <dgm:cxn modelId="{08B5A2B2-2ED9-43B6-B429-9E19ECC74268}" srcId="{0927AD2A-A508-4A8B-89A7-B273858AE781}" destId="{12AD8C2B-FDFE-4819-9ABF-20E6ABC72A45}" srcOrd="3" destOrd="0" parTransId="{173F0039-3BE3-44B1-9695-A553FC3024EB}" sibTransId="{1BAA485A-3481-4F98-B56E-216B429E270F}"/>
    <dgm:cxn modelId="{C3C837B8-480F-B84E-8044-8534BB7C3F2E}" type="presOf" srcId="{12AD8C2B-FDFE-4819-9ABF-20E6ABC72A45}" destId="{7D315F4C-DEEA-5E4B-B87E-D89CE754D58C}" srcOrd="1" destOrd="0" presId="urn:microsoft.com/office/officeart/2005/8/layout/list1"/>
    <dgm:cxn modelId="{649D5BB9-031B-AA49-AAC6-770011BE9291}" type="presOf" srcId="{86E035B2-2165-4FE1-9F01-4483F962CD82}" destId="{30AFE736-C491-084D-A583-74DB26CEFBC1}" srcOrd="0" destOrd="0" presId="urn:microsoft.com/office/officeart/2005/8/layout/list1"/>
    <dgm:cxn modelId="{6521AAD2-706D-A34E-890A-F79130258EC0}" type="presOf" srcId="{D294FAB8-2CB3-4B11-B80D-1579251A8763}" destId="{DFAE0FD2-EA2E-1E45-8858-A9D575E2DB65}" srcOrd="0" destOrd="0" presId="urn:microsoft.com/office/officeart/2005/8/layout/list1"/>
    <dgm:cxn modelId="{0968CAEC-7A23-1F4D-94A1-43B39695D6FB}" type="presOf" srcId="{0927AD2A-A508-4A8B-89A7-B273858AE781}" destId="{78C134C5-9DFB-BC49-B62E-9CA704ED0E14}" srcOrd="0" destOrd="0" presId="urn:microsoft.com/office/officeart/2005/8/layout/list1"/>
    <dgm:cxn modelId="{A1FC9CF7-1403-5B45-A840-C6B8D4A9C158}" type="presOf" srcId="{12AD8C2B-FDFE-4819-9ABF-20E6ABC72A45}" destId="{26D50FF5-60A8-724F-8A00-78E6008712B0}" srcOrd="0" destOrd="0" presId="urn:microsoft.com/office/officeart/2005/8/layout/list1"/>
    <dgm:cxn modelId="{4DE1AF14-B3CC-E74E-8841-503531F3781F}" type="presParOf" srcId="{78C134C5-9DFB-BC49-B62E-9CA704ED0E14}" destId="{DB08DEE1-2557-134C-8D40-33685537ABC5}" srcOrd="0" destOrd="0" presId="urn:microsoft.com/office/officeart/2005/8/layout/list1"/>
    <dgm:cxn modelId="{0D7A0583-E505-3C41-A02F-561CD47F6F4F}" type="presParOf" srcId="{DB08DEE1-2557-134C-8D40-33685537ABC5}" destId="{445E267A-0CA7-1544-9456-E6E55BC69976}" srcOrd="0" destOrd="0" presId="urn:microsoft.com/office/officeart/2005/8/layout/list1"/>
    <dgm:cxn modelId="{2C81CB5A-5DE0-7B4E-B167-ACB2AC5B665D}" type="presParOf" srcId="{DB08DEE1-2557-134C-8D40-33685537ABC5}" destId="{977C9921-DAFB-C145-B7F9-436E6E8F9688}" srcOrd="1" destOrd="0" presId="urn:microsoft.com/office/officeart/2005/8/layout/list1"/>
    <dgm:cxn modelId="{256CC793-B898-464F-A84C-FC4EAE629CE6}" type="presParOf" srcId="{78C134C5-9DFB-BC49-B62E-9CA704ED0E14}" destId="{2358F12D-A8AA-BE48-BCF0-25DAE6002101}" srcOrd="1" destOrd="0" presId="urn:microsoft.com/office/officeart/2005/8/layout/list1"/>
    <dgm:cxn modelId="{92B90ECE-7723-034A-AE69-97BB571262ED}" type="presParOf" srcId="{78C134C5-9DFB-BC49-B62E-9CA704ED0E14}" destId="{7904CF29-0F19-694C-8B52-4AA5809D8562}" srcOrd="2" destOrd="0" presId="urn:microsoft.com/office/officeart/2005/8/layout/list1"/>
    <dgm:cxn modelId="{F0626D62-FF6F-7749-8B0D-15229D7FCAB5}" type="presParOf" srcId="{78C134C5-9DFB-BC49-B62E-9CA704ED0E14}" destId="{1BE25C51-9C2B-474E-ADF4-4B9F58EFB535}" srcOrd="3" destOrd="0" presId="urn:microsoft.com/office/officeart/2005/8/layout/list1"/>
    <dgm:cxn modelId="{3D37F81B-7CDF-FA42-B857-3D0127F5FCE1}" type="presParOf" srcId="{78C134C5-9DFB-BC49-B62E-9CA704ED0E14}" destId="{35ECFC7E-374F-4D44-9255-1B5482676A7E}" srcOrd="4" destOrd="0" presId="urn:microsoft.com/office/officeart/2005/8/layout/list1"/>
    <dgm:cxn modelId="{0C3BF7EE-5890-2047-9FA2-485FB1ADEAD0}" type="presParOf" srcId="{35ECFC7E-374F-4D44-9255-1B5482676A7E}" destId="{30AFE736-C491-084D-A583-74DB26CEFBC1}" srcOrd="0" destOrd="0" presId="urn:microsoft.com/office/officeart/2005/8/layout/list1"/>
    <dgm:cxn modelId="{C00D88E6-86CD-1B41-A6DA-D27DF11B0A6A}" type="presParOf" srcId="{35ECFC7E-374F-4D44-9255-1B5482676A7E}" destId="{BE0D5A6E-8B67-5C4D-AEE2-861C94A6A4F5}" srcOrd="1" destOrd="0" presId="urn:microsoft.com/office/officeart/2005/8/layout/list1"/>
    <dgm:cxn modelId="{306D1FAB-2047-9E4C-A1A2-D99FF0AE6CF6}" type="presParOf" srcId="{78C134C5-9DFB-BC49-B62E-9CA704ED0E14}" destId="{1899DE13-12F5-224C-92C4-66CEFB8DEC23}" srcOrd="5" destOrd="0" presId="urn:microsoft.com/office/officeart/2005/8/layout/list1"/>
    <dgm:cxn modelId="{150242C7-6B7A-B444-8666-158E5E176783}" type="presParOf" srcId="{78C134C5-9DFB-BC49-B62E-9CA704ED0E14}" destId="{DFAE0FD2-EA2E-1E45-8858-A9D575E2DB65}" srcOrd="6" destOrd="0" presId="urn:microsoft.com/office/officeart/2005/8/layout/list1"/>
    <dgm:cxn modelId="{7A41B734-D83A-7D44-9F6C-1B696941FE6E}" type="presParOf" srcId="{78C134C5-9DFB-BC49-B62E-9CA704ED0E14}" destId="{0A1C8F9C-73EB-4740-B0C8-B9B949B38343}" srcOrd="7" destOrd="0" presId="urn:microsoft.com/office/officeart/2005/8/layout/list1"/>
    <dgm:cxn modelId="{2D211518-6E3F-1F4B-8020-259404B93CD6}" type="presParOf" srcId="{78C134C5-9DFB-BC49-B62E-9CA704ED0E14}" destId="{0AA7A1F9-C055-2A45-AA43-66622170BE93}" srcOrd="8" destOrd="0" presId="urn:microsoft.com/office/officeart/2005/8/layout/list1"/>
    <dgm:cxn modelId="{4B8ED8FE-A1E2-F143-B5C0-D357F479534C}" type="presParOf" srcId="{0AA7A1F9-C055-2A45-AA43-66622170BE93}" destId="{6E8D4491-C729-C74C-96BE-C4D8815CCCE3}" srcOrd="0" destOrd="0" presId="urn:microsoft.com/office/officeart/2005/8/layout/list1"/>
    <dgm:cxn modelId="{1335AB9C-DCB3-DB47-9EA5-36424AFE8C2F}" type="presParOf" srcId="{0AA7A1F9-C055-2A45-AA43-66622170BE93}" destId="{CB7A0EC8-A328-E34A-B868-415C44F00608}" srcOrd="1" destOrd="0" presId="urn:microsoft.com/office/officeart/2005/8/layout/list1"/>
    <dgm:cxn modelId="{4DF62ACC-E22F-2943-9E7E-5E8D051CC205}" type="presParOf" srcId="{78C134C5-9DFB-BC49-B62E-9CA704ED0E14}" destId="{5CB90A28-3ADE-4541-822E-92E0963BED74}" srcOrd="9" destOrd="0" presId="urn:microsoft.com/office/officeart/2005/8/layout/list1"/>
    <dgm:cxn modelId="{7EB75154-7F11-1845-9A3F-0035A576E815}" type="presParOf" srcId="{78C134C5-9DFB-BC49-B62E-9CA704ED0E14}" destId="{1EDF3799-ABF1-D94B-82FE-44B45E4BB78D}" srcOrd="10" destOrd="0" presId="urn:microsoft.com/office/officeart/2005/8/layout/list1"/>
    <dgm:cxn modelId="{33DBBB1C-2D98-B640-8F9C-3DC39D820E23}" type="presParOf" srcId="{78C134C5-9DFB-BC49-B62E-9CA704ED0E14}" destId="{ECD6A80B-0838-7D47-AD27-687237D3BC08}" srcOrd="11" destOrd="0" presId="urn:microsoft.com/office/officeart/2005/8/layout/list1"/>
    <dgm:cxn modelId="{C76D689B-3BE1-1548-B033-401F4E34A602}" type="presParOf" srcId="{78C134C5-9DFB-BC49-B62E-9CA704ED0E14}" destId="{1B2429C0-D4B5-3F4E-9E4E-D66538C2B1A6}" srcOrd="12" destOrd="0" presId="urn:microsoft.com/office/officeart/2005/8/layout/list1"/>
    <dgm:cxn modelId="{179A68B6-E774-0143-B617-A207375168E2}" type="presParOf" srcId="{1B2429C0-D4B5-3F4E-9E4E-D66538C2B1A6}" destId="{26D50FF5-60A8-724F-8A00-78E6008712B0}" srcOrd="0" destOrd="0" presId="urn:microsoft.com/office/officeart/2005/8/layout/list1"/>
    <dgm:cxn modelId="{2B321A31-D612-0A46-A219-D82D08FCDA50}" type="presParOf" srcId="{1B2429C0-D4B5-3F4E-9E4E-D66538C2B1A6}" destId="{7D315F4C-DEEA-5E4B-B87E-D89CE754D58C}" srcOrd="1" destOrd="0" presId="urn:microsoft.com/office/officeart/2005/8/layout/list1"/>
    <dgm:cxn modelId="{DEF840EA-1CAC-7C43-AF4D-0A1F045CDCBC}" type="presParOf" srcId="{78C134C5-9DFB-BC49-B62E-9CA704ED0E14}" destId="{99EC23F2-1462-B246-AA47-424C053E4DD0}" srcOrd="13" destOrd="0" presId="urn:microsoft.com/office/officeart/2005/8/layout/list1"/>
    <dgm:cxn modelId="{1C7965E9-6286-984E-90C4-8A161B3A0349}" type="presParOf" srcId="{78C134C5-9DFB-BC49-B62E-9CA704ED0E14}" destId="{3D854039-8810-6E40-B6C3-269534632E5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55CB2977-7A6F-4D20-94A7-998DB729B8E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4DE0290-5128-4E12-99FA-FAF240ACE1CF}">
      <dgm:prSet/>
      <dgm:spPr/>
      <dgm:t>
        <a:bodyPr/>
        <a:lstStyle/>
        <a:p>
          <a:pPr>
            <a:lnSpc>
              <a:spcPct val="100000"/>
            </a:lnSpc>
          </a:pPr>
          <a:r>
            <a:rPr lang="en-MY" b="1"/>
            <a:t>Low-code iPaaS (Integration Platform as a Service)</a:t>
          </a:r>
          <a:endParaRPr lang="en-US"/>
        </a:p>
      </dgm:t>
    </dgm:pt>
    <dgm:pt modelId="{14125549-2313-4C4E-8789-65E0BC85D72E}" type="parTrans" cxnId="{948231DE-5F36-4186-85CB-268E7E8B1BA7}">
      <dgm:prSet/>
      <dgm:spPr/>
      <dgm:t>
        <a:bodyPr/>
        <a:lstStyle/>
        <a:p>
          <a:endParaRPr lang="en-US"/>
        </a:p>
      </dgm:t>
    </dgm:pt>
    <dgm:pt modelId="{81724048-267A-46BD-8EB6-EEEA22815054}" type="sibTrans" cxnId="{948231DE-5F36-4186-85CB-268E7E8B1BA7}">
      <dgm:prSet/>
      <dgm:spPr/>
      <dgm:t>
        <a:bodyPr/>
        <a:lstStyle/>
        <a:p>
          <a:endParaRPr lang="en-US"/>
        </a:p>
      </dgm:t>
    </dgm:pt>
    <dgm:pt modelId="{D7D7413D-F639-47BE-828A-97EE7733BB12}">
      <dgm:prSet/>
      <dgm:spPr/>
      <dgm:t>
        <a:bodyPr/>
        <a:lstStyle/>
        <a:p>
          <a:pPr>
            <a:lnSpc>
              <a:spcPct val="100000"/>
            </a:lnSpc>
          </a:pPr>
          <a:r>
            <a:rPr lang="en-MY"/>
            <a:t>Supports connecting cloud and on-premise systems.</a:t>
          </a:r>
          <a:endParaRPr lang="en-US"/>
        </a:p>
      </dgm:t>
    </dgm:pt>
    <dgm:pt modelId="{D847B77B-0820-4F6F-BC25-6AB6522D15F4}" type="parTrans" cxnId="{9585B1C0-525D-4791-A444-953CFD585A9F}">
      <dgm:prSet/>
      <dgm:spPr/>
      <dgm:t>
        <a:bodyPr/>
        <a:lstStyle/>
        <a:p>
          <a:endParaRPr lang="en-US"/>
        </a:p>
      </dgm:t>
    </dgm:pt>
    <dgm:pt modelId="{A197D695-7E82-483D-8EFB-CF4E94D3DB91}" type="sibTrans" cxnId="{9585B1C0-525D-4791-A444-953CFD585A9F}">
      <dgm:prSet/>
      <dgm:spPr/>
      <dgm:t>
        <a:bodyPr/>
        <a:lstStyle/>
        <a:p>
          <a:endParaRPr lang="en-US"/>
        </a:p>
      </dgm:t>
    </dgm:pt>
    <dgm:pt modelId="{610501C6-3DCD-44E2-B6BF-59A3250E8F27}">
      <dgm:prSet/>
      <dgm:spPr/>
      <dgm:t>
        <a:bodyPr/>
        <a:lstStyle/>
        <a:p>
          <a:pPr>
            <a:lnSpc>
              <a:spcPct val="100000"/>
            </a:lnSpc>
          </a:pPr>
          <a:r>
            <a:rPr lang="en-MY"/>
            <a:t>Visual data mapping and transformation.</a:t>
          </a:r>
          <a:endParaRPr lang="en-US"/>
        </a:p>
      </dgm:t>
    </dgm:pt>
    <dgm:pt modelId="{C61AFF69-FA70-4672-8D84-6A064FFE2D0C}" type="parTrans" cxnId="{260F41EA-637D-4B8A-8ADB-678A68854C70}">
      <dgm:prSet/>
      <dgm:spPr/>
      <dgm:t>
        <a:bodyPr/>
        <a:lstStyle/>
        <a:p>
          <a:endParaRPr lang="en-US"/>
        </a:p>
      </dgm:t>
    </dgm:pt>
    <dgm:pt modelId="{866891FB-F5AC-4C8A-B0E4-8A9DEE66091F}" type="sibTrans" cxnId="{260F41EA-637D-4B8A-8ADB-678A68854C70}">
      <dgm:prSet/>
      <dgm:spPr/>
      <dgm:t>
        <a:bodyPr/>
        <a:lstStyle/>
        <a:p>
          <a:endParaRPr lang="en-US"/>
        </a:p>
      </dgm:t>
    </dgm:pt>
    <dgm:pt modelId="{39C7169B-4A09-428B-841F-C551ED9C5951}">
      <dgm:prSet/>
      <dgm:spPr/>
      <dgm:t>
        <a:bodyPr/>
        <a:lstStyle/>
        <a:p>
          <a:pPr>
            <a:lnSpc>
              <a:spcPct val="100000"/>
            </a:lnSpc>
          </a:pPr>
          <a:r>
            <a:rPr lang="en-MY"/>
            <a:t>Real-time and scheduled integrations.</a:t>
          </a:r>
          <a:endParaRPr lang="en-US"/>
        </a:p>
      </dgm:t>
    </dgm:pt>
    <dgm:pt modelId="{CD572A7B-E58F-4AF2-8F68-22485CCF0A64}" type="parTrans" cxnId="{3E62C170-2AF1-4FB7-9713-9EF556772478}">
      <dgm:prSet/>
      <dgm:spPr/>
      <dgm:t>
        <a:bodyPr/>
        <a:lstStyle/>
        <a:p>
          <a:endParaRPr lang="en-US"/>
        </a:p>
      </dgm:t>
    </dgm:pt>
    <dgm:pt modelId="{01ACD61C-43A9-4322-B178-9BE1549BE245}" type="sibTrans" cxnId="{3E62C170-2AF1-4FB7-9713-9EF556772478}">
      <dgm:prSet/>
      <dgm:spPr/>
      <dgm:t>
        <a:bodyPr/>
        <a:lstStyle/>
        <a:p>
          <a:endParaRPr lang="en-US"/>
        </a:p>
      </dgm:t>
    </dgm:pt>
    <dgm:pt modelId="{1D179843-79BE-4400-8C48-2D12600AC1EA}" type="pres">
      <dgm:prSet presAssocID="{55CB2977-7A6F-4D20-94A7-998DB729B8EA}" presName="root" presStyleCnt="0">
        <dgm:presLayoutVars>
          <dgm:dir/>
          <dgm:resizeHandles val="exact"/>
        </dgm:presLayoutVars>
      </dgm:prSet>
      <dgm:spPr/>
    </dgm:pt>
    <dgm:pt modelId="{3EACA1AD-CDB8-4712-8D38-B651C38D3686}" type="pres">
      <dgm:prSet presAssocID="{F4DE0290-5128-4E12-99FA-FAF240ACE1CF}" presName="compNode" presStyleCnt="0"/>
      <dgm:spPr/>
    </dgm:pt>
    <dgm:pt modelId="{845AE7AA-A1F7-4B41-96A0-9DFA237CDD41}" type="pres">
      <dgm:prSet presAssocID="{F4DE0290-5128-4E12-99FA-FAF240ACE1C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5DB9E725-DFC9-4DE5-B50B-3C946A445480}" type="pres">
      <dgm:prSet presAssocID="{F4DE0290-5128-4E12-99FA-FAF240ACE1CF}" presName="spaceRect" presStyleCnt="0"/>
      <dgm:spPr/>
    </dgm:pt>
    <dgm:pt modelId="{B6BB21EF-B8CB-46D4-BEE3-AE3CE7424BF3}" type="pres">
      <dgm:prSet presAssocID="{F4DE0290-5128-4E12-99FA-FAF240ACE1CF}" presName="textRect" presStyleLbl="revTx" presStyleIdx="0" presStyleCnt="4">
        <dgm:presLayoutVars>
          <dgm:chMax val="1"/>
          <dgm:chPref val="1"/>
        </dgm:presLayoutVars>
      </dgm:prSet>
      <dgm:spPr/>
    </dgm:pt>
    <dgm:pt modelId="{E7F85D74-B5E8-4338-949A-135C7C630101}" type="pres">
      <dgm:prSet presAssocID="{81724048-267A-46BD-8EB6-EEEA22815054}" presName="sibTrans" presStyleCnt="0"/>
      <dgm:spPr/>
    </dgm:pt>
    <dgm:pt modelId="{D659D497-9351-4B77-AFFC-CEAA646B6247}" type="pres">
      <dgm:prSet presAssocID="{D7D7413D-F639-47BE-828A-97EE7733BB12}" presName="compNode" presStyleCnt="0"/>
      <dgm:spPr/>
    </dgm:pt>
    <dgm:pt modelId="{CE4E7EAF-2E26-4FFD-9A4E-627952E988F5}" type="pres">
      <dgm:prSet presAssocID="{D7D7413D-F639-47BE-828A-97EE7733BB1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3271A513-B3F4-4666-A90A-6DB34A8678DC}" type="pres">
      <dgm:prSet presAssocID="{D7D7413D-F639-47BE-828A-97EE7733BB12}" presName="spaceRect" presStyleCnt="0"/>
      <dgm:spPr/>
    </dgm:pt>
    <dgm:pt modelId="{BF6B9FE0-686A-4DDC-897D-6EF8B83ADD04}" type="pres">
      <dgm:prSet presAssocID="{D7D7413D-F639-47BE-828A-97EE7733BB12}" presName="textRect" presStyleLbl="revTx" presStyleIdx="1" presStyleCnt="4">
        <dgm:presLayoutVars>
          <dgm:chMax val="1"/>
          <dgm:chPref val="1"/>
        </dgm:presLayoutVars>
      </dgm:prSet>
      <dgm:spPr/>
    </dgm:pt>
    <dgm:pt modelId="{C573CA27-4399-46D7-B559-4B5849834C81}" type="pres">
      <dgm:prSet presAssocID="{A197D695-7E82-483D-8EFB-CF4E94D3DB91}" presName="sibTrans" presStyleCnt="0"/>
      <dgm:spPr/>
    </dgm:pt>
    <dgm:pt modelId="{02B9615F-6FF1-4311-85EE-1AF33A7ADE9B}" type="pres">
      <dgm:prSet presAssocID="{610501C6-3DCD-44E2-B6BF-59A3250E8F27}" presName="compNode" presStyleCnt="0"/>
      <dgm:spPr/>
    </dgm:pt>
    <dgm:pt modelId="{598D1C03-2871-4BEE-8144-180AD9008C4D}" type="pres">
      <dgm:prSet presAssocID="{610501C6-3DCD-44E2-B6BF-59A3250E8F2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laybook"/>
        </a:ext>
      </dgm:extLst>
    </dgm:pt>
    <dgm:pt modelId="{6909B1BE-6A8F-4D80-8CE1-27E630C89117}" type="pres">
      <dgm:prSet presAssocID="{610501C6-3DCD-44E2-B6BF-59A3250E8F27}" presName="spaceRect" presStyleCnt="0"/>
      <dgm:spPr/>
    </dgm:pt>
    <dgm:pt modelId="{A6AF3A4D-801D-4C04-8DC3-5891FB4FF34C}" type="pres">
      <dgm:prSet presAssocID="{610501C6-3DCD-44E2-B6BF-59A3250E8F27}" presName="textRect" presStyleLbl="revTx" presStyleIdx="2" presStyleCnt="4">
        <dgm:presLayoutVars>
          <dgm:chMax val="1"/>
          <dgm:chPref val="1"/>
        </dgm:presLayoutVars>
      </dgm:prSet>
      <dgm:spPr/>
    </dgm:pt>
    <dgm:pt modelId="{C9BAE340-594A-4C7B-ADE6-ED31710943ED}" type="pres">
      <dgm:prSet presAssocID="{866891FB-F5AC-4C8A-B0E4-8A9DEE66091F}" presName="sibTrans" presStyleCnt="0"/>
      <dgm:spPr/>
    </dgm:pt>
    <dgm:pt modelId="{557569D7-13BB-4EA8-BA8F-FF9C6AF8ED19}" type="pres">
      <dgm:prSet presAssocID="{39C7169B-4A09-428B-841F-C551ED9C5951}" presName="compNode" presStyleCnt="0"/>
      <dgm:spPr/>
    </dgm:pt>
    <dgm:pt modelId="{4BBF32E5-F8BF-45FD-846D-37D26548BDC6}" type="pres">
      <dgm:prSet presAssocID="{39C7169B-4A09-428B-841F-C551ED9C595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nthly calendar"/>
        </a:ext>
      </dgm:extLst>
    </dgm:pt>
    <dgm:pt modelId="{4EFE8D13-60A1-422B-91CF-CCF85C860964}" type="pres">
      <dgm:prSet presAssocID="{39C7169B-4A09-428B-841F-C551ED9C5951}" presName="spaceRect" presStyleCnt="0"/>
      <dgm:spPr/>
    </dgm:pt>
    <dgm:pt modelId="{5511A2DE-0B62-40E9-B31E-BD3BD728FC5E}" type="pres">
      <dgm:prSet presAssocID="{39C7169B-4A09-428B-841F-C551ED9C5951}" presName="textRect" presStyleLbl="revTx" presStyleIdx="3" presStyleCnt="4">
        <dgm:presLayoutVars>
          <dgm:chMax val="1"/>
          <dgm:chPref val="1"/>
        </dgm:presLayoutVars>
      </dgm:prSet>
      <dgm:spPr/>
    </dgm:pt>
  </dgm:ptLst>
  <dgm:cxnLst>
    <dgm:cxn modelId="{7CC8BE10-B25E-408F-AAC4-19EE9F7B2CA4}" type="presOf" srcId="{55CB2977-7A6F-4D20-94A7-998DB729B8EA}" destId="{1D179843-79BE-4400-8C48-2D12600AC1EA}" srcOrd="0" destOrd="0" presId="urn:microsoft.com/office/officeart/2018/2/layout/IconLabelList"/>
    <dgm:cxn modelId="{B67E6C16-A4E7-4521-8C1D-203AFD8006C5}" type="presOf" srcId="{D7D7413D-F639-47BE-828A-97EE7733BB12}" destId="{BF6B9FE0-686A-4DDC-897D-6EF8B83ADD04}" srcOrd="0" destOrd="0" presId="urn:microsoft.com/office/officeart/2018/2/layout/IconLabelList"/>
    <dgm:cxn modelId="{3E62C170-2AF1-4FB7-9713-9EF556772478}" srcId="{55CB2977-7A6F-4D20-94A7-998DB729B8EA}" destId="{39C7169B-4A09-428B-841F-C551ED9C5951}" srcOrd="3" destOrd="0" parTransId="{CD572A7B-E58F-4AF2-8F68-22485CCF0A64}" sibTransId="{01ACD61C-43A9-4322-B178-9BE1549BE245}"/>
    <dgm:cxn modelId="{6805A9A4-6B06-4525-8CD7-A16F1D4F9399}" type="presOf" srcId="{F4DE0290-5128-4E12-99FA-FAF240ACE1CF}" destId="{B6BB21EF-B8CB-46D4-BEE3-AE3CE7424BF3}" srcOrd="0" destOrd="0" presId="urn:microsoft.com/office/officeart/2018/2/layout/IconLabelList"/>
    <dgm:cxn modelId="{5EC4E5BA-4EB7-4007-944C-B3EB3F9D5457}" type="presOf" srcId="{39C7169B-4A09-428B-841F-C551ED9C5951}" destId="{5511A2DE-0B62-40E9-B31E-BD3BD728FC5E}" srcOrd="0" destOrd="0" presId="urn:microsoft.com/office/officeart/2018/2/layout/IconLabelList"/>
    <dgm:cxn modelId="{9585B1C0-525D-4791-A444-953CFD585A9F}" srcId="{55CB2977-7A6F-4D20-94A7-998DB729B8EA}" destId="{D7D7413D-F639-47BE-828A-97EE7733BB12}" srcOrd="1" destOrd="0" parTransId="{D847B77B-0820-4F6F-BC25-6AB6522D15F4}" sibTransId="{A197D695-7E82-483D-8EFB-CF4E94D3DB91}"/>
    <dgm:cxn modelId="{6CAFFFDB-9489-4635-A3F0-FE36DB6C25E7}" type="presOf" srcId="{610501C6-3DCD-44E2-B6BF-59A3250E8F27}" destId="{A6AF3A4D-801D-4C04-8DC3-5891FB4FF34C}" srcOrd="0" destOrd="0" presId="urn:microsoft.com/office/officeart/2018/2/layout/IconLabelList"/>
    <dgm:cxn modelId="{948231DE-5F36-4186-85CB-268E7E8B1BA7}" srcId="{55CB2977-7A6F-4D20-94A7-998DB729B8EA}" destId="{F4DE0290-5128-4E12-99FA-FAF240ACE1CF}" srcOrd="0" destOrd="0" parTransId="{14125549-2313-4C4E-8789-65E0BC85D72E}" sibTransId="{81724048-267A-46BD-8EB6-EEEA22815054}"/>
    <dgm:cxn modelId="{260F41EA-637D-4B8A-8ADB-678A68854C70}" srcId="{55CB2977-7A6F-4D20-94A7-998DB729B8EA}" destId="{610501C6-3DCD-44E2-B6BF-59A3250E8F27}" srcOrd="2" destOrd="0" parTransId="{C61AFF69-FA70-4672-8D84-6A064FFE2D0C}" sibTransId="{866891FB-F5AC-4C8A-B0E4-8A9DEE66091F}"/>
    <dgm:cxn modelId="{A594CB5D-AB70-4DA5-9BB9-9E4174E74621}" type="presParOf" srcId="{1D179843-79BE-4400-8C48-2D12600AC1EA}" destId="{3EACA1AD-CDB8-4712-8D38-B651C38D3686}" srcOrd="0" destOrd="0" presId="urn:microsoft.com/office/officeart/2018/2/layout/IconLabelList"/>
    <dgm:cxn modelId="{4CD32967-6889-4296-93B7-939316F3B504}" type="presParOf" srcId="{3EACA1AD-CDB8-4712-8D38-B651C38D3686}" destId="{845AE7AA-A1F7-4B41-96A0-9DFA237CDD41}" srcOrd="0" destOrd="0" presId="urn:microsoft.com/office/officeart/2018/2/layout/IconLabelList"/>
    <dgm:cxn modelId="{FE88B269-4C65-46C8-9A54-1C0056C64E2C}" type="presParOf" srcId="{3EACA1AD-CDB8-4712-8D38-B651C38D3686}" destId="{5DB9E725-DFC9-4DE5-B50B-3C946A445480}" srcOrd="1" destOrd="0" presId="urn:microsoft.com/office/officeart/2018/2/layout/IconLabelList"/>
    <dgm:cxn modelId="{9B90441B-FA67-437C-BDB0-D2288ED8D1E8}" type="presParOf" srcId="{3EACA1AD-CDB8-4712-8D38-B651C38D3686}" destId="{B6BB21EF-B8CB-46D4-BEE3-AE3CE7424BF3}" srcOrd="2" destOrd="0" presId="urn:microsoft.com/office/officeart/2018/2/layout/IconLabelList"/>
    <dgm:cxn modelId="{34BC3C78-C67A-42F4-80A6-64BF25DBFDE5}" type="presParOf" srcId="{1D179843-79BE-4400-8C48-2D12600AC1EA}" destId="{E7F85D74-B5E8-4338-949A-135C7C630101}" srcOrd="1" destOrd="0" presId="urn:microsoft.com/office/officeart/2018/2/layout/IconLabelList"/>
    <dgm:cxn modelId="{2D7D32B7-E375-4A5E-85B9-6E7AAB50367F}" type="presParOf" srcId="{1D179843-79BE-4400-8C48-2D12600AC1EA}" destId="{D659D497-9351-4B77-AFFC-CEAA646B6247}" srcOrd="2" destOrd="0" presId="urn:microsoft.com/office/officeart/2018/2/layout/IconLabelList"/>
    <dgm:cxn modelId="{5C1690AE-FF74-4FDB-960B-0F146AD1E69E}" type="presParOf" srcId="{D659D497-9351-4B77-AFFC-CEAA646B6247}" destId="{CE4E7EAF-2E26-4FFD-9A4E-627952E988F5}" srcOrd="0" destOrd="0" presId="urn:microsoft.com/office/officeart/2018/2/layout/IconLabelList"/>
    <dgm:cxn modelId="{FD40082E-F1D2-45FF-BD85-C3C6B4649874}" type="presParOf" srcId="{D659D497-9351-4B77-AFFC-CEAA646B6247}" destId="{3271A513-B3F4-4666-A90A-6DB34A8678DC}" srcOrd="1" destOrd="0" presId="urn:microsoft.com/office/officeart/2018/2/layout/IconLabelList"/>
    <dgm:cxn modelId="{F21CBF84-4084-4EB6-B860-F30D066078F5}" type="presParOf" srcId="{D659D497-9351-4B77-AFFC-CEAA646B6247}" destId="{BF6B9FE0-686A-4DDC-897D-6EF8B83ADD04}" srcOrd="2" destOrd="0" presId="urn:microsoft.com/office/officeart/2018/2/layout/IconLabelList"/>
    <dgm:cxn modelId="{D768A354-3723-417B-BA40-A0C9C0960276}" type="presParOf" srcId="{1D179843-79BE-4400-8C48-2D12600AC1EA}" destId="{C573CA27-4399-46D7-B559-4B5849834C81}" srcOrd="3" destOrd="0" presId="urn:microsoft.com/office/officeart/2018/2/layout/IconLabelList"/>
    <dgm:cxn modelId="{94BA95DC-C993-4808-9D7E-DA3F0E6B39C4}" type="presParOf" srcId="{1D179843-79BE-4400-8C48-2D12600AC1EA}" destId="{02B9615F-6FF1-4311-85EE-1AF33A7ADE9B}" srcOrd="4" destOrd="0" presId="urn:microsoft.com/office/officeart/2018/2/layout/IconLabelList"/>
    <dgm:cxn modelId="{2DCD5ED0-9162-47B7-B281-BF9017C36A26}" type="presParOf" srcId="{02B9615F-6FF1-4311-85EE-1AF33A7ADE9B}" destId="{598D1C03-2871-4BEE-8144-180AD9008C4D}" srcOrd="0" destOrd="0" presId="urn:microsoft.com/office/officeart/2018/2/layout/IconLabelList"/>
    <dgm:cxn modelId="{042F141F-E1AC-4459-B480-2D18BF29EA4A}" type="presParOf" srcId="{02B9615F-6FF1-4311-85EE-1AF33A7ADE9B}" destId="{6909B1BE-6A8F-4D80-8CE1-27E630C89117}" srcOrd="1" destOrd="0" presId="urn:microsoft.com/office/officeart/2018/2/layout/IconLabelList"/>
    <dgm:cxn modelId="{83A4E9A0-7BA7-4367-8108-97232112A896}" type="presParOf" srcId="{02B9615F-6FF1-4311-85EE-1AF33A7ADE9B}" destId="{A6AF3A4D-801D-4C04-8DC3-5891FB4FF34C}" srcOrd="2" destOrd="0" presId="urn:microsoft.com/office/officeart/2018/2/layout/IconLabelList"/>
    <dgm:cxn modelId="{991A02B8-16A9-4C07-B9B0-315F7D18C625}" type="presParOf" srcId="{1D179843-79BE-4400-8C48-2D12600AC1EA}" destId="{C9BAE340-594A-4C7B-ADE6-ED31710943ED}" srcOrd="5" destOrd="0" presId="urn:microsoft.com/office/officeart/2018/2/layout/IconLabelList"/>
    <dgm:cxn modelId="{0774923F-B1A5-4BEC-A852-7EC2D6CBA25B}" type="presParOf" srcId="{1D179843-79BE-4400-8C48-2D12600AC1EA}" destId="{557569D7-13BB-4EA8-BA8F-FF9C6AF8ED19}" srcOrd="6" destOrd="0" presId="urn:microsoft.com/office/officeart/2018/2/layout/IconLabelList"/>
    <dgm:cxn modelId="{FF850271-5B08-46D0-A69A-9618F7960EFA}" type="presParOf" srcId="{557569D7-13BB-4EA8-BA8F-FF9C6AF8ED19}" destId="{4BBF32E5-F8BF-45FD-846D-37D26548BDC6}" srcOrd="0" destOrd="0" presId="urn:microsoft.com/office/officeart/2018/2/layout/IconLabelList"/>
    <dgm:cxn modelId="{287A0C50-C5C4-4092-939F-A3013DAF26FD}" type="presParOf" srcId="{557569D7-13BB-4EA8-BA8F-FF9C6AF8ED19}" destId="{4EFE8D13-60A1-422B-91CF-CCF85C860964}" srcOrd="1" destOrd="0" presId="urn:microsoft.com/office/officeart/2018/2/layout/IconLabelList"/>
    <dgm:cxn modelId="{D0434612-E8E7-4DC0-8A87-292CAD644B9E}" type="presParOf" srcId="{557569D7-13BB-4EA8-BA8F-FF9C6AF8ED19}" destId="{5511A2DE-0B62-40E9-B31E-BD3BD728FC5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87655971-FA63-4665-B398-2C133C91D6DC}" type="doc">
      <dgm:prSet loTypeId="urn:microsoft.com/office/officeart/2018/5/layout/IconCircleLabel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4313F3BA-F54E-4BA9-BC33-6A9E82B9BAF4}">
      <dgm:prSet/>
      <dgm:spPr/>
      <dgm:t>
        <a:bodyPr/>
        <a:lstStyle/>
        <a:p>
          <a:pPr>
            <a:defRPr cap="all"/>
          </a:pPr>
          <a:r>
            <a:rPr lang="en-MY" b="1"/>
            <a:t>Monitoring and Logging</a:t>
          </a:r>
          <a:endParaRPr lang="en-US"/>
        </a:p>
      </dgm:t>
    </dgm:pt>
    <dgm:pt modelId="{6F86FF06-EA8D-4AD1-ADA6-48520CF7499E}" type="parTrans" cxnId="{B36FBC2B-4887-4C20-84CA-4760DF5D8A22}">
      <dgm:prSet/>
      <dgm:spPr/>
      <dgm:t>
        <a:bodyPr/>
        <a:lstStyle/>
        <a:p>
          <a:endParaRPr lang="en-US"/>
        </a:p>
      </dgm:t>
    </dgm:pt>
    <dgm:pt modelId="{6C81BC4F-6627-4E14-9919-00F8E0A59622}" type="sibTrans" cxnId="{B36FBC2B-4887-4C20-84CA-4760DF5D8A22}">
      <dgm:prSet/>
      <dgm:spPr/>
      <dgm:t>
        <a:bodyPr/>
        <a:lstStyle/>
        <a:p>
          <a:endParaRPr lang="en-US"/>
        </a:p>
      </dgm:t>
    </dgm:pt>
    <dgm:pt modelId="{6E3FF38E-E989-48B7-A6B6-E8B9879CB684}">
      <dgm:prSet/>
      <dgm:spPr/>
      <dgm:t>
        <a:bodyPr/>
        <a:lstStyle/>
        <a:p>
          <a:pPr>
            <a:defRPr cap="all"/>
          </a:pPr>
          <a:r>
            <a:rPr lang="en-MY" b="1"/>
            <a:t>Performance Optimization</a:t>
          </a:r>
          <a:endParaRPr lang="en-US"/>
        </a:p>
      </dgm:t>
    </dgm:pt>
    <dgm:pt modelId="{1AC050BA-19A4-43A1-9730-D07CCD6AA379}" type="parTrans" cxnId="{2FA1A76E-79AF-40B3-B2DB-5CB98D0CF7D6}">
      <dgm:prSet/>
      <dgm:spPr/>
      <dgm:t>
        <a:bodyPr/>
        <a:lstStyle/>
        <a:p>
          <a:endParaRPr lang="en-US"/>
        </a:p>
      </dgm:t>
    </dgm:pt>
    <dgm:pt modelId="{5713591E-28D2-4AA2-974D-9CAAA4BC474B}" type="sibTrans" cxnId="{2FA1A76E-79AF-40B3-B2DB-5CB98D0CF7D6}">
      <dgm:prSet/>
      <dgm:spPr/>
      <dgm:t>
        <a:bodyPr/>
        <a:lstStyle/>
        <a:p>
          <a:endParaRPr lang="en-US"/>
        </a:p>
      </dgm:t>
    </dgm:pt>
    <dgm:pt modelId="{C6068D29-CAA6-4AF6-BBBE-494A29DB6B9D}">
      <dgm:prSet/>
      <dgm:spPr/>
      <dgm:t>
        <a:bodyPr/>
        <a:lstStyle/>
        <a:p>
          <a:pPr>
            <a:defRPr cap="all"/>
          </a:pPr>
          <a:r>
            <a:rPr lang="en-MY" b="1"/>
            <a:t>Security Policy Updates</a:t>
          </a:r>
          <a:endParaRPr lang="en-US"/>
        </a:p>
      </dgm:t>
    </dgm:pt>
    <dgm:pt modelId="{3B5DA313-44F0-4B2F-B1D6-408B2A52A7E6}" type="parTrans" cxnId="{8EE11894-2329-432C-9C85-238A7971A3A3}">
      <dgm:prSet/>
      <dgm:spPr/>
      <dgm:t>
        <a:bodyPr/>
        <a:lstStyle/>
        <a:p>
          <a:endParaRPr lang="en-US"/>
        </a:p>
      </dgm:t>
    </dgm:pt>
    <dgm:pt modelId="{EC22C961-4C92-4AC3-800A-DFA0A52F4EAC}" type="sibTrans" cxnId="{8EE11894-2329-432C-9C85-238A7971A3A3}">
      <dgm:prSet/>
      <dgm:spPr/>
      <dgm:t>
        <a:bodyPr/>
        <a:lstStyle/>
        <a:p>
          <a:endParaRPr lang="en-US"/>
        </a:p>
      </dgm:t>
    </dgm:pt>
    <dgm:pt modelId="{BD28F342-D1BB-413A-B9DB-F15DE3B9A7B9}">
      <dgm:prSet/>
      <dgm:spPr/>
      <dgm:t>
        <a:bodyPr/>
        <a:lstStyle/>
        <a:p>
          <a:pPr>
            <a:defRPr cap="all"/>
          </a:pPr>
          <a:r>
            <a:rPr lang="en-MY" b="1"/>
            <a:t>User Training</a:t>
          </a:r>
          <a:endParaRPr lang="en-US"/>
        </a:p>
      </dgm:t>
    </dgm:pt>
    <dgm:pt modelId="{EFDABB2D-3A0C-49E2-87B8-D1D866D2FED3}" type="parTrans" cxnId="{E62C7A1F-388D-4DF8-8815-B157B5567977}">
      <dgm:prSet/>
      <dgm:spPr/>
      <dgm:t>
        <a:bodyPr/>
        <a:lstStyle/>
        <a:p>
          <a:endParaRPr lang="en-US"/>
        </a:p>
      </dgm:t>
    </dgm:pt>
    <dgm:pt modelId="{901526A4-69B9-41BD-AD64-DF6C236A9088}" type="sibTrans" cxnId="{E62C7A1F-388D-4DF8-8815-B157B5567977}">
      <dgm:prSet/>
      <dgm:spPr/>
      <dgm:t>
        <a:bodyPr/>
        <a:lstStyle/>
        <a:p>
          <a:endParaRPr lang="en-US"/>
        </a:p>
      </dgm:t>
    </dgm:pt>
    <dgm:pt modelId="{2CDFC854-EE67-47CA-BC24-3BB5131BC6A4}">
      <dgm:prSet/>
      <dgm:spPr/>
      <dgm:t>
        <a:bodyPr/>
        <a:lstStyle/>
        <a:p>
          <a:pPr>
            <a:defRPr cap="all"/>
          </a:pPr>
          <a:r>
            <a:rPr lang="en-MY" b="1"/>
            <a:t>Periodic Audits</a:t>
          </a:r>
          <a:endParaRPr lang="en-US"/>
        </a:p>
      </dgm:t>
    </dgm:pt>
    <dgm:pt modelId="{E1C26070-BA50-476E-BED2-7887B23B6CBC}" type="parTrans" cxnId="{14F98322-3BCA-43CC-9DCF-2068F1755D1D}">
      <dgm:prSet/>
      <dgm:spPr/>
      <dgm:t>
        <a:bodyPr/>
        <a:lstStyle/>
        <a:p>
          <a:endParaRPr lang="en-US"/>
        </a:p>
      </dgm:t>
    </dgm:pt>
    <dgm:pt modelId="{AEBF91E7-5DD2-4CD1-AB46-CB19B511C923}" type="sibTrans" cxnId="{14F98322-3BCA-43CC-9DCF-2068F1755D1D}">
      <dgm:prSet/>
      <dgm:spPr/>
      <dgm:t>
        <a:bodyPr/>
        <a:lstStyle/>
        <a:p>
          <a:endParaRPr lang="en-US"/>
        </a:p>
      </dgm:t>
    </dgm:pt>
    <dgm:pt modelId="{2806FFEA-DED9-4AF5-B68F-488745518973}" type="pres">
      <dgm:prSet presAssocID="{87655971-FA63-4665-B398-2C133C91D6DC}" presName="root" presStyleCnt="0">
        <dgm:presLayoutVars>
          <dgm:dir/>
          <dgm:resizeHandles val="exact"/>
        </dgm:presLayoutVars>
      </dgm:prSet>
      <dgm:spPr/>
    </dgm:pt>
    <dgm:pt modelId="{92D478CC-1CB2-4196-BCF3-65CA9B3D406D}" type="pres">
      <dgm:prSet presAssocID="{4313F3BA-F54E-4BA9-BC33-6A9E82B9BAF4}" presName="compNode" presStyleCnt="0"/>
      <dgm:spPr/>
    </dgm:pt>
    <dgm:pt modelId="{45BC0C84-03C0-4BDF-8E17-4E0AFF6DFF19}" type="pres">
      <dgm:prSet presAssocID="{4313F3BA-F54E-4BA9-BC33-6A9E82B9BAF4}" presName="iconBgRect" presStyleLbl="bgShp" presStyleIdx="0" presStyleCnt="5"/>
      <dgm:spPr/>
    </dgm:pt>
    <dgm:pt modelId="{D5BBE616-9F30-4CD3-99A5-EA7B4F7F05F4}" type="pres">
      <dgm:prSet presAssocID="{4313F3BA-F54E-4BA9-BC33-6A9E82B9BAF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9A60963D-1856-45CF-B5F0-4C9FB8049E94}" type="pres">
      <dgm:prSet presAssocID="{4313F3BA-F54E-4BA9-BC33-6A9E82B9BAF4}" presName="spaceRect" presStyleCnt="0"/>
      <dgm:spPr/>
    </dgm:pt>
    <dgm:pt modelId="{5ED46B45-59EC-40E5-ACAA-B84CF140BD23}" type="pres">
      <dgm:prSet presAssocID="{4313F3BA-F54E-4BA9-BC33-6A9E82B9BAF4}" presName="textRect" presStyleLbl="revTx" presStyleIdx="0" presStyleCnt="5">
        <dgm:presLayoutVars>
          <dgm:chMax val="1"/>
          <dgm:chPref val="1"/>
        </dgm:presLayoutVars>
      </dgm:prSet>
      <dgm:spPr/>
    </dgm:pt>
    <dgm:pt modelId="{F9771577-DDBF-41F8-BC4D-9F0686CBE938}" type="pres">
      <dgm:prSet presAssocID="{6C81BC4F-6627-4E14-9919-00F8E0A59622}" presName="sibTrans" presStyleCnt="0"/>
      <dgm:spPr/>
    </dgm:pt>
    <dgm:pt modelId="{35E85454-2A19-48C0-A167-09C092BC44AB}" type="pres">
      <dgm:prSet presAssocID="{6E3FF38E-E989-48B7-A6B6-E8B9879CB684}" presName="compNode" presStyleCnt="0"/>
      <dgm:spPr/>
    </dgm:pt>
    <dgm:pt modelId="{3F4F9DC9-1EEA-49BF-8744-D73BF8B38B7E}" type="pres">
      <dgm:prSet presAssocID="{6E3FF38E-E989-48B7-A6B6-E8B9879CB684}" presName="iconBgRect" presStyleLbl="bgShp" presStyleIdx="1" presStyleCnt="5"/>
      <dgm:spPr/>
    </dgm:pt>
    <dgm:pt modelId="{7C8FFFED-0A37-4EF6-93B3-0B1600CC5285}" type="pres">
      <dgm:prSet presAssocID="{6E3FF38E-E989-48B7-A6B6-E8B9879CB68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74D494B8-D9A2-49F8-8884-A477C90A24AD}" type="pres">
      <dgm:prSet presAssocID="{6E3FF38E-E989-48B7-A6B6-E8B9879CB684}" presName="spaceRect" presStyleCnt="0"/>
      <dgm:spPr/>
    </dgm:pt>
    <dgm:pt modelId="{B6273688-B7FC-491A-8095-B23E1BD74FC2}" type="pres">
      <dgm:prSet presAssocID="{6E3FF38E-E989-48B7-A6B6-E8B9879CB684}" presName="textRect" presStyleLbl="revTx" presStyleIdx="1" presStyleCnt="5">
        <dgm:presLayoutVars>
          <dgm:chMax val="1"/>
          <dgm:chPref val="1"/>
        </dgm:presLayoutVars>
      </dgm:prSet>
      <dgm:spPr/>
    </dgm:pt>
    <dgm:pt modelId="{929EFBFC-DB36-4FD8-85BB-2088DA613089}" type="pres">
      <dgm:prSet presAssocID="{5713591E-28D2-4AA2-974D-9CAAA4BC474B}" presName="sibTrans" presStyleCnt="0"/>
      <dgm:spPr/>
    </dgm:pt>
    <dgm:pt modelId="{6B8FB5B2-7FA3-4181-9423-FAC03F600BDD}" type="pres">
      <dgm:prSet presAssocID="{C6068D29-CAA6-4AF6-BBBE-494A29DB6B9D}" presName="compNode" presStyleCnt="0"/>
      <dgm:spPr/>
    </dgm:pt>
    <dgm:pt modelId="{A508EEEC-82E9-46F7-8754-7DFF64FF4CCA}" type="pres">
      <dgm:prSet presAssocID="{C6068D29-CAA6-4AF6-BBBE-494A29DB6B9D}" presName="iconBgRect" presStyleLbl="bgShp" presStyleIdx="2" presStyleCnt="5"/>
      <dgm:spPr/>
    </dgm:pt>
    <dgm:pt modelId="{8CA46A3B-38D4-4C71-BEE6-2C24D4C814CF}" type="pres">
      <dgm:prSet presAssocID="{C6068D29-CAA6-4AF6-BBBE-494A29DB6B9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5E11D46C-3F6F-482B-BF4D-49945DBACA31}" type="pres">
      <dgm:prSet presAssocID="{C6068D29-CAA6-4AF6-BBBE-494A29DB6B9D}" presName="spaceRect" presStyleCnt="0"/>
      <dgm:spPr/>
    </dgm:pt>
    <dgm:pt modelId="{202145E6-647C-46F3-B75D-322710971840}" type="pres">
      <dgm:prSet presAssocID="{C6068D29-CAA6-4AF6-BBBE-494A29DB6B9D}" presName="textRect" presStyleLbl="revTx" presStyleIdx="2" presStyleCnt="5">
        <dgm:presLayoutVars>
          <dgm:chMax val="1"/>
          <dgm:chPref val="1"/>
        </dgm:presLayoutVars>
      </dgm:prSet>
      <dgm:spPr/>
    </dgm:pt>
    <dgm:pt modelId="{BDCFBDE2-A049-4C7F-A2F5-B603AD44586C}" type="pres">
      <dgm:prSet presAssocID="{EC22C961-4C92-4AC3-800A-DFA0A52F4EAC}" presName="sibTrans" presStyleCnt="0"/>
      <dgm:spPr/>
    </dgm:pt>
    <dgm:pt modelId="{0E3EA3B7-B53D-4F13-84C8-D48E6D086D63}" type="pres">
      <dgm:prSet presAssocID="{BD28F342-D1BB-413A-B9DB-F15DE3B9A7B9}" presName="compNode" presStyleCnt="0"/>
      <dgm:spPr/>
    </dgm:pt>
    <dgm:pt modelId="{D83E42D7-2CD5-4959-9882-4220FCEC7E95}" type="pres">
      <dgm:prSet presAssocID="{BD28F342-D1BB-413A-B9DB-F15DE3B9A7B9}" presName="iconBgRect" presStyleLbl="bgShp" presStyleIdx="3" presStyleCnt="5"/>
      <dgm:spPr/>
    </dgm:pt>
    <dgm:pt modelId="{F1C8DF57-0C5F-4D80-B0DB-51C876D4084A}" type="pres">
      <dgm:prSet presAssocID="{BD28F342-D1BB-413A-B9DB-F15DE3B9A7B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eacher"/>
        </a:ext>
      </dgm:extLst>
    </dgm:pt>
    <dgm:pt modelId="{EBCB5A18-ABB6-4EA0-9560-F157BB944C86}" type="pres">
      <dgm:prSet presAssocID="{BD28F342-D1BB-413A-B9DB-F15DE3B9A7B9}" presName="spaceRect" presStyleCnt="0"/>
      <dgm:spPr/>
    </dgm:pt>
    <dgm:pt modelId="{3776B273-6D6D-40E6-AE03-AA25DEAB2181}" type="pres">
      <dgm:prSet presAssocID="{BD28F342-D1BB-413A-B9DB-F15DE3B9A7B9}" presName="textRect" presStyleLbl="revTx" presStyleIdx="3" presStyleCnt="5">
        <dgm:presLayoutVars>
          <dgm:chMax val="1"/>
          <dgm:chPref val="1"/>
        </dgm:presLayoutVars>
      </dgm:prSet>
      <dgm:spPr/>
    </dgm:pt>
    <dgm:pt modelId="{347B6866-B274-4779-9AAF-71A9AB1993FD}" type="pres">
      <dgm:prSet presAssocID="{901526A4-69B9-41BD-AD64-DF6C236A9088}" presName="sibTrans" presStyleCnt="0"/>
      <dgm:spPr/>
    </dgm:pt>
    <dgm:pt modelId="{BC1AFF55-912A-41B4-A765-7993D569F5A4}" type="pres">
      <dgm:prSet presAssocID="{2CDFC854-EE67-47CA-BC24-3BB5131BC6A4}" presName="compNode" presStyleCnt="0"/>
      <dgm:spPr/>
    </dgm:pt>
    <dgm:pt modelId="{1D208ECB-3E41-47DA-8CDF-B7782C4A926B}" type="pres">
      <dgm:prSet presAssocID="{2CDFC854-EE67-47CA-BC24-3BB5131BC6A4}" presName="iconBgRect" presStyleLbl="bgShp" presStyleIdx="4" presStyleCnt="5"/>
      <dgm:spPr/>
    </dgm:pt>
    <dgm:pt modelId="{DB93AC11-2027-46CD-88F6-0241E992F23C}" type="pres">
      <dgm:prSet presAssocID="{2CDFC854-EE67-47CA-BC24-3BB5131BC6A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List"/>
        </a:ext>
      </dgm:extLst>
    </dgm:pt>
    <dgm:pt modelId="{FEB53139-5FD1-4487-8FC8-6FD1E1362DC9}" type="pres">
      <dgm:prSet presAssocID="{2CDFC854-EE67-47CA-BC24-3BB5131BC6A4}" presName="spaceRect" presStyleCnt="0"/>
      <dgm:spPr/>
    </dgm:pt>
    <dgm:pt modelId="{A6E80F5D-F7F3-4CDF-BF07-2787BFBB2197}" type="pres">
      <dgm:prSet presAssocID="{2CDFC854-EE67-47CA-BC24-3BB5131BC6A4}" presName="textRect" presStyleLbl="revTx" presStyleIdx="4" presStyleCnt="5">
        <dgm:presLayoutVars>
          <dgm:chMax val="1"/>
          <dgm:chPref val="1"/>
        </dgm:presLayoutVars>
      </dgm:prSet>
      <dgm:spPr/>
    </dgm:pt>
  </dgm:ptLst>
  <dgm:cxnLst>
    <dgm:cxn modelId="{66A55C04-6FE9-4FE2-8F70-1FFC131216BE}" type="presOf" srcId="{87655971-FA63-4665-B398-2C133C91D6DC}" destId="{2806FFEA-DED9-4AF5-B68F-488745518973}" srcOrd="0" destOrd="0" presId="urn:microsoft.com/office/officeart/2018/5/layout/IconCircleLabelList"/>
    <dgm:cxn modelId="{D8E88E1D-A06F-462D-A22B-C11F7C7F7C3F}" type="presOf" srcId="{4313F3BA-F54E-4BA9-BC33-6A9E82B9BAF4}" destId="{5ED46B45-59EC-40E5-ACAA-B84CF140BD23}" srcOrd="0" destOrd="0" presId="urn:microsoft.com/office/officeart/2018/5/layout/IconCircleLabelList"/>
    <dgm:cxn modelId="{E62C7A1F-388D-4DF8-8815-B157B5567977}" srcId="{87655971-FA63-4665-B398-2C133C91D6DC}" destId="{BD28F342-D1BB-413A-B9DB-F15DE3B9A7B9}" srcOrd="3" destOrd="0" parTransId="{EFDABB2D-3A0C-49E2-87B8-D1D866D2FED3}" sibTransId="{901526A4-69B9-41BD-AD64-DF6C236A9088}"/>
    <dgm:cxn modelId="{14F98322-3BCA-43CC-9DCF-2068F1755D1D}" srcId="{87655971-FA63-4665-B398-2C133C91D6DC}" destId="{2CDFC854-EE67-47CA-BC24-3BB5131BC6A4}" srcOrd="4" destOrd="0" parTransId="{E1C26070-BA50-476E-BED2-7887B23B6CBC}" sibTransId="{AEBF91E7-5DD2-4CD1-AB46-CB19B511C923}"/>
    <dgm:cxn modelId="{B36FBC2B-4887-4C20-84CA-4760DF5D8A22}" srcId="{87655971-FA63-4665-B398-2C133C91D6DC}" destId="{4313F3BA-F54E-4BA9-BC33-6A9E82B9BAF4}" srcOrd="0" destOrd="0" parTransId="{6F86FF06-EA8D-4AD1-ADA6-48520CF7499E}" sibTransId="{6C81BC4F-6627-4E14-9919-00F8E0A59622}"/>
    <dgm:cxn modelId="{FFFDF046-3852-419D-B708-207B84187AF2}" type="presOf" srcId="{BD28F342-D1BB-413A-B9DB-F15DE3B9A7B9}" destId="{3776B273-6D6D-40E6-AE03-AA25DEAB2181}" srcOrd="0" destOrd="0" presId="urn:microsoft.com/office/officeart/2018/5/layout/IconCircleLabelList"/>
    <dgm:cxn modelId="{2FA1A76E-79AF-40B3-B2DB-5CB98D0CF7D6}" srcId="{87655971-FA63-4665-B398-2C133C91D6DC}" destId="{6E3FF38E-E989-48B7-A6B6-E8B9879CB684}" srcOrd="1" destOrd="0" parTransId="{1AC050BA-19A4-43A1-9730-D07CCD6AA379}" sibTransId="{5713591E-28D2-4AA2-974D-9CAAA4BC474B}"/>
    <dgm:cxn modelId="{03767770-EB87-4A6C-A2A5-0A4B933FC5F6}" type="presOf" srcId="{6E3FF38E-E989-48B7-A6B6-E8B9879CB684}" destId="{B6273688-B7FC-491A-8095-B23E1BD74FC2}" srcOrd="0" destOrd="0" presId="urn:microsoft.com/office/officeart/2018/5/layout/IconCircleLabelList"/>
    <dgm:cxn modelId="{8EE11894-2329-432C-9C85-238A7971A3A3}" srcId="{87655971-FA63-4665-B398-2C133C91D6DC}" destId="{C6068D29-CAA6-4AF6-BBBE-494A29DB6B9D}" srcOrd="2" destOrd="0" parTransId="{3B5DA313-44F0-4B2F-B1D6-408B2A52A7E6}" sibTransId="{EC22C961-4C92-4AC3-800A-DFA0A52F4EAC}"/>
    <dgm:cxn modelId="{B2BA66C8-222B-4B97-BB35-BC923437CFD3}" type="presOf" srcId="{2CDFC854-EE67-47CA-BC24-3BB5131BC6A4}" destId="{A6E80F5D-F7F3-4CDF-BF07-2787BFBB2197}" srcOrd="0" destOrd="0" presId="urn:microsoft.com/office/officeart/2018/5/layout/IconCircleLabelList"/>
    <dgm:cxn modelId="{266486D3-F4F4-4297-9918-7651957A481D}" type="presOf" srcId="{C6068D29-CAA6-4AF6-BBBE-494A29DB6B9D}" destId="{202145E6-647C-46F3-B75D-322710971840}" srcOrd="0" destOrd="0" presId="urn:microsoft.com/office/officeart/2018/5/layout/IconCircleLabelList"/>
    <dgm:cxn modelId="{A626B760-125E-46E6-8FC2-19F53D3D977F}" type="presParOf" srcId="{2806FFEA-DED9-4AF5-B68F-488745518973}" destId="{92D478CC-1CB2-4196-BCF3-65CA9B3D406D}" srcOrd="0" destOrd="0" presId="urn:microsoft.com/office/officeart/2018/5/layout/IconCircleLabelList"/>
    <dgm:cxn modelId="{44367EE3-FACC-456A-9609-83E9B57ED669}" type="presParOf" srcId="{92D478CC-1CB2-4196-BCF3-65CA9B3D406D}" destId="{45BC0C84-03C0-4BDF-8E17-4E0AFF6DFF19}" srcOrd="0" destOrd="0" presId="urn:microsoft.com/office/officeart/2018/5/layout/IconCircleLabelList"/>
    <dgm:cxn modelId="{0F7FF5E5-1151-4603-BC74-121023D67693}" type="presParOf" srcId="{92D478CC-1CB2-4196-BCF3-65CA9B3D406D}" destId="{D5BBE616-9F30-4CD3-99A5-EA7B4F7F05F4}" srcOrd="1" destOrd="0" presId="urn:microsoft.com/office/officeart/2018/5/layout/IconCircleLabelList"/>
    <dgm:cxn modelId="{3EC71AFC-96C2-4973-BCDA-DEC4C5BCF28B}" type="presParOf" srcId="{92D478CC-1CB2-4196-BCF3-65CA9B3D406D}" destId="{9A60963D-1856-45CF-B5F0-4C9FB8049E94}" srcOrd="2" destOrd="0" presId="urn:microsoft.com/office/officeart/2018/5/layout/IconCircleLabelList"/>
    <dgm:cxn modelId="{4FBBCD32-B9FB-4F72-AA02-7BF220C887CD}" type="presParOf" srcId="{92D478CC-1CB2-4196-BCF3-65CA9B3D406D}" destId="{5ED46B45-59EC-40E5-ACAA-B84CF140BD23}" srcOrd="3" destOrd="0" presId="urn:microsoft.com/office/officeart/2018/5/layout/IconCircleLabelList"/>
    <dgm:cxn modelId="{8D1B8154-CB67-4541-BE54-D9C7A58CE7DF}" type="presParOf" srcId="{2806FFEA-DED9-4AF5-B68F-488745518973}" destId="{F9771577-DDBF-41F8-BC4D-9F0686CBE938}" srcOrd="1" destOrd="0" presId="urn:microsoft.com/office/officeart/2018/5/layout/IconCircleLabelList"/>
    <dgm:cxn modelId="{35B7F19C-9309-493E-836D-630BE3A8F5F7}" type="presParOf" srcId="{2806FFEA-DED9-4AF5-B68F-488745518973}" destId="{35E85454-2A19-48C0-A167-09C092BC44AB}" srcOrd="2" destOrd="0" presId="urn:microsoft.com/office/officeart/2018/5/layout/IconCircleLabelList"/>
    <dgm:cxn modelId="{D711DC74-E52A-426C-BD17-5AAC39720912}" type="presParOf" srcId="{35E85454-2A19-48C0-A167-09C092BC44AB}" destId="{3F4F9DC9-1EEA-49BF-8744-D73BF8B38B7E}" srcOrd="0" destOrd="0" presId="urn:microsoft.com/office/officeart/2018/5/layout/IconCircleLabelList"/>
    <dgm:cxn modelId="{9FB70CF2-7467-4B91-B794-7AD43F96E580}" type="presParOf" srcId="{35E85454-2A19-48C0-A167-09C092BC44AB}" destId="{7C8FFFED-0A37-4EF6-93B3-0B1600CC5285}" srcOrd="1" destOrd="0" presId="urn:microsoft.com/office/officeart/2018/5/layout/IconCircleLabelList"/>
    <dgm:cxn modelId="{48F22D17-C1B3-401C-9542-12F3AA80F671}" type="presParOf" srcId="{35E85454-2A19-48C0-A167-09C092BC44AB}" destId="{74D494B8-D9A2-49F8-8884-A477C90A24AD}" srcOrd="2" destOrd="0" presId="urn:microsoft.com/office/officeart/2018/5/layout/IconCircleLabelList"/>
    <dgm:cxn modelId="{3C4D2A53-0047-44B0-926E-63A5B01EAEE0}" type="presParOf" srcId="{35E85454-2A19-48C0-A167-09C092BC44AB}" destId="{B6273688-B7FC-491A-8095-B23E1BD74FC2}" srcOrd="3" destOrd="0" presId="urn:microsoft.com/office/officeart/2018/5/layout/IconCircleLabelList"/>
    <dgm:cxn modelId="{BAC2680A-377E-4391-9DF5-806A65A794EC}" type="presParOf" srcId="{2806FFEA-DED9-4AF5-B68F-488745518973}" destId="{929EFBFC-DB36-4FD8-85BB-2088DA613089}" srcOrd="3" destOrd="0" presId="urn:microsoft.com/office/officeart/2018/5/layout/IconCircleLabelList"/>
    <dgm:cxn modelId="{C568F959-16F0-4CE8-A8A2-B146A232305B}" type="presParOf" srcId="{2806FFEA-DED9-4AF5-B68F-488745518973}" destId="{6B8FB5B2-7FA3-4181-9423-FAC03F600BDD}" srcOrd="4" destOrd="0" presId="urn:microsoft.com/office/officeart/2018/5/layout/IconCircleLabelList"/>
    <dgm:cxn modelId="{0C94B18B-311B-483A-9FB4-4A35D9DD6FC6}" type="presParOf" srcId="{6B8FB5B2-7FA3-4181-9423-FAC03F600BDD}" destId="{A508EEEC-82E9-46F7-8754-7DFF64FF4CCA}" srcOrd="0" destOrd="0" presId="urn:microsoft.com/office/officeart/2018/5/layout/IconCircleLabelList"/>
    <dgm:cxn modelId="{412DA60C-4EC2-47AD-A233-1FBBE10DAA74}" type="presParOf" srcId="{6B8FB5B2-7FA3-4181-9423-FAC03F600BDD}" destId="{8CA46A3B-38D4-4C71-BEE6-2C24D4C814CF}" srcOrd="1" destOrd="0" presId="urn:microsoft.com/office/officeart/2018/5/layout/IconCircleLabelList"/>
    <dgm:cxn modelId="{9DFD46BB-7246-4259-A0A6-C2118C266801}" type="presParOf" srcId="{6B8FB5B2-7FA3-4181-9423-FAC03F600BDD}" destId="{5E11D46C-3F6F-482B-BF4D-49945DBACA31}" srcOrd="2" destOrd="0" presId="urn:microsoft.com/office/officeart/2018/5/layout/IconCircleLabelList"/>
    <dgm:cxn modelId="{FE5ED761-2292-4E84-BFAE-46F3172D2522}" type="presParOf" srcId="{6B8FB5B2-7FA3-4181-9423-FAC03F600BDD}" destId="{202145E6-647C-46F3-B75D-322710971840}" srcOrd="3" destOrd="0" presId="urn:microsoft.com/office/officeart/2018/5/layout/IconCircleLabelList"/>
    <dgm:cxn modelId="{B022DD79-9FBF-4D35-A737-52611977BA9B}" type="presParOf" srcId="{2806FFEA-DED9-4AF5-B68F-488745518973}" destId="{BDCFBDE2-A049-4C7F-A2F5-B603AD44586C}" srcOrd="5" destOrd="0" presId="urn:microsoft.com/office/officeart/2018/5/layout/IconCircleLabelList"/>
    <dgm:cxn modelId="{04E40B4E-E1AC-4BF1-9749-FFF18593CE7E}" type="presParOf" srcId="{2806FFEA-DED9-4AF5-B68F-488745518973}" destId="{0E3EA3B7-B53D-4F13-84C8-D48E6D086D63}" srcOrd="6" destOrd="0" presId="urn:microsoft.com/office/officeart/2018/5/layout/IconCircleLabelList"/>
    <dgm:cxn modelId="{85043155-7C6F-4078-A62A-9EFDF5EB290D}" type="presParOf" srcId="{0E3EA3B7-B53D-4F13-84C8-D48E6D086D63}" destId="{D83E42D7-2CD5-4959-9882-4220FCEC7E95}" srcOrd="0" destOrd="0" presId="urn:microsoft.com/office/officeart/2018/5/layout/IconCircleLabelList"/>
    <dgm:cxn modelId="{A8676F9B-F3C7-443E-9DD3-D9292849F541}" type="presParOf" srcId="{0E3EA3B7-B53D-4F13-84C8-D48E6D086D63}" destId="{F1C8DF57-0C5F-4D80-B0DB-51C876D4084A}" srcOrd="1" destOrd="0" presId="urn:microsoft.com/office/officeart/2018/5/layout/IconCircleLabelList"/>
    <dgm:cxn modelId="{2F59CF2D-5E34-4ABA-9ADC-90E574996C84}" type="presParOf" srcId="{0E3EA3B7-B53D-4F13-84C8-D48E6D086D63}" destId="{EBCB5A18-ABB6-4EA0-9560-F157BB944C86}" srcOrd="2" destOrd="0" presId="urn:microsoft.com/office/officeart/2018/5/layout/IconCircleLabelList"/>
    <dgm:cxn modelId="{D85FB9FF-87B5-4841-8347-F63D5ECB5F03}" type="presParOf" srcId="{0E3EA3B7-B53D-4F13-84C8-D48E6D086D63}" destId="{3776B273-6D6D-40E6-AE03-AA25DEAB2181}" srcOrd="3" destOrd="0" presId="urn:microsoft.com/office/officeart/2018/5/layout/IconCircleLabelList"/>
    <dgm:cxn modelId="{E637D7DE-C5F4-4068-A07F-F2D23E1A2C66}" type="presParOf" srcId="{2806FFEA-DED9-4AF5-B68F-488745518973}" destId="{347B6866-B274-4779-9AAF-71A9AB1993FD}" srcOrd="7" destOrd="0" presId="urn:microsoft.com/office/officeart/2018/5/layout/IconCircleLabelList"/>
    <dgm:cxn modelId="{B557EA48-5E74-4EE6-804B-CF8A878DCC63}" type="presParOf" srcId="{2806FFEA-DED9-4AF5-B68F-488745518973}" destId="{BC1AFF55-912A-41B4-A765-7993D569F5A4}" srcOrd="8" destOrd="0" presId="urn:microsoft.com/office/officeart/2018/5/layout/IconCircleLabelList"/>
    <dgm:cxn modelId="{15380A24-B019-45D3-B50E-27721913702A}" type="presParOf" srcId="{BC1AFF55-912A-41B4-A765-7993D569F5A4}" destId="{1D208ECB-3E41-47DA-8CDF-B7782C4A926B}" srcOrd="0" destOrd="0" presId="urn:microsoft.com/office/officeart/2018/5/layout/IconCircleLabelList"/>
    <dgm:cxn modelId="{580B7398-8E02-4B7B-9117-8B6C962E7502}" type="presParOf" srcId="{BC1AFF55-912A-41B4-A765-7993D569F5A4}" destId="{DB93AC11-2027-46CD-88F6-0241E992F23C}" srcOrd="1" destOrd="0" presId="urn:microsoft.com/office/officeart/2018/5/layout/IconCircleLabelList"/>
    <dgm:cxn modelId="{06BB6AE8-13FF-43A5-97A5-2C89B56FB7ED}" type="presParOf" srcId="{BC1AFF55-912A-41B4-A765-7993D569F5A4}" destId="{FEB53139-5FD1-4487-8FC8-6FD1E1362DC9}" srcOrd="2" destOrd="0" presId="urn:microsoft.com/office/officeart/2018/5/layout/IconCircleLabelList"/>
    <dgm:cxn modelId="{BA55848B-B983-4EC4-80B0-56888A346726}" type="presParOf" srcId="{BC1AFF55-912A-41B4-A765-7993D569F5A4}" destId="{A6E80F5D-F7F3-4CDF-BF07-2787BFBB219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4FE3F4AF-C1C3-4DF6-BE14-E295887CC3DD}"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70E8304-87D9-48F9-A180-8E72F7CC7FB2}">
      <dgm:prSet/>
      <dgm:spPr/>
      <dgm:t>
        <a:bodyPr/>
        <a:lstStyle/>
        <a:p>
          <a:r>
            <a:rPr lang="en-MY" b="1"/>
            <a:t>Message Queuing:</a:t>
          </a:r>
          <a:r>
            <a:rPr lang="en-MY"/>
            <a:t> Temporarily holds messages for processing.</a:t>
          </a:r>
          <a:endParaRPr lang="en-US"/>
        </a:p>
      </dgm:t>
    </dgm:pt>
    <dgm:pt modelId="{BAE2A362-957E-466B-A7CF-51D1C0AD95F4}" type="parTrans" cxnId="{F0289B61-2A4C-4B11-89CC-29F5B33FC845}">
      <dgm:prSet/>
      <dgm:spPr/>
      <dgm:t>
        <a:bodyPr/>
        <a:lstStyle/>
        <a:p>
          <a:endParaRPr lang="en-US"/>
        </a:p>
      </dgm:t>
    </dgm:pt>
    <dgm:pt modelId="{E0B1F2F0-8CF4-4B34-9CA9-AFD0D92A168A}" type="sibTrans" cxnId="{F0289B61-2A4C-4B11-89CC-29F5B33FC845}">
      <dgm:prSet/>
      <dgm:spPr/>
      <dgm:t>
        <a:bodyPr/>
        <a:lstStyle/>
        <a:p>
          <a:endParaRPr lang="en-US"/>
        </a:p>
      </dgm:t>
    </dgm:pt>
    <dgm:pt modelId="{7F3CB81A-B89B-4E15-ADA7-6DDF93008A0B}">
      <dgm:prSet/>
      <dgm:spPr/>
      <dgm:t>
        <a:bodyPr/>
        <a:lstStyle/>
        <a:p>
          <a:r>
            <a:rPr lang="en-MY" b="1"/>
            <a:t>Decouples Components:</a:t>
          </a:r>
          <a:r>
            <a:rPr lang="en-MY"/>
            <a:t> Producer and consumer run independently.</a:t>
          </a:r>
          <a:endParaRPr lang="en-US"/>
        </a:p>
      </dgm:t>
    </dgm:pt>
    <dgm:pt modelId="{A1AF2656-028A-412A-8767-AFEDF6664E20}" type="parTrans" cxnId="{642F7A43-BC94-4E8D-BDA4-B5A83A962282}">
      <dgm:prSet/>
      <dgm:spPr/>
      <dgm:t>
        <a:bodyPr/>
        <a:lstStyle/>
        <a:p>
          <a:endParaRPr lang="en-US"/>
        </a:p>
      </dgm:t>
    </dgm:pt>
    <dgm:pt modelId="{7504DC7B-4D96-4B60-82AB-595E24FDFEC3}" type="sibTrans" cxnId="{642F7A43-BC94-4E8D-BDA4-B5A83A962282}">
      <dgm:prSet/>
      <dgm:spPr/>
      <dgm:t>
        <a:bodyPr/>
        <a:lstStyle/>
        <a:p>
          <a:endParaRPr lang="en-US"/>
        </a:p>
      </dgm:t>
    </dgm:pt>
    <dgm:pt modelId="{2FAD1B65-B746-4C84-A54E-B0EF89718C2D}">
      <dgm:prSet/>
      <dgm:spPr/>
      <dgm:t>
        <a:bodyPr/>
        <a:lstStyle/>
        <a:p>
          <a:r>
            <a:rPr lang="en-MY" b="1"/>
            <a:t>Improves Reliability:</a:t>
          </a:r>
          <a:r>
            <a:rPr lang="en-MY"/>
            <a:t> Handles spikes without overloading systems.</a:t>
          </a:r>
          <a:endParaRPr lang="en-US"/>
        </a:p>
      </dgm:t>
    </dgm:pt>
    <dgm:pt modelId="{E62F8355-56D3-4EB2-858D-58E73437EE65}" type="parTrans" cxnId="{A7103674-3D8B-4A97-8C62-ED616313A0BC}">
      <dgm:prSet/>
      <dgm:spPr/>
      <dgm:t>
        <a:bodyPr/>
        <a:lstStyle/>
        <a:p>
          <a:endParaRPr lang="en-US"/>
        </a:p>
      </dgm:t>
    </dgm:pt>
    <dgm:pt modelId="{023C665C-CB93-4A25-A7EB-FF485FB4EFF7}" type="sibTrans" cxnId="{A7103674-3D8B-4A97-8C62-ED616313A0BC}">
      <dgm:prSet/>
      <dgm:spPr/>
      <dgm:t>
        <a:bodyPr/>
        <a:lstStyle/>
        <a:p>
          <a:endParaRPr lang="en-US"/>
        </a:p>
      </dgm:t>
    </dgm:pt>
    <dgm:pt modelId="{EF9E7BF9-BAE9-4447-A7B1-3BBFB3EB5EFC}" type="pres">
      <dgm:prSet presAssocID="{4FE3F4AF-C1C3-4DF6-BE14-E295887CC3DD}" presName="root" presStyleCnt="0">
        <dgm:presLayoutVars>
          <dgm:dir/>
          <dgm:resizeHandles val="exact"/>
        </dgm:presLayoutVars>
      </dgm:prSet>
      <dgm:spPr/>
    </dgm:pt>
    <dgm:pt modelId="{662C0DDF-5112-474F-90BE-2C4E15B3BC9D}" type="pres">
      <dgm:prSet presAssocID="{D70E8304-87D9-48F9-A180-8E72F7CC7FB2}" presName="compNode" presStyleCnt="0"/>
      <dgm:spPr/>
    </dgm:pt>
    <dgm:pt modelId="{5CD220E7-9D91-4E86-A87E-9CCA6E4E96D4}" type="pres">
      <dgm:prSet presAssocID="{D70E8304-87D9-48F9-A180-8E72F7CC7FB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ngue"/>
        </a:ext>
      </dgm:extLst>
    </dgm:pt>
    <dgm:pt modelId="{34883C17-6179-4BBE-BB28-D5141804580D}" type="pres">
      <dgm:prSet presAssocID="{D70E8304-87D9-48F9-A180-8E72F7CC7FB2}" presName="spaceRect" presStyleCnt="0"/>
      <dgm:spPr/>
    </dgm:pt>
    <dgm:pt modelId="{D0F428D2-64F8-4B98-B296-B35C97C720E4}" type="pres">
      <dgm:prSet presAssocID="{D70E8304-87D9-48F9-A180-8E72F7CC7FB2}" presName="textRect" presStyleLbl="revTx" presStyleIdx="0" presStyleCnt="3">
        <dgm:presLayoutVars>
          <dgm:chMax val="1"/>
          <dgm:chPref val="1"/>
        </dgm:presLayoutVars>
      </dgm:prSet>
      <dgm:spPr/>
    </dgm:pt>
    <dgm:pt modelId="{6E5B8E5D-E160-4559-8AE6-F57D373B9EAF}" type="pres">
      <dgm:prSet presAssocID="{E0B1F2F0-8CF4-4B34-9CA9-AFD0D92A168A}" presName="sibTrans" presStyleCnt="0"/>
      <dgm:spPr/>
    </dgm:pt>
    <dgm:pt modelId="{AE6BCB62-502D-4EDA-8249-2F81FF2966E6}" type="pres">
      <dgm:prSet presAssocID="{7F3CB81A-B89B-4E15-ADA7-6DDF93008A0B}" presName="compNode" presStyleCnt="0"/>
      <dgm:spPr/>
    </dgm:pt>
    <dgm:pt modelId="{4603671D-B44F-4C60-B2FF-CDDBA6E96AB0}" type="pres">
      <dgm:prSet presAssocID="{7F3CB81A-B89B-4E15-ADA7-6DDF93008A0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actory"/>
        </a:ext>
      </dgm:extLst>
    </dgm:pt>
    <dgm:pt modelId="{08DED64B-2392-4D17-ABA4-796B823B464E}" type="pres">
      <dgm:prSet presAssocID="{7F3CB81A-B89B-4E15-ADA7-6DDF93008A0B}" presName="spaceRect" presStyleCnt="0"/>
      <dgm:spPr/>
    </dgm:pt>
    <dgm:pt modelId="{606B62C2-3421-4064-AE31-C759CE411CD4}" type="pres">
      <dgm:prSet presAssocID="{7F3CB81A-B89B-4E15-ADA7-6DDF93008A0B}" presName="textRect" presStyleLbl="revTx" presStyleIdx="1" presStyleCnt="3">
        <dgm:presLayoutVars>
          <dgm:chMax val="1"/>
          <dgm:chPref val="1"/>
        </dgm:presLayoutVars>
      </dgm:prSet>
      <dgm:spPr/>
    </dgm:pt>
    <dgm:pt modelId="{12A7F04C-CBC0-476F-8C04-72D20DB55DFA}" type="pres">
      <dgm:prSet presAssocID="{7504DC7B-4D96-4B60-82AB-595E24FDFEC3}" presName="sibTrans" presStyleCnt="0"/>
      <dgm:spPr/>
    </dgm:pt>
    <dgm:pt modelId="{AA052111-C342-4E9A-BCCB-B55567A5043D}" type="pres">
      <dgm:prSet presAssocID="{2FAD1B65-B746-4C84-A54E-B0EF89718C2D}" presName="compNode" presStyleCnt="0"/>
      <dgm:spPr/>
    </dgm:pt>
    <dgm:pt modelId="{A569F02A-F82F-4337-9CBE-E981BF12A2F2}" type="pres">
      <dgm:prSet presAssocID="{2FAD1B65-B746-4C84-A54E-B0EF89718C2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9DB16EDD-8428-45BB-A79D-2632CCFBE923}" type="pres">
      <dgm:prSet presAssocID="{2FAD1B65-B746-4C84-A54E-B0EF89718C2D}" presName="spaceRect" presStyleCnt="0"/>
      <dgm:spPr/>
    </dgm:pt>
    <dgm:pt modelId="{3B6A86F5-4DE6-4DD5-B9A5-43EF2539B1EF}" type="pres">
      <dgm:prSet presAssocID="{2FAD1B65-B746-4C84-A54E-B0EF89718C2D}" presName="textRect" presStyleLbl="revTx" presStyleIdx="2" presStyleCnt="3">
        <dgm:presLayoutVars>
          <dgm:chMax val="1"/>
          <dgm:chPref val="1"/>
        </dgm:presLayoutVars>
      </dgm:prSet>
      <dgm:spPr/>
    </dgm:pt>
  </dgm:ptLst>
  <dgm:cxnLst>
    <dgm:cxn modelId="{F0289B61-2A4C-4B11-89CC-29F5B33FC845}" srcId="{4FE3F4AF-C1C3-4DF6-BE14-E295887CC3DD}" destId="{D70E8304-87D9-48F9-A180-8E72F7CC7FB2}" srcOrd="0" destOrd="0" parTransId="{BAE2A362-957E-466B-A7CF-51D1C0AD95F4}" sibTransId="{E0B1F2F0-8CF4-4B34-9CA9-AFD0D92A168A}"/>
    <dgm:cxn modelId="{642F7A43-BC94-4E8D-BDA4-B5A83A962282}" srcId="{4FE3F4AF-C1C3-4DF6-BE14-E295887CC3DD}" destId="{7F3CB81A-B89B-4E15-ADA7-6DDF93008A0B}" srcOrd="1" destOrd="0" parTransId="{A1AF2656-028A-412A-8767-AFEDF6664E20}" sibTransId="{7504DC7B-4D96-4B60-82AB-595E24FDFEC3}"/>
    <dgm:cxn modelId="{3528E064-FE4F-4114-AF61-393754D89EC4}" type="presOf" srcId="{4FE3F4AF-C1C3-4DF6-BE14-E295887CC3DD}" destId="{EF9E7BF9-BAE9-4447-A7B1-3BBFB3EB5EFC}" srcOrd="0" destOrd="0" presId="urn:microsoft.com/office/officeart/2018/2/layout/IconLabelList"/>
    <dgm:cxn modelId="{A7103674-3D8B-4A97-8C62-ED616313A0BC}" srcId="{4FE3F4AF-C1C3-4DF6-BE14-E295887CC3DD}" destId="{2FAD1B65-B746-4C84-A54E-B0EF89718C2D}" srcOrd="2" destOrd="0" parTransId="{E62F8355-56D3-4EB2-858D-58E73437EE65}" sibTransId="{023C665C-CB93-4A25-A7EB-FF485FB4EFF7}"/>
    <dgm:cxn modelId="{C6E7F7C2-59E3-4C2A-9EF0-FFDEA0F94914}" type="presOf" srcId="{D70E8304-87D9-48F9-A180-8E72F7CC7FB2}" destId="{D0F428D2-64F8-4B98-B296-B35C97C720E4}" srcOrd="0" destOrd="0" presId="urn:microsoft.com/office/officeart/2018/2/layout/IconLabelList"/>
    <dgm:cxn modelId="{0156D6FC-BEE6-4FB1-8BAA-A8361501C03A}" type="presOf" srcId="{2FAD1B65-B746-4C84-A54E-B0EF89718C2D}" destId="{3B6A86F5-4DE6-4DD5-B9A5-43EF2539B1EF}" srcOrd="0" destOrd="0" presId="urn:microsoft.com/office/officeart/2018/2/layout/IconLabelList"/>
    <dgm:cxn modelId="{36E382FE-9823-4C87-BBD9-173EA71310A5}" type="presOf" srcId="{7F3CB81A-B89B-4E15-ADA7-6DDF93008A0B}" destId="{606B62C2-3421-4064-AE31-C759CE411CD4}" srcOrd="0" destOrd="0" presId="urn:microsoft.com/office/officeart/2018/2/layout/IconLabelList"/>
    <dgm:cxn modelId="{40BD139C-2699-43B6-93B8-3A81A2B55D11}" type="presParOf" srcId="{EF9E7BF9-BAE9-4447-A7B1-3BBFB3EB5EFC}" destId="{662C0DDF-5112-474F-90BE-2C4E15B3BC9D}" srcOrd="0" destOrd="0" presId="urn:microsoft.com/office/officeart/2018/2/layout/IconLabelList"/>
    <dgm:cxn modelId="{F19E4361-46CA-4F11-A557-C196CF351CAF}" type="presParOf" srcId="{662C0DDF-5112-474F-90BE-2C4E15B3BC9D}" destId="{5CD220E7-9D91-4E86-A87E-9CCA6E4E96D4}" srcOrd="0" destOrd="0" presId="urn:microsoft.com/office/officeart/2018/2/layout/IconLabelList"/>
    <dgm:cxn modelId="{68F93D45-DE16-480B-8379-849506D7CC51}" type="presParOf" srcId="{662C0DDF-5112-474F-90BE-2C4E15B3BC9D}" destId="{34883C17-6179-4BBE-BB28-D5141804580D}" srcOrd="1" destOrd="0" presId="urn:microsoft.com/office/officeart/2018/2/layout/IconLabelList"/>
    <dgm:cxn modelId="{95BDC39C-CDCF-4808-81B2-C67C3CDC09C6}" type="presParOf" srcId="{662C0DDF-5112-474F-90BE-2C4E15B3BC9D}" destId="{D0F428D2-64F8-4B98-B296-B35C97C720E4}" srcOrd="2" destOrd="0" presId="urn:microsoft.com/office/officeart/2018/2/layout/IconLabelList"/>
    <dgm:cxn modelId="{0EC4B8FB-24E8-43FA-AE88-40B14FD60B3B}" type="presParOf" srcId="{EF9E7BF9-BAE9-4447-A7B1-3BBFB3EB5EFC}" destId="{6E5B8E5D-E160-4559-8AE6-F57D373B9EAF}" srcOrd="1" destOrd="0" presId="urn:microsoft.com/office/officeart/2018/2/layout/IconLabelList"/>
    <dgm:cxn modelId="{E64D7668-C4D9-429B-A222-6738D490D375}" type="presParOf" srcId="{EF9E7BF9-BAE9-4447-A7B1-3BBFB3EB5EFC}" destId="{AE6BCB62-502D-4EDA-8249-2F81FF2966E6}" srcOrd="2" destOrd="0" presId="urn:microsoft.com/office/officeart/2018/2/layout/IconLabelList"/>
    <dgm:cxn modelId="{E3137524-A6AE-4A22-8C05-AB9B0D0218FE}" type="presParOf" srcId="{AE6BCB62-502D-4EDA-8249-2F81FF2966E6}" destId="{4603671D-B44F-4C60-B2FF-CDDBA6E96AB0}" srcOrd="0" destOrd="0" presId="urn:microsoft.com/office/officeart/2018/2/layout/IconLabelList"/>
    <dgm:cxn modelId="{AC08EDE6-EECA-4831-8D00-CD6821BAB196}" type="presParOf" srcId="{AE6BCB62-502D-4EDA-8249-2F81FF2966E6}" destId="{08DED64B-2392-4D17-ABA4-796B823B464E}" srcOrd="1" destOrd="0" presId="urn:microsoft.com/office/officeart/2018/2/layout/IconLabelList"/>
    <dgm:cxn modelId="{795AF244-1321-4B62-AE4D-E2E0FDA174D8}" type="presParOf" srcId="{AE6BCB62-502D-4EDA-8249-2F81FF2966E6}" destId="{606B62C2-3421-4064-AE31-C759CE411CD4}" srcOrd="2" destOrd="0" presId="urn:microsoft.com/office/officeart/2018/2/layout/IconLabelList"/>
    <dgm:cxn modelId="{02C905E9-3349-4801-94BB-F2A69E060E4F}" type="presParOf" srcId="{EF9E7BF9-BAE9-4447-A7B1-3BBFB3EB5EFC}" destId="{12A7F04C-CBC0-476F-8C04-72D20DB55DFA}" srcOrd="3" destOrd="0" presId="urn:microsoft.com/office/officeart/2018/2/layout/IconLabelList"/>
    <dgm:cxn modelId="{C3397FB5-7978-4505-A30A-EDC6273209C1}" type="presParOf" srcId="{EF9E7BF9-BAE9-4447-A7B1-3BBFB3EB5EFC}" destId="{AA052111-C342-4E9A-BCCB-B55567A5043D}" srcOrd="4" destOrd="0" presId="urn:microsoft.com/office/officeart/2018/2/layout/IconLabelList"/>
    <dgm:cxn modelId="{9CE39DD0-4E18-41D8-B55C-82B72B5AEB54}" type="presParOf" srcId="{AA052111-C342-4E9A-BCCB-B55567A5043D}" destId="{A569F02A-F82F-4337-9CBE-E981BF12A2F2}" srcOrd="0" destOrd="0" presId="urn:microsoft.com/office/officeart/2018/2/layout/IconLabelList"/>
    <dgm:cxn modelId="{EEE5225F-EE28-4744-A9A9-BB9D49EA9162}" type="presParOf" srcId="{AA052111-C342-4E9A-BCCB-B55567A5043D}" destId="{9DB16EDD-8428-45BB-A79D-2632CCFBE923}" srcOrd="1" destOrd="0" presId="urn:microsoft.com/office/officeart/2018/2/layout/IconLabelList"/>
    <dgm:cxn modelId="{7280C2C3-6D96-40AD-B160-3A12653FCBBC}" type="presParOf" srcId="{AA052111-C342-4E9A-BCCB-B55567A5043D}" destId="{3B6A86F5-4DE6-4DD5-B9A5-43EF2539B1E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37CBF7A-348D-4464-89B5-944C0165EEF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9F2FEC32-7C61-4CE8-A9C9-F7BFFE7D2EF1}">
      <dgm:prSet/>
      <dgm:spPr/>
      <dgm:t>
        <a:bodyPr/>
        <a:lstStyle/>
        <a:p>
          <a:r>
            <a:rPr lang="en-MY" b="1"/>
            <a:t>Amazon SQS</a:t>
          </a:r>
          <a:r>
            <a:rPr lang="en-MY"/>
            <a:t>: Reliable queue service for distributed apps.</a:t>
          </a:r>
          <a:endParaRPr lang="en-US"/>
        </a:p>
      </dgm:t>
    </dgm:pt>
    <dgm:pt modelId="{87422D8F-983E-4ABA-B226-902868DB602F}" type="parTrans" cxnId="{8190EA38-75E4-4D7B-B427-7A2AAD6F9D70}">
      <dgm:prSet/>
      <dgm:spPr/>
      <dgm:t>
        <a:bodyPr/>
        <a:lstStyle/>
        <a:p>
          <a:endParaRPr lang="en-US"/>
        </a:p>
      </dgm:t>
    </dgm:pt>
    <dgm:pt modelId="{0CF5CA90-B029-429A-A906-ADD2A71E15D4}" type="sibTrans" cxnId="{8190EA38-75E4-4D7B-B427-7A2AAD6F9D70}">
      <dgm:prSet/>
      <dgm:spPr/>
      <dgm:t>
        <a:bodyPr/>
        <a:lstStyle/>
        <a:p>
          <a:endParaRPr lang="en-US"/>
        </a:p>
      </dgm:t>
    </dgm:pt>
    <dgm:pt modelId="{A822D540-1F06-46A7-9D6C-F1ABC6D4D635}">
      <dgm:prSet/>
      <dgm:spPr/>
      <dgm:t>
        <a:bodyPr/>
        <a:lstStyle/>
        <a:p>
          <a:r>
            <a:rPr lang="en-MY" b="1"/>
            <a:t>Apache Kafka</a:t>
          </a:r>
          <a:r>
            <a:rPr lang="en-MY"/>
            <a:t>: High-throughput distributed messaging.</a:t>
          </a:r>
          <a:endParaRPr lang="en-US"/>
        </a:p>
      </dgm:t>
    </dgm:pt>
    <dgm:pt modelId="{5BF60A1C-BE06-4792-A358-1F2B3F980AE0}" type="parTrans" cxnId="{03FA8116-E9A7-4660-9895-73F64B5C457F}">
      <dgm:prSet/>
      <dgm:spPr/>
      <dgm:t>
        <a:bodyPr/>
        <a:lstStyle/>
        <a:p>
          <a:endParaRPr lang="en-US"/>
        </a:p>
      </dgm:t>
    </dgm:pt>
    <dgm:pt modelId="{B4A92F66-7948-420B-8090-F48E4D669DF4}" type="sibTrans" cxnId="{03FA8116-E9A7-4660-9895-73F64B5C457F}">
      <dgm:prSet/>
      <dgm:spPr/>
      <dgm:t>
        <a:bodyPr/>
        <a:lstStyle/>
        <a:p>
          <a:endParaRPr lang="en-US"/>
        </a:p>
      </dgm:t>
    </dgm:pt>
    <dgm:pt modelId="{C8781498-52CD-4074-B7D6-281139003735}">
      <dgm:prSet/>
      <dgm:spPr/>
      <dgm:t>
        <a:bodyPr/>
        <a:lstStyle/>
        <a:p>
          <a:r>
            <a:rPr lang="en-MY" b="1"/>
            <a:t>RabbitMQ</a:t>
          </a:r>
          <a:r>
            <a:rPr lang="en-MY"/>
            <a:t>: Lightweight and flexible broker.</a:t>
          </a:r>
          <a:endParaRPr lang="en-US"/>
        </a:p>
      </dgm:t>
    </dgm:pt>
    <dgm:pt modelId="{30D38F47-E933-42D1-B756-B194A14EFB6A}" type="parTrans" cxnId="{3BEA10F1-2A36-4E43-ADE6-6C855BF0FCD3}">
      <dgm:prSet/>
      <dgm:spPr/>
      <dgm:t>
        <a:bodyPr/>
        <a:lstStyle/>
        <a:p>
          <a:endParaRPr lang="en-US"/>
        </a:p>
      </dgm:t>
    </dgm:pt>
    <dgm:pt modelId="{959155F2-C847-412E-AC80-92A80154DD19}" type="sibTrans" cxnId="{3BEA10F1-2A36-4E43-ADE6-6C855BF0FCD3}">
      <dgm:prSet/>
      <dgm:spPr/>
      <dgm:t>
        <a:bodyPr/>
        <a:lstStyle/>
        <a:p>
          <a:endParaRPr lang="en-US"/>
        </a:p>
      </dgm:t>
    </dgm:pt>
    <dgm:pt modelId="{88ED8622-BA68-4704-AF06-51EB32A6E511}">
      <dgm:prSet/>
      <dgm:spPr/>
      <dgm:t>
        <a:bodyPr/>
        <a:lstStyle/>
        <a:p>
          <a:r>
            <a:rPr lang="en-MY" b="1"/>
            <a:t>Azure Queue Storage</a:t>
          </a:r>
          <a:endParaRPr lang="en-US"/>
        </a:p>
      </dgm:t>
    </dgm:pt>
    <dgm:pt modelId="{551D0116-2577-464C-97C4-141BAF488475}" type="parTrans" cxnId="{6C714E12-E14B-4C25-8876-869BB8F0665B}">
      <dgm:prSet/>
      <dgm:spPr/>
      <dgm:t>
        <a:bodyPr/>
        <a:lstStyle/>
        <a:p>
          <a:endParaRPr lang="en-US"/>
        </a:p>
      </dgm:t>
    </dgm:pt>
    <dgm:pt modelId="{CD80F998-37EB-47BB-9764-158536C2041D}" type="sibTrans" cxnId="{6C714E12-E14B-4C25-8876-869BB8F0665B}">
      <dgm:prSet/>
      <dgm:spPr/>
      <dgm:t>
        <a:bodyPr/>
        <a:lstStyle/>
        <a:p>
          <a:endParaRPr lang="en-US"/>
        </a:p>
      </dgm:t>
    </dgm:pt>
    <dgm:pt modelId="{CAF9C655-70D0-466E-AC5B-915396AB96A5}" type="pres">
      <dgm:prSet presAssocID="{337CBF7A-348D-4464-89B5-944C0165EEF2}" presName="root" presStyleCnt="0">
        <dgm:presLayoutVars>
          <dgm:dir/>
          <dgm:resizeHandles val="exact"/>
        </dgm:presLayoutVars>
      </dgm:prSet>
      <dgm:spPr/>
    </dgm:pt>
    <dgm:pt modelId="{787B801E-5D9A-49F1-A651-9E5D3D249919}" type="pres">
      <dgm:prSet presAssocID="{9F2FEC32-7C61-4CE8-A9C9-F7BFFE7D2EF1}" presName="compNode" presStyleCnt="0"/>
      <dgm:spPr/>
    </dgm:pt>
    <dgm:pt modelId="{8B7E0F6A-A19C-4F4C-9841-874742572793}" type="pres">
      <dgm:prSet presAssocID="{9F2FEC32-7C61-4CE8-A9C9-F7BFFE7D2EF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x"/>
        </a:ext>
      </dgm:extLst>
    </dgm:pt>
    <dgm:pt modelId="{E4609CA9-5D03-4657-928A-A023100E0759}" type="pres">
      <dgm:prSet presAssocID="{9F2FEC32-7C61-4CE8-A9C9-F7BFFE7D2EF1}" presName="spaceRect" presStyleCnt="0"/>
      <dgm:spPr/>
    </dgm:pt>
    <dgm:pt modelId="{61B22686-2C8F-4DE5-8393-4DE2D2B7C192}" type="pres">
      <dgm:prSet presAssocID="{9F2FEC32-7C61-4CE8-A9C9-F7BFFE7D2EF1}" presName="textRect" presStyleLbl="revTx" presStyleIdx="0" presStyleCnt="4">
        <dgm:presLayoutVars>
          <dgm:chMax val="1"/>
          <dgm:chPref val="1"/>
        </dgm:presLayoutVars>
      </dgm:prSet>
      <dgm:spPr/>
    </dgm:pt>
    <dgm:pt modelId="{119D255F-9965-49FB-95DD-8128F9554B04}" type="pres">
      <dgm:prSet presAssocID="{0CF5CA90-B029-429A-A906-ADD2A71E15D4}" presName="sibTrans" presStyleCnt="0"/>
      <dgm:spPr/>
    </dgm:pt>
    <dgm:pt modelId="{334D87B6-CB89-4AC3-A77C-326745B12DFB}" type="pres">
      <dgm:prSet presAssocID="{A822D540-1F06-46A7-9D6C-F1ABC6D4D635}" presName="compNode" presStyleCnt="0"/>
      <dgm:spPr/>
    </dgm:pt>
    <dgm:pt modelId="{DA7A3917-0720-4381-B57E-4A69F38C1505}" type="pres">
      <dgm:prSet presAssocID="{A822D540-1F06-46A7-9D6C-F1ABC6D4D63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C1754957-08AA-46A9-88FB-3137508D623D}" type="pres">
      <dgm:prSet presAssocID="{A822D540-1F06-46A7-9D6C-F1ABC6D4D635}" presName="spaceRect" presStyleCnt="0"/>
      <dgm:spPr/>
    </dgm:pt>
    <dgm:pt modelId="{407769C0-D963-4CB7-82A5-017AC973702D}" type="pres">
      <dgm:prSet presAssocID="{A822D540-1F06-46A7-9D6C-F1ABC6D4D635}" presName="textRect" presStyleLbl="revTx" presStyleIdx="1" presStyleCnt="4">
        <dgm:presLayoutVars>
          <dgm:chMax val="1"/>
          <dgm:chPref val="1"/>
        </dgm:presLayoutVars>
      </dgm:prSet>
      <dgm:spPr/>
    </dgm:pt>
    <dgm:pt modelId="{6D38E695-C5A1-43F8-8929-5A1B561738D2}" type="pres">
      <dgm:prSet presAssocID="{B4A92F66-7948-420B-8090-F48E4D669DF4}" presName="sibTrans" presStyleCnt="0"/>
      <dgm:spPr/>
    </dgm:pt>
    <dgm:pt modelId="{FA7D9395-D391-41CF-94D5-99BCBFB25ED8}" type="pres">
      <dgm:prSet presAssocID="{C8781498-52CD-4074-B7D6-281139003735}" presName="compNode" presStyleCnt="0"/>
      <dgm:spPr/>
    </dgm:pt>
    <dgm:pt modelId="{DFEC4772-5120-4121-9D06-834C787C4B8E}" type="pres">
      <dgm:prSet presAssocID="{C8781498-52CD-4074-B7D6-28113900373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ter Polo player"/>
        </a:ext>
      </dgm:extLst>
    </dgm:pt>
    <dgm:pt modelId="{E048DFF1-78F6-46A9-AA99-2DEA0594D6F0}" type="pres">
      <dgm:prSet presAssocID="{C8781498-52CD-4074-B7D6-281139003735}" presName="spaceRect" presStyleCnt="0"/>
      <dgm:spPr/>
    </dgm:pt>
    <dgm:pt modelId="{5EFF6BCB-AF08-47A4-AA45-EBFB9217AAA9}" type="pres">
      <dgm:prSet presAssocID="{C8781498-52CD-4074-B7D6-281139003735}" presName="textRect" presStyleLbl="revTx" presStyleIdx="2" presStyleCnt="4">
        <dgm:presLayoutVars>
          <dgm:chMax val="1"/>
          <dgm:chPref val="1"/>
        </dgm:presLayoutVars>
      </dgm:prSet>
      <dgm:spPr/>
    </dgm:pt>
    <dgm:pt modelId="{CD7D9242-86BD-4FF3-9207-0E33875D13EC}" type="pres">
      <dgm:prSet presAssocID="{959155F2-C847-412E-AC80-92A80154DD19}" presName="sibTrans" presStyleCnt="0"/>
      <dgm:spPr/>
    </dgm:pt>
    <dgm:pt modelId="{C51C945D-EF04-4DB1-9BE8-8C6F8132E8A9}" type="pres">
      <dgm:prSet presAssocID="{88ED8622-BA68-4704-AF06-51EB32A6E511}" presName="compNode" presStyleCnt="0"/>
      <dgm:spPr/>
    </dgm:pt>
    <dgm:pt modelId="{03CC4DB5-1063-4B17-ABCE-9D5CA8D1921E}" type="pres">
      <dgm:prSet presAssocID="{88ED8622-BA68-4704-AF06-51EB32A6E51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5565FA76-B693-4DA0-9550-0F1B8A42D241}" type="pres">
      <dgm:prSet presAssocID="{88ED8622-BA68-4704-AF06-51EB32A6E511}" presName="spaceRect" presStyleCnt="0"/>
      <dgm:spPr/>
    </dgm:pt>
    <dgm:pt modelId="{11582AE9-68C9-4F99-AA14-28053688A294}" type="pres">
      <dgm:prSet presAssocID="{88ED8622-BA68-4704-AF06-51EB32A6E511}" presName="textRect" presStyleLbl="revTx" presStyleIdx="3" presStyleCnt="4">
        <dgm:presLayoutVars>
          <dgm:chMax val="1"/>
          <dgm:chPref val="1"/>
        </dgm:presLayoutVars>
      </dgm:prSet>
      <dgm:spPr/>
    </dgm:pt>
  </dgm:ptLst>
  <dgm:cxnLst>
    <dgm:cxn modelId="{95F0B105-5DE7-4543-BDD0-A788DEE6F650}" type="presOf" srcId="{A822D540-1F06-46A7-9D6C-F1ABC6D4D635}" destId="{407769C0-D963-4CB7-82A5-017AC973702D}" srcOrd="0" destOrd="0" presId="urn:microsoft.com/office/officeart/2018/2/layout/IconLabelList"/>
    <dgm:cxn modelId="{6C714E12-E14B-4C25-8876-869BB8F0665B}" srcId="{337CBF7A-348D-4464-89B5-944C0165EEF2}" destId="{88ED8622-BA68-4704-AF06-51EB32A6E511}" srcOrd="3" destOrd="0" parTransId="{551D0116-2577-464C-97C4-141BAF488475}" sibTransId="{CD80F998-37EB-47BB-9764-158536C2041D}"/>
    <dgm:cxn modelId="{03FA8116-E9A7-4660-9895-73F64B5C457F}" srcId="{337CBF7A-348D-4464-89B5-944C0165EEF2}" destId="{A822D540-1F06-46A7-9D6C-F1ABC6D4D635}" srcOrd="1" destOrd="0" parTransId="{5BF60A1C-BE06-4792-A358-1F2B3F980AE0}" sibTransId="{B4A92F66-7948-420B-8090-F48E4D669DF4}"/>
    <dgm:cxn modelId="{A0415C18-C2CB-4C2D-BE3D-7510F489CF66}" type="presOf" srcId="{88ED8622-BA68-4704-AF06-51EB32A6E511}" destId="{11582AE9-68C9-4F99-AA14-28053688A294}" srcOrd="0" destOrd="0" presId="urn:microsoft.com/office/officeart/2018/2/layout/IconLabelList"/>
    <dgm:cxn modelId="{8190EA38-75E4-4D7B-B427-7A2AAD6F9D70}" srcId="{337CBF7A-348D-4464-89B5-944C0165EEF2}" destId="{9F2FEC32-7C61-4CE8-A9C9-F7BFFE7D2EF1}" srcOrd="0" destOrd="0" parTransId="{87422D8F-983E-4ABA-B226-902868DB602F}" sibTransId="{0CF5CA90-B029-429A-A906-ADD2A71E15D4}"/>
    <dgm:cxn modelId="{42A24E75-4DEE-4077-BD4D-C2DC905E5D7E}" type="presOf" srcId="{C8781498-52CD-4074-B7D6-281139003735}" destId="{5EFF6BCB-AF08-47A4-AA45-EBFB9217AAA9}" srcOrd="0" destOrd="0" presId="urn:microsoft.com/office/officeart/2018/2/layout/IconLabelList"/>
    <dgm:cxn modelId="{5D10CDA5-5778-439C-A3AF-FBA935841C6B}" type="presOf" srcId="{337CBF7A-348D-4464-89B5-944C0165EEF2}" destId="{CAF9C655-70D0-466E-AC5B-915396AB96A5}" srcOrd="0" destOrd="0" presId="urn:microsoft.com/office/officeart/2018/2/layout/IconLabelList"/>
    <dgm:cxn modelId="{C68D91C2-782E-4844-8996-3CDAAD202676}" type="presOf" srcId="{9F2FEC32-7C61-4CE8-A9C9-F7BFFE7D2EF1}" destId="{61B22686-2C8F-4DE5-8393-4DE2D2B7C192}" srcOrd="0" destOrd="0" presId="urn:microsoft.com/office/officeart/2018/2/layout/IconLabelList"/>
    <dgm:cxn modelId="{3BEA10F1-2A36-4E43-ADE6-6C855BF0FCD3}" srcId="{337CBF7A-348D-4464-89B5-944C0165EEF2}" destId="{C8781498-52CD-4074-B7D6-281139003735}" srcOrd="2" destOrd="0" parTransId="{30D38F47-E933-42D1-B756-B194A14EFB6A}" sibTransId="{959155F2-C847-412E-AC80-92A80154DD19}"/>
    <dgm:cxn modelId="{F984864D-BD67-40D8-B92A-5B9DB5BE2488}" type="presParOf" srcId="{CAF9C655-70D0-466E-AC5B-915396AB96A5}" destId="{787B801E-5D9A-49F1-A651-9E5D3D249919}" srcOrd="0" destOrd="0" presId="urn:microsoft.com/office/officeart/2018/2/layout/IconLabelList"/>
    <dgm:cxn modelId="{F62BE0C6-B1E7-433E-B9E0-606762D9539F}" type="presParOf" srcId="{787B801E-5D9A-49F1-A651-9E5D3D249919}" destId="{8B7E0F6A-A19C-4F4C-9841-874742572793}" srcOrd="0" destOrd="0" presId="urn:microsoft.com/office/officeart/2018/2/layout/IconLabelList"/>
    <dgm:cxn modelId="{D9358847-39CA-431F-B082-422492BEBDF0}" type="presParOf" srcId="{787B801E-5D9A-49F1-A651-9E5D3D249919}" destId="{E4609CA9-5D03-4657-928A-A023100E0759}" srcOrd="1" destOrd="0" presId="urn:microsoft.com/office/officeart/2018/2/layout/IconLabelList"/>
    <dgm:cxn modelId="{863B1F0F-5B5E-4850-A4E2-4A8C139DF0E2}" type="presParOf" srcId="{787B801E-5D9A-49F1-A651-9E5D3D249919}" destId="{61B22686-2C8F-4DE5-8393-4DE2D2B7C192}" srcOrd="2" destOrd="0" presId="urn:microsoft.com/office/officeart/2018/2/layout/IconLabelList"/>
    <dgm:cxn modelId="{8D92D412-2D48-4980-9286-8C49D5D241E6}" type="presParOf" srcId="{CAF9C655-70D0-466E-AC5B-915396AB96A5}" destId="{119D255F-9965-49FB-95DD-8128F9554B04}" srcOrd="1" destOrd="0" presId="urn:microsoft.com/office/officeart/2018/2/layout/IconLabelList"/>
    <dgm:cxn modelId="{15A5138F-C74A-4855-9B1E-7755877D5B49}" type="presParOf" srcId="{CAF9C655-70D0-466E-AC5B-915396AB96A5}" destId="{334D87B6-CB89-4AC3-A77C-326745B12DFB}" srcOrd="2" destOrd="0" presId="urn:microsoft.com/office/officeart/2018/2/layout/IconLabelList"/>
    <dgm:cxn modelId="{0163BDB9-2554-4835-A85D-C9759D5999CC}" type="presParOf" srcId="{334D87B6-CB89-4AC3-A77C-326745B12DFB}" destId="{DA7A3917-0720-4381-B57E-4A69F38C1505}" srcOrd="0" destOrd="0" presId="urn:microsoft.com/office/officeart/2018/2/layout/IconLabelList"/>
    <dgm:cxn modelId="{695A2946-C4D3-436C-88C6-560F4F69D271}" type="presParOf" srcId="{334D87B6-CB89-4AC3-A77C-326745B12DFB}" destId="{C1754957-08AA-46A9-88FB-3137508D623D}" srcOrd="1" destOrd="0" presId="urn:microsoft.com/office/officeart/2018/2/layout/IconLabelList"/>
    <dgm:cxn modelId="{63AEEC01-46CC-4E5E-AE54-7BADA7FF6C97}" type="presParOf" srcId="{334D87B6-CB89-4AC3-A77C-326745B12DFB}" destId="{407769C0-D963-4CB7-82A5-017AC973702D}" srcOrd="2" destOrd="0" presId="urn:microsoft.com/office/officeart/2018/2/layout/IconLabelList"/>
    <dgm:cxn modelId="{57B9CD20-5856-4783-8472-31B3BC2B6687}" type="presParOf" srcId="{CAF9C655-70D0-466E-AC5B-915396AB96A5}" destId="{6D38E695-C5A1-43F8-8929-5A1B561738D2}" srcOrd="3" destOrd="0" presId="urn:microsoft.com/office/officeart/2018/2/layout/IconLabelList"/>
    <dgm:cxn modelId="{B9DBB782-82C7-42BE-B090-471FA232A6EA}" type="presParOf" srcId="{CAF9C655-70D0-466E-AC5B-915396AB96A5}" destId="{FA7D9395-D391-41CF-94D5-99BCBFB25ED8}" srcOrd="4" destOrd="0" presId="urn:microsoft.com/office/officeart/2018/2/layout/IconLabelList"/>
    <dgm:cxn modelId="{FFC18DBF-CDAC-4AF7-87FF-57B574A774F3}" type="presParOf" srcId="{FA7D9395-D391-41CF-94D5-99BCBFB25ED8}" destId="{DFEC4772-5120-4121-9D06-834C787C4B8E}" srcOrd="0" destOrd="0" presId="urn:microsoft.com/office/officeart/2018/2/layout/IconLabelList"/>
    <dgm:cxn modelId="{74B30574-F5A3-40C0-8E79-7845C405107A}" type="presParOf" srcId="{FA7D9395-D391-41CF-94D5-99BCBFB25ED8}" destId="{E048DFF1-78F6-46A9-AA99-2DEA0594D6F0}" srcOrd="1" destOrd="0" presId="urn:microsoft.com/office/officeart/2018/2/layout/IconLabelList"/>
    <dgm:cxn modelId="{6B570217-DAF2-448F-B764-149BC7CFFF2F}" type="presParOf" srcId="{FA7D9395-D391-41CF-94D5-99BCBFB25ED8}" destId="{5EFF6BCB-AF08-47A4-AA45-EBFB9217AAA9}" srcOrd="2" destOrd="0" presId="urn:microsoft.com/office/officeart/2018/2/layout/IconLabelList"/>
    <dgm:cxn modelId="{A889A9F1-B932-4B9A-84FE-EE4E2F0C5247}" type="presParOf" srcId="{CAF9C655-70D0-466E-AC5B-915396AB96A5}" destId="{CD7D9242-86BD-4FF3-9207-0E33875D13EC}" srcOrd="5" destOrd="0" presId="urn:microsoft.com/office/officeart/2018/2/layout/IconLabelList"/>
    <dgm:cxn modelId="{0FC5D4BE-0591-45B0-B357-883B61E17337}" type="presParOf" srcId="{CAF9C655-70D0-466E-AC5B-915396AB96A5}" destId="{C51C945D-EF04-4DB1-9BE8-8C6F8132E8A9}" srcOrd="6" destOrd="0" presId="urn:microsoft.com/office/officeart/2018/2/layout/IconLabelList"/>
    <dgm:cxn modelId="{BBC11386-EDB5-4FCE-A482-40242B5C31C3}" type="presParOf" srcId="{C51C945D-EF04-4DB1-9BE8-8C6F8132E8A9}" destId="{03CC4DB5-1063-4B17-ABCE-9D5CA8D1921E}" srcOrd="0" destOrd="0" presId="urn:microsoft.com/office/officeart/2018/2/layout/IconLabelList"/>
    <dgm:cxn modelId="{C6C3F1CC-5B80-4CD7-8DA8-8A3DAFBDA33C}" type="presParOf" srcId="{C51C945D-EF04-4DB1-9BE8-8C6F8132E8A9}" destId="{5565FA76-B693-4DA0-9550-0F1B8A42D241}" srcOrd="1" destOrd="0" presId="urn:microsoft.com/office/officeart/2018/2/layout/IconLabelList"/>
    <dgm:cxn modelId="{40CC3FAE-9D29-4441-A763-8B4A68CF67E6}" type="presParOf" srcId="{C51C945D-EF04-4DB1-9BE8-8C6F8132E8A9}" destId="{11582AE9-68C9-4F99-AA14-28053688A29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6DF3B436-EC2A-4BCA-98ED-4DDAA7DE903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158D918-A98F-47D6-A175-F635B6C3E2B1}">
      <dgm:prSet/>
      <dgm:spPr/>
      <dgm:t>
        <a:bodyPr/>
        <a:lstStyle/>
        <a:p>
          <a:pPr>
            <a:defRPr cap="all"/>
          </a:pPr>
          <a:r>
            <a:rPr lang="en-MY"/>
            <a:t>Cloud migration is complex but rewarding</a:t>
          </a:r>
          <a:endParaRPr lang="en-US"/>
        </a:p>
      </dgm:t>
    </dgm:pt>
    <dgm:pt modelId="{A80FF08C-A455-4A9C-A3D2-7A98F2164C90}" type="parTrans" cxnId="{A5386CB2-0393-4F61-8751-B59DC5219FDD}">
      <dgm:prSet/>
      <dgm:spPr/>
      <dgm:t>
        <a:bodyPr/>
        <a:lstStyle/>
        <a:p>
          <a:endParaRPr lang="en-US"/>
        </a:p>
      </dgm:t>
    </dgm:pt>
    <dgm:pt modelId="{B7BA5473-8C9E-47F5-84DB-EA5A829417C8}" type="sibTrans" cxnId="{A5386CB2-0393-4F61-8751-B59DC5219FDD}">
      <dgm:prSet/>
      <dgm:spPr/>
      <dgm:t>
        <a:bodyPr/>
        <a:lstStyle/>
        <a:p>
          <a:endParaRPr lang="en-US"/>
        </a:p>
      </dgm:t>
    </dgm:pt>
    <dgm:pt modelId="{0B13FF8D-7BD4-44FF-A3D0-B44A81064BCA}">
      <dgm:prSet/>
      <dgm:spPr/>
      <dgm:t>
        <a:bodyPr/>
        <a:lstStyle/>
        <a:p>
          <a:pPr>
            <a:defRPr cap="all"/>
          </a:pPr>
          <a:r>
            <a:rPr lang="en-MY"/>
            <a:t>Choose the right model and tools</a:t>
          </a:r>
          <a:endParaRPr lang="en-US"/>
        </a:p>
      </dgm:t>
    </dgm:pt>
    <dgm:pt modelId="{7915EE53-9E7F-413C-BC00-949595C4065B}" type="parTrans" cxnId="{5D0419E3-45A4-4C93-929E-16ACB131DAE6}">
      <dgm:prSet/>
      <dgm:spPr/>
      <dgm:t>
        <a:bodyPr/>
        <a:lstStyle/>
        <a:p>
          <a:endParaRPr lang="en-US"/>
        </a:p>
      </dgm:t>
    </dgm:pt>
    <dgm:pt modelId="{57437F2E-8840-4FBC-A253-1AE02416F3B2}" type="sibTrans" cxnId="{5D0419E3-45A4-4C93-929E-16ACB131DAE6}">
      <dgm:prSet/>
      <dgm:spPr/>
      <dgm:t>
        <a:bodyPr/>
        <a:lstStyle/>
        <a:p>
          <a:endParaRPr lang="en-US"/>
        </a:p>
      </dgm:t>
    </dgm:pt>
    <dgm:pt modelId="{1876B229-E97F-4AEA-B789-2CDD1AF60FD7}">
      <dgm:prSet/>
      <dgm:spPr/>
      <dgm:t>
        <a:bodyPr/>
        <a:lstStyle/>
        <a:p>
          <a:pPr>
            <a:defRPr cap="all"/>
          </a:pPr>
          <a:r>
            <a:rPr lang="en-MY"/>
            <a:t>Integrate thoughtfully</a:t>
          </a:r>
          <a:endParaRPr lang="en-US"/>
        </a:p>
      </dgm:t>
    </dgm:pt>
    <dgm:pt modelId="{F6A7528C-1BA9-4A25-A472-A2C428B01F23}" type="parTrans" cxnId="{66D0DB9F-95E6-4923-9147-355741330006}">
      <dgm:prSet/>
      <dgm:spPr/>
      <dgm:t>
        <a:bodyPr/>
        <a:lstStyle/>
        <a:p>
          <a:endParaRPr lang="en-US"/>
        </a:p>
      </dgm:t>
    </dgm:pt>
    <dgm:pt modelId="{7CD1948A-B9AC-4CB8-A81F-A9E213BE2E14}" type="sibTrans" cxnId="{66D0DB9F-95E6-4923-9147-355741330006}">
      <dgm:prSet/>
      <dgm:spPr/>
      <dgm:t>
        <a:bodyPr/>
        <a:lstStyle/>
        <a:p>
          <a:endParaRPr lang="en-US"/>
        </a:p>
      </dgm:t>
    </dgm:pt>
    <dgm:pt modelId="{A7D24B07-87F1-4585-96BC-CDECC8C1D986}">
      <dgm:prSet/>
      <dgm:spPr/>
      <dgm:t>
        <a:bodyPr/>
        <a:lstStyle/>
        <a:p>
          <a:pPr>
            <a:defRPr cap="all"/>
          </a:pPr>
          <a:r>
            <a:rPr lang="en-MY"/>
            <a:t>Be aware of risks and mitigate them</a:t>
          </a:r>
          <a:endParaRPr lang="en-US"/>
        </a:p>
      </dgm:t>
    </dgm:pt>
    <dgm:pt modelId="{E66A588A-CD8A-4E6C-BC89-1BADCF85F3DC}" type="parTrans" cxnId="{0877D5B4-E51F-4147-9363-44F780D4203E}">
      <dgm:prSet/>
      <dgm:spPr/>
      <dgm:t>
        <a:bodyPr/>
        <a:lstStyle/>
        <a:p>
          <a:endParaRPr lang="en-US"/>
        </a:p>
      </dgm:t>
    </dgm:pt>
    <dgm:pt modelId="{F27DCFD6-2FFB-4D36-8104-714613E6AD8B}" type="sibTrans" cxnId="{0877D5B4-E51F-4147-9363-44F780D4203E}">
      <dgm:prSet/>
      <dgm:spPr/>
      <dgm:t>
        <a:bodyPr/>
        <a:lstStyle/>
        <a:p>
          <a:endParaRPr lang="en-US"/>
        </a:p>
      </dgm:t>
    </dgm:pt>
    <dgm:pt modelId="{E7C18D90-0500-46CE-A61A-D05920B247A0}">
      <dgm:prSet/>
      <dgm:spPr/>
      <dgm:t>
        <a:bodyPr/>
        <a:lstStyle/>
        <a:p>
          <a:pPr>
            <a:defRPr cap="all"/>
          </a:pPr>
          <a:r>
            <a:rPr lang="en-MY"/>
            <a:t>Use messaging queues for better architecture</a:t>
          </a:r>
          <a:endParaRPr lang="en-US"/>
        </a:p>
      </dgm:t>
    </dgm:pt>
    <dgm:pt modelId="{47CAC39C-37E5-460E-9D33-AA7D6D11CE3E}" type="parTrans" cxnId="{7C55B19F-2B96-4D78-B0AD-3FED13140D30}">
      <dgm:prSet/>
      <dgm:spPr/>
      <dgm:t>
        <a:bodyPr/>
        <a:lstStyle/>
        <a:p>
          <a:endParaRPr lang="en-US"/>
        </a:p>
      </dgm:t>
    </dgm:pt>
    <dgm:pt modelId="{72FAAEA1-93FF-494A-9F09-4F3678D2D491}" type="sibTrans" cxnId="{7C55B19F-2B96-4D78-B0AD-3FED13140D30}">
      <dgm:prSet/>
      <dgm:spPr/>
      <dgm:t>
        <a:bodyPr/>
        <a:lstStyle/>
        <a:p>
          <a:endParaRPr lang="en-US"/>
        </a:p>
      </dgm:t>
    </dgm:pt>
    <dgm:pt modelId="{D477FA05-F80C-4E5E-8AF1-991F0A41AFCB}" type="pres">
      <dgm:prSet presAssocID="{6DF3B436-EC2A-4BCA-98ED-4DDAA7DE9039}" presName="root" presStyleCnt="0">
        <dgm:presLayoutVars>
          <dgm:dir/>
          <dgm:resizeHandles val="exact"/>
        </dgm:presLayoutVars>
      </dgm:prSet>
      <dgm:spPr/>
    </dgm:pt>
    <dgm:pt modelId="{C2F69C32-072E-4A3A-B112-1CB62A1FBFE5}" type="pres">
      <dgm:prSet presAssocID="{1158D918-A98F-47D6-A175-F635B6C3E2B1}" presName="compNode" presStyleCnt="0"/>
      <dgm:spPr/>
    </dgm:pt>
    <dgm:pt modelId="{08F77C58-590D-499B-82ED-B2299E927865}" type="pres">
      <dgm:prSet presAssocID="{1158D918-A98F-47D6-A175-F635B6C3E2B1}" presName="iconBgRect" presStyleLbl="bgShp" presStyleIdx="0" presStyleCnt="5"/>
      <dgm:spPr>
        <a:prstGeom prst="round2DiagRect">
          <a:avLst>
            <a:gd name="adj1" fmla="val 29727"/>
            <a:gd name="adj2" fmla="val 0"/>
          </a:avLst>
        </a:prstGeom>
      </dgm:spPr>
    </dgm:pt>
    <dgm:pt modelId="{64B3F16D-442C-44C0-A847-12AEBCD052EE}" type="pres">
      <dgm:prSet presAssocID="{1158D918-A98F-47D6-A175-F635B6C3E2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a:ext>
      </dgm:extLst>
    </dgm:pt>
    <dgm:pt modelId="{CB51A104-496C-4C57-BABA-B50720196164}" type="pres">
      <dgm:prSet presAssocID="{1158D918-A98F-47D6-A175-F635B6C3E2B1}" presName="spaceRect" presStyleCnt="0"/>
      <dgm:spPr/>
    </dgm:pt>
    <dgm:pt modelId="{FFCCD9AB-A32E-4C91-9D9D-1A7A93CFEF42}" type="pres">
      <dgm:prSet presAssocID="{1158D918-A98F-47D6-A175-F635B6C3E2B1}" presName="textRect" presStyleLbl="revTx" presStyleIdx="0" presStyleCnt="5">
        <dgm:presLayoutVars>
          <dgm:chMax val="1"/>
          <dgm:chPref val="1"/>
        </dgm:presLayoutVars>
      </dgm:prSet>
      <dgm:spPr/>
    </dgm:pt>
    <dgm:pt modelId="{90951841-2E1F-4171-A57E-E64881CCBFCC}" type="pres">
      <dgm:prSet presAssocID="{B7BA5473-8C9E-47F5-84DB-EA5A829417C8}" presName="sibTrans" presStyleCnt="0"/>
      <dgm:spPr/>
    </dgm:pt>
    <dgm:pt modelId="{03405439-DDC4-4448-9E53-F303B633DF68}" type="pres">
      <dgm:prSet presAssocID="{0B13FF8D-7BD4-44FF-A3D0-B44A81064BCA}" presName="compNode" presStyleCnt="0"/>
      <dgm:spPr/>
    </dgm:pt>
    <dgm:pt modelId="{2830CD6B-58C7-4BF2-814A-E44517777A03}" type="pres">
      <dgm:prSet presAssocID="{0B13FF8D-7BD4-44FF-A3D0-B44A81064BCA}" presName="iconBgRect" presStyleLbl="bgShp" presStyleIdx="1" presStyleCnt="5"/>
      <dgm:spPr>
        <a:prstGeom prst="round2DiagRect">
          <a:avLst>
            <a:gd name="adj1" fmla="val 29727"/>
            <a:gd name="adj2" fmla="val 0"/>
          </a:avLst>
        </a:prstGeom>
      </dgm:spPr>
    </dgm:pt>
    <dgm:pt modelId="{887D5DBF-74EA-4838-8547-FBB486F213EE}" type="pres">
      <dgm:prSet presAssocID="{0B13FF8D-7BD4-44FF-A3D0-B44A81064BC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ls"/>
        </a:ext>
      </dgm:extLst>
    </dgm:pt>
    <dgm:pt modelId="{3489BEEF-302A-4EE2-B052-C372E12B7B6E}" type="pres">
      <dgm:prSet presAssocID="{0B13FF8D-7BD4-44FF-A3D0-B44A81064BCA}" presName="spaceRect" presStyleCnt="0"/>
      <dgm:spPr/>
    </dgm:pt>
    <dgm:pt modelId="{A08149A8-B50D-44D4-939B-5A03A48D27AC}" type="pres">
      <dgm:prSet presAssocID="{0B13FF8D-7BD4-44FF-A3D0-B44A81064BCA}" presName="textRect" presStyleLbl="revTx" presStyleIdx="1" presStyleCnt="5">
        <dgm:presLayoutVars>
          <dgm:chMax val="1"/>
          <dgm:chPref val="1"/>
        </dgm:presLayoutVars>
      </dgm:prSet>
      <dgm:spPr/>
    </dgm:pt>
    <dgm:pt modelId="{F30C5F69-078E-48E8-8BF8-2067ABE71494}" type="pres">
      <dgm:prSet presAssocID="{57437F2E-8840-4FBC-A253-1AE02416F3B2}" presName="sibTrans" presStyleCnt="0"/>
      <dgm:spPr/>
    </dgm:pt>
    <dgm:pt modelId="{BEF02C4C-D159-40CF-9CCB-7DC35F1E1596}" type="pres">
      <dgm:prSet presAssocID="{1876B229-E97F-4AEA-B789-2CDD1AF60FD7}" presName="compNode" presStyleCnt="0"/>
      <dgm:spPr/>
    </dgm:pt>
    <dgm:pt modelId="{7FBCB7BB-338E-4F1C-B1F5-179C1BAADE35}" type="pres">
      <dgm:prSet presAssocID="{1876B229-E97F-4AEA-B789-2CDD1AF60FD7}" presName="iconBgRect" presStyleLbl="bgShp" presStyleIdx="2" presStyleCnt="5"/>
      <dgm:spPr>
        <a:prstGeom prst="round2DiagRect">
          <a:avLst>
            <a:gd name="adj1" fmla="val 29727"/>
            <a:gd name="adj2" fmla="val 0"/>
          </a:avLst>
        </a:prstGeom>
      </dgm:spPr>
    </dgm:pt>
    <dgm:pt modelId="{E6CBCB77-6E73-42A3-AA11-C3C9E60B828D}" type="pres">
      <dgm:prSet presAssocID="{1876B229-E97F-4AEA-B789-2CDD1AF60FD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CB1887D1-F78C-4C3B-AEE6-A457A23073E8}" type="pres">
      <dgm:prSet presAssocID="{1876B229-E97F-4AEA-B789-2CDD1AF60FD7}" presName="spaceRect" presStyleCnt="0"/>
      <dgm:spPr/>
    </dgm:pt>
    <dgm:pt modelId="{DA5DD2DA-D0EB-4C3A-BB1C-B4DC2F373395}" type="pres">
      <dgm:prSet presAssocID="{1876B229-E97F-4AEA-B789-2CDD1AF60FD7}" presName="textRect" presStyleLbl="revTx" presStyleIdx="2" presStyleCnt="5">
        <dgm:presLayoutVars>
          <dgm:chMax val="1"/>
          <dgm:chPref val="1"/>
        </dgm:presLayoutVars>
      </dgm:prSet>
      <dgm:spPr/>
    </dgm:pt>
    <dgm:pt modelId="{C811BF77-0BDF-4218-9B93-78E94EA93C8A}" type="pres">
      <dgm:prSet presAssocID="{7CD1948A-B9AC-4CB8-A81F-A9E213BE2E14}" presName="sibTrans" presStyleCnt="0"/>
      <dgm:spPr/>
    </dgm:pt>
    <dgm:pt modelId="{04418A61-4758-464B-A80A-7712AF4E9751}" type="pres">
      <dgm:prSet presAssocID="{A7D24B07-87F1-4585-96BC-CDECC8C1D986}" presName="compNode" presStyleCnt="0"/>
      <dgm:spPr/>
    </dgm:pt>
    <dgm:pt modelId="{9B7AA995-F9EF-4084-87BA-8DC78E57591D}" type="pres">
      <dgm:prSet presAssocID="{A7D24B07-87F1-4585-96BC-CDECC8C1D986}" presName="iconBgRect" presStyleLbl="bgShp" presStyleIdx="3" presStyleCnt="5"/>
      <dgm:spPr>
        <a:prstGeom prst="round2DiagRect">
          <a:avLst>
            <a:gd name="adj1" fmla="val 29727"/>
            <a:gd name="adj2" fmla="val 0"/>
          </a:avLst>
        </a:prstGeom>
      </dgm:spPr>
    </dgm:pt>
    <dgm:pt modelId="{94A5AFD6-3CFC-472A-A6E1-916E716E28C7}" type="pres">
      <dgm:prSet presAssocID="{A7D24B07-87F1-4585-96BC-CDECC8C1D98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rning"/>
        </a:ext>
      </dgm:extLst>
    </dgm:pt>
    <dgm:pt modelId="{74B715FD-BC0B-4D4F-B4ED-025E03C83A98}" type="pres">
      <dgm:prSet presAssocID="{A7D24B07-87F1-4585-96BC-CDECC8C1D986}" presName="spaceRect" presStyleCnt="0"/>
      <dgm:spPr/>
    </dgm:pt>
    <dgm:pt modelId="{22A1B9DD-248B-4FE0-A4B5-2DE7FDEED98A}" type="pres">
      <dgm:prSet presAssocID="{A7D24B07-87F1-4585-96BC-CDECC8C1D986}" presName="textRect" presStyleLbl="revTx" presStyleIdx="3" presStyleCnt="5">
        <dgm:presLayoutVars>
          <dgm:chMax val="1"/>
          <dgm:chPref val="1"/>
        </dgm:presLayoutVars>
      </dgm:prSet>
      <dgm:spPr/>
    </dgm:pt>
    <dgm:pt modelId="{06A33D1B-471A-41D3-ADC6-71871D2A2D02}" type="pres">
      <dgm:prSet presAssocID="{F27DCFD6-2FFB-4D36-8104-714613E6AD8B}" presName="sibTrans" presStyleCnt="0"/>
      <dgm:spPr/>
    </dgm:pt>
    <dgm:pt modelId="{0CABB806-9BCD-4031-9AFA-0C7E5B761538}" type="pres">
      <dgm:prSet presAssocID="{E7C18D90-0500-46CE-A61A-D05920B247A0}" presName="compNode" presStyleCnt="0"/>
      <dgm:spPr/>
    </dgm:pt>
    <dgm:pt modelId="{95D12BC2-A7F4-4D4F-9F21-B83F1CA267CC}" type="pres">
      <dgm:prSet presAssocID="{E7C18D90-0500-46CE-A61A-D05920B247A0}" presName="iconBgRect" presStyleLbl="bgShp" presStyleIdx="4" presStyleCnt="5"/>
      <dgm:spPr>
        <a:prstGeom prst="round2DiagRect">
          <a:avLst>
            <a:gd name="adj1" fmla="val 29727"/>
            <a:gd name="adj2" fmla="val 0"/>
          </a:avLst>
        </a:prstGeom>
      </dgm:spPr>
    </dgm:pt>
    <dgm:pt modelId="{0C159FE5-A41D-4DB3-A87A-4DA00FDE8220}" type="pres">
      <dgm:prSet presAssocID="{E7C18D90-0500-46CE-A61A-D05920B247A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mart Phone"/>
        </a:ext>
      </dgm:extLst>
    </dgm:pt>
    <dgm:pt modelId="{D957B3B3-9A46-4918-A792-ADEE0545F0B0}" type="pres">
      <dgm:prSet presAssocID="{E7C18D90-0500-46CE-A61A-D05920B247A0}" presName="spaceRect" presStyleCnt="0"/>
      <dgm:spPr/>
    </dgm:pt>
    <dgm:pt modelId="{FA91C9BD-B2A9-4204-B7BB-5AF874E1D5D6}" type="pres">
      <dgm:prSet presAssocID="{E7C18D90-0500-46CE-A61A-D05920B247A0}" presName="textRect" presStyleLbl="revTx" presStyleIdx="4" presStyleCnt="5">
        <dgm:presLayoutVars>
          <dgm:chMax val="1"/>
          <dgm:chPref val="1"/>
        </dgm:presLayoutVars>
      </dgm:prSet>
      <dgm:spPr/>
    </dgm:pt>
  </dgm:ptLst>
  <dgm:cxnLst>
    <dgm:cxn modelId="{C72D9636-E6E2-4490-90A4-A644EFD3C583}" type="presOf" srcId="{6DF3B436-EC2A-4BCA-98ED-4DDAA7DE9039}" destId="{D477FA05-F80C-4E5E-8AF1-991F0A41AFCB}" srcOrd="0" destOrd="0" presId="urn:microsoft.com/office/officeart/2018/5/layout/IconLeafLabelList"/>
    <dgm:cxn modelId="{195D173D-B718-4E49-86F8-96CB75E7E670}" type="presOf" srcId="{0B13FF8D-7BD4-44FF-A3D0-B44A81064BCA}" destId="{A08149A8-B50D-44D4-939B-5A03A48D27AC}" srcOrd="0" destOrd="0" presId="urn:microsoft.com/office/officeart/2018/5/layout/IconLeafLabelList"/>
    <dgm:cxn modelId="{790E005C-8018-4E24-81A1-8849040E022B}" type="presOf" srcId="{1158D918-A98F-47D6-A175-F635B6C3E2B1}" destId="{FFCCD9AB-A32E-4C91-9D9D-1A7A93CFEF42}" srcOrd="0" destOrd="0" presId="urn:microsoft.com/office/officeart/2018/5/layout/IconLeafLabelList"/>
    <dgm:cxn modelId="{BC5E1799-16DE-43BA-9EB0-8F79254CF515}" type="presOf" srcId="{A7D24B07-87F1-4585-96BC-CDECC8C1D986}" destId="{22A1B9DD-248B-4FE0-A4B5-2DE7FDEED98A}" srcOrd="0" destOrd="0" presId="urn:microsoft.com/office/officeart/2018/5/layout/IconLeafLabelList"/>
    <dgm:cxn modelId="{7C55B19F-2B96-4D78-B0AD-3FED13140D30}" srcId="{6DF3B436-EC2A-4BCA-98ED-4DDAA7DE9039}" destId="{E7C18D90-0500-46CE-A61A-D05920B247A0}" srcOrd="4" destOrd="0" parTransId="{47CAC39C-37E5-460E-9D33-AA7D6D11CE3E}" sibTransId="{72FAAEA1-93FF-494A-9F09-4F3678D2D491}"/>
    <dgm:cxn modelId="{66D0DB9F-95E6-4923-9147-355741330006}" srcId="{6DF3B436-EC2A-4BCA-98ED-4DDAA7DE9039}" destId="{1876B229-E97F-4AEA-B789-2CDD1AF60FD7}" srcOrd="2" destOrd="0" parTransId="{F6A7528C-1BA9-4A25-A472-A2C428B01F23}" sibTransId="{7CD1948A-B9AC-4CB8-A81F-A9E213BE2E14}"/>
    <dgm:cxn modelId="{A5386CB2-0393-4F61-8751-B59DC5219FDD}" srcId="{6DF3B436-EC2A-4BCA-98ED-4DDAA7DE9039}" destId="{1158D918-A98F-47D6-A175-F635B6C3E2B1}" srcOrd="0" destOrd="0" parTransId="{A80FF08C-A455-4A9C-A3D2-7A98F2164C90}" sibTransId="{B7BA5473-8C9E-47F5-84DB-EA5A829417C8}"/>
    <dgm:cxn modelId="{0877D5B4-E51F-4147-9363-44F780D4203E}" srcId="{6DF3B436-EC2A-4BCA-98ED-4DDAA7DE9039}" destId="{A7D24B07-87F1-4585-96BC-CDECC8C1D986}" srcOrd="3" destOrd="0" parTransId="{E66A588A-CD8A-4E6C-BC89-1BADCF85F3DC}" sibTransId="{F27DCFD6-2FFB-4D36-8104-714613E6AD8B}"/>
    <dgm:cxn modelId="{68B512C2-517C-4D4D-BF6E-307F1F37BE17}" type="presOf" srcId="{1876B229-E97F-4AEA-B789-2CDD1AF60FD7}" destId="{DA5DD2DA-D0EB-4C3A-BB1C-B4DC2F373395}" srcOrd="0" destOrd="0" presId="urn:microsoft.com/office/officeart/2018/5/layout/IconLeafLabelList"/>
    <dgm:cxn modelId="{5D0419E3-45A4-4C93-929E-16ACB131DAE6}" srcId="{6DF3B436-EC2A-4BCA-98ED-4DDAA7DE9039}" destId="{0B13FF8D-7BD4-44FF-A3D0-B44A81064BCA}" srcOrd="1" destOrd="0" parTransId="{7915EE53-9E7F-413C-BC00-949595C4065B}" sibTransId="{57437F2E-8840-4FBC-A253-1AE02416F3B2}"/>
    <dgm:cxn modelId="{60D730E3-4F70-4981-A06F-C3EA9AE5FE34}" type="presOf" srcId="{E7C18D90-0500-46CE-A61A-D05920B247A0}" destId="{FA91C9BD-B2A9-4204-B7BB-5AF874E1D5D6}" srcOrd="0" destOrd="0" presId="urn:microsoft.com/office/officeart/2018/5/layout/IconLeafLabelList"/>
    <dgm:cxn modelId="{D6FC0754-96AA-49EF-8809-FF2C079E40C4}" type="presParOf" srcId="{D477FA05-F80C-4E5E-8AF1-991F0A41AFCB}" destId="{C2F69C32-072E-4A3A-B112-1CB62A1FBFE5}" srcOrd="0" destOrd="0" presId="urn:microsoft.com/office/officeart/2018/5/layout/IconLeafLabelList"/>
    <dgm:cxn modelId="{6B061B7B-53BE-489F-8340-B671B3DB0520}" type="presParOf" srcId="{C2F69C32-072E-4A3A-B112-1CB62A1FBFE5}" destId="{08F77C58-590D-499B-82ED-B2299E927865}" srcOrd="0" destOrd="0" presId="urn:microsoft.com/office/officeart/2018/5/layout/IconLeafLabelList"/>
    <dgm:cxn modelId="{2ED9FD69-6189-48AF-A2FA-91B8130F624B}" type="presParOf" srcId="{C2F69C32-072E-4A3A-B112-1CB62A1FBFE5}" destId="{64B3F16D-442C-44C0-A847-12AEBCD052EE}" srcOrd="1" destOrd="0" presId="urn:microsoft.com/office/officeart/2018/5/layout/IconLeafLabelList"/>
    <dgm:cxn modelId="{D9D74BCE-2637-4D8F-A8B5-378C77B4502D}" type="presParOf" srcId="{C2F69C32-072E-4A3A-B112-1CB62A1FBFE5}" destId="{CB51A104-496C-4C57-BABA-B50720196164}" srcOrd="2" destOrd="0" presId="urn:microsoft.com/office/officeart/2018/5/layout/IconLeafLabelList"/>
    <dgm:cxn modelId="{59BF7BF0-EBF5-4457-BD8E-88D196D2917A}" type="presParOf" srcId="{C2F69C32-072E-4A3A-B112-1CB62A1FBFE5}" destId="{FFCCD9AB-A32E-4C91-9D9D-1A7A93CFEF42}" srcOrd="3" destOrd="0" presId="urn:microsoft.com/office/officeart/2018/5/layout/IconLeafLabelList"/>
    <dgm:cxn modelId="{3E99AC22-C5E8-41FF-8DD0-E7DD895FCCAB}" type="presParOf" srcId="{D477FA05-F80C-4E5E-8AF1-991F0A41AFCB}" destId="{90951841-2E1F-4171-A57E-E64881CCBFCC}" srcOrd="1" destOrd="0" presId="urn:microsoft.com/office/officeart/2018/5/layout/IconLeafLabelList"/>
    <dgm:cxn modelId="{68528279-04BD-43E6-816A-5501D6A39300}" type="presParOf" srcId="{D477FA05-F80C-4E5E-8AF1-991F0A41AFCB}" destId="{03405439-DDC4-4448-9E53-F303B633DF68}" srcOrd="2" destOrd="0" presId="urn:microsoft.com/office/officeart/2018/5/layout/IconLeafLabelList"/>
    <dgm:cxn modelId="{1945746D-06AC-4F0D-8AA4-2BC42D70C3AC}" type="presParOf" srcId="{03405439-DDC4-4448-9E53-F303B633DF68}" destId="{2830CD6B-58C7-4BF2-814A-E44517777A03}" srcOrd="0" destOrd="0" presId="urn:microsoft.com/office/officeart/2018/5/layout/IconLeafLabelList"/>
    <dgm:cxn modelId="{F79F9959-F124-44ED-B3A5-9CF3875E350E}" type="presParOf" srcId="{03405439-DDC4-4448-9E53-F303B633DF68}" destId="{887D5DBF-74EA-4838-8547-FBB486F213EE}" srcOrd="1" destOrd="0" presId="urn:microsoft.com/office/officeart/2018/5/layout/IconLeafLabelList"/>
    <dgm:cxn modelId="{55B38168-3198-47BF-8F3D-F5DAC4C727ED}" type="presParOf" srcId="{03405439-DDC4-4448-9E53-F303B633DF68}" destId="{3489BEEF-302A-4EE2-B052-C372E12B7B6E}" srcOrd="2" destOrd="0" presId="urn:microsoft.com/office/officeart/2018/5/layout/IconLeafLabelList"/>
    <dgm:cxn modelId="{B5A70649-CADF-4BD6-871C-59DC990CC12E}" type="presParOf" srcId="{03405439-DDC4-4448-9E53-F303B633DF68}" destId="{A08149A8-B50D-44D4-939B-5A03A48D27AC}" srcOrd="3" destOrd="0" presId="urn:microsoft.com/office/officeart/2018/5/layout/IconLeafLabelList"/>
    <dgm:cxn modelId="{67D78E38-69BF-41CB-88E2-512F37D1DF8D}" type="presParOf" srcId="{D477FA05-F80C-4E5E-8AF1-991F0A41AFCB}" destId="{F30C5F69-078E-48E8-8BF8-2067ABE71494}" srcOrd="3" destOrd="0" presId="urn:microsoft.com/office/officeart/2018/5/layout/IconLeafLabelList"/>
    <dgm:cxn modelId="{9E8C5B4D-4D6B-460A-8A04-88F132512F68}" type="presParOf" srcId="{D477FA05-F80C-4E5E-8AF1-991F0A41AFCB}" destId="{BEF02C4C-D159-40CF-9CCB-7DC35F1E1596}" srcOrd="4" destOrd="0" presId="urn:microsoft.com/office/officeart/2018/5/layout/IconLeafLabelList"/>
    <dgm:cxn modelId="{C082548A-848F-4D88-8604-3CCFCCFFC8D4}" type="presParOf" srcId="{BEF02C4C-D159-40CF-9CCB-7DC35F1E1596}" destId="{7FBCB7BB-338E-4F1C-B1F5-179C1BAADE35}" srcOrd="0" destOrd="0" presId="urn:microsoft.com/office/officeart/2018/5/layout/IconLeafLabelList"/>
    <dgm:cxn modelId="{8A457B29-EB21-41FE-B3F6-62F74F93157F}" type="presParOf" srcId="{BEF02C4C-D159-40CF-9CCB-7DC35F1E1596}" destId="{E6CBCB77-6E73-42A3-AA11-C3C9E60B828D}" srcOrd="1" destOrd="0" presId="urn:microsoft.com/office/officeart/2018/5/layout/IconLeafLabelList"/>
    <dgm:cxn modelId="{73C096E0-1AC3-4079-83EF-77010A41CA10}" type="presParOf" srcId="{BEF02C4C-D159-40CF-9CCB-7DC35F1E1596}" destId="{CB1887D1-F78C-4C3B-AEE6-A457A23073E8}" srcOrd="2" destOrd="0" presId="urn:microsoft.com/office/officeart/2018/5/layout/IconLeafLabelList"/>
    <dgm:cxn modelId="{528907B8-DA20-4BD0-8CB8-C01AD73C8E07}" type="presParOf" srcId="{BEF02C4C-D159-40CF-9CCB-7DC35F1E1596}" destId="{DA5DD2DA-D0EB-4C3A-BB1C-B4DC2F373395}" srcOrd="3" destOrd="0" presId="urn:microsoft.com/office/officeart/2018/5/layout/IconLeafLabelList"/>
    <dgm:cxn modelId="{8BAFEA9B-098E-4C8C-AFC4-7E2EA7F8777F}" type="presParOf" srcId="{D477FA05-F80C-4E5E-8AF1-991F0A41AFCB}" destId="{C811BF77-0BDF-4218-9B93-78E94EA93C8A}" srcOrd="5" destOrd="0" presId="urn:microsoft.com/office/officeart/2018/5/layout/IconLeafLabelList"/>
    <dgm:cxn modelId="{8B2F7BB0-D1F2-480E-ACB7-C17FD0C2B8B2}" type="presParOf" srcId="{D477FA05-F80C-4E5E-8AF1-991F0A41AFCB}" destId="{04418A61-4758-464B-A80A-7712AF4E9751}" srcOrd="6" destOrd="0" presId="urn:microsoft.com/office/officeart/2018/5/layout/IconLeafLabelList"/>
    <dgm:cxn modelId="{C3A60E21-D382-48D5-8826-C8A679E5E7F8}" type="presParOf" srcId="{04418A61-4758-464B-A80A-7712AF4E9751}" destId="{9B7AA995-F9EF-4084-87BA-8DC78E57591D}" srcOrd="0" destOrd="0" presId="urn:microsoft.com/office/officeart/2018/5/layout/IconLeafLabelList"/>
    <dgm:cxn modelId="{8490DEC1-FDC0-49C2-A9A7-FEBA5779B01D}" type="presParOf" srcId="{04418A61-4758-464B-A80A-7712AF4E9751}" destId="{94A5AFD6-3CFC-472A-A6E1-916E716E28C7}" srcOrd="1" destOrd="0" presId="urn:microsoft.com/office/officeart/2018/5/layout/IconLeafLabelList"/>
    <dgm:cxn modelId="{670F8D31-848E-4FB5-ACE8-8AE0C01C3DC2}" type="presParOf" srcId="{04418A61-4758-464B-A80A-7712AF4E9751}" destId="{74B715FD-BC0B-4D4F-B4ED-025E03C83A98}" srcOrd="2" destOrd="0" presId="urn:microsoft.com/office/officeart/2018/5/layout/IconLeafLabelList"/>
    <dgm:cxn modelId="{D546DFBF-7B0E-4E24-B852-7E98EE3E79C8}" type="presParOf" srcId="{04418A61-4758-464B-A80A-7712AF4E9751}" destId="{22A1B9DD-248B-4FE0-A4B5-2DE7FDEED98A}" srcOrd="3" destOrd="0" presId="urn:microsoft.com/office/officeart/2018/5/layout/IconLeafLabelList"/>
    <dgm:cxn modelId="{4872EF68-E536-4E05-AB20-1545E4281360}" type="presParOf" srcId="{D477FA05-F80C-4E5E-8AF1-991F0A41AFCB}" destId="{06A33D1B-471A-41D3-ADC6-71871D2A2D02}" srcOrd="7" destOrd="0" presId="urn:microsoft.com/office/officeart/2018/5/layout/IconLeafLabelList"/>
    <dgm:cxn modelId="{329EF6C3-44AC-402E-A080-4D938F406030}" type="presParOf" srcId="{D477FA05-F80C-4E5E-8AF1-991F0A41AFCB}" destId="{0CABB806-9BCD-4031-9AFA-0C7E5B761538}" srcOrd="8" destOrd="0" presId="urn:microsoft.com/office/officeart/2018/5/layout/IconLeafLabelList"/>
    <dgm:cxn modelId="{6F35C249-7A40-44AE-B21B-6492B2E46B2D}" type="presParOf" srcId="{0CABB806-9BCD-4031-9AFA-0C7E5B761538}" destId="{95D12BC2-A7F4-4D4F-9F21-B83F1CA267CC}" srcOrd="0" destOrd="0" presId="urn:microsoft.com/office/officeart/2018/5/layout/IconLeafLabelList"/>
    <dgm:cxn modelId="{62F7F555-D39B-4958-BA47-5766B9D7A7DB}" type="presParOf" srcId="{0CABB806-9BCD-4031-9AFA-0C7E5B761538}" destId="{0C159FE5-A41D-4DB3-A87A-4DA00FDE8220}" srcOrd="1" destOrd="0" presId="urn:microsoft.com/office/officeart/2018/5/layout/IconLeafLabelList"/>
    <dgm:cxn modelId="{D7B75F70-DAC6-4032-A04D-07E66727BB37}" type="presParOf" srcId="{0CABB806-9BCD-4031-9AFA-0C7E5B761538}" destId="{D957B3B3-9A46-4918-A792-ADEE0545F0B0}" srcOrd="2" destOrd="0" presId="urn:microsoft.com/office/officeart/2018/5/layout/IconLeafLabelList"/>
    <dgm:cxn modelId="{00039E1C-DBE9-44ED-BE5D-6B19A60BBF40}" type="presParOf" srcId="{0CABB806-9BCD-4031-9AFA-0C7E5B761538}" destId="{FA91C9BD-B2A9-4204-B7BB-5AF874E1D5D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8A19CE82-605F-4B1F-9FD9-3D692EB8C5D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8D2E71D-1D12-412E-B1A0-C1E795005086}">
      <dgm:prSet/>
      <dgm:spPr/>
      <dgm:t>
        <a:bodyPr/>
        <a:lstStyle/>
        <a:p>
          <a:r>
            <a:rPr lang="en-MY" b="1"/>
            <a:t>On-demand Self-Service</a:t>
          </a:r>
          <a:r>
            <a:rPr lang="en-MY"/>
            <a:t>: Users can provision resources as needed.</a:t>
          </a:r>
          <a:endParaRPr lang="en-US"/>
        </a:p>
      </dgm:t>
    </dgm:pt>
    <dgm:pt modelId="{C54EAB87-6AF2-45AE-B75F-32BFB0830C11}" type="parTrans" cxnId="{342FAB30-98D7-40B7-AEBF-EE9A09FBCD4F}">
      <dgm:prSet/>
      <dgm:spPr/>
      <dgm:t>
        <a:bodyPr/>
        <a:lstStyle/>
        <a:p>
          <a:endParaRPr lang="en-US"/>
        </a:p>
      </dgm:t>
    </dgm:pt>
    <dgm:pt modelId="{2390F07E-24D8-4316-9C84-5505840FEC38}" type="sibTrans" cxnId="{342FAB30-98D7-40B7-AEBF-EE9A09FBCD4F}">
      <dgm:prSet/>
      <dgm:spPr/>
      <dgm:t>
        <a:bodyPr/>
        <a:lstStyle/>
        <a:p>
          <a:endParaRPr lang="en-US"/>
        </a:p>
      </dgm:t>
    </dgm:pt>
    <dgm:pt modelId="{7AE20A57-4EFC-46EF-857F-8D9BE3EF88E9}">
      <dgm:prSet/>
      <dgm:spPr/>
      <dgm:t>
        <a:bodyPr/>
        <a:lstStyle/>
        <a:p>
          <a:r>
            <a:rPr lang="en-MY" b="1"/>
            <a:t>Resource Pooling</a:t>
          </a:r>
          <a:r>
            <a:rPr lang="en-MY"/>
            <a:t>: Providers pool computing resources to serve multiple clients.</a:t>
          </a:r>
          <a:endParaRPr lang="en-US"/>
        </a:p>
      </dgm:t>
    </dgm:pt>
    <dgm:pt modelId="{14A9710D-8F97-42D0-A615-BC6407882E6B}" type="parTrans" cxnId="{AF725E6F-1E8A-4525-9F1A-436C8B176217}">
      <dgm:prSet/>
      <dgm:spPr/>
      <dgm:t>
        <a:bodyPr/>
        <a:lstStyle/>
        <a:p>
          <a:endParaRPr lang="en-US"/>
        </a:p>
      </dgm:t>
    </dgm:pt>
    <dgm:pt modelId="{11E8FAEA-CB53-4EE3-98BE-F58B7CC5C4FB}" type="sibTrans" cxnId="{AF725E6F-1E8A-4525-9F1A-436C8B176217}">
      <dgm:prSet/>
      <dgm:spPr/>
      <dgm:t>
        <a:bodyPr/>
        <a:lstStyle/>
        <a:p>
          <a:endParaRPr lang="en-US"/>
        </a:p>
      </dgm:t>
    </dgm:pt>
    <dgm:pt modelId="{8219AF18-95D3-4AE7-8DE1-10FA86F218B4}">
      <dgm:prSet/>
      <dgm:spPr/>
      <dgm:t>
        <a:bodyPr/>
        <a:lstStyle/>
        <a:p>
          <a:r>
            <a:rPr lang="en-MY" b="1"/>
            <a:t>Rapid Elasticity</a:t>
          </a:r>
          <a:r>
            <a:rPr lang="en-MY"/>
            <a:t>: Scale resources up or down quickly.</a:t>
          </a:r>
          <a:endParaRPr lang="en-US"/>
        </a:p>
      </dgm:t>
    </dgm:pt>
    <dgm:pt modelId="{6339FD81-7C21-4325-9B6C-55C883600BE7}" type="parTrans" cxnId="{EFA52681-3748-4A5E-958A-BC317E607CB5}">
      <dgm:prSet/>
      <dgm:spPr/>
      <dgm:t>
        <a:bodyPr/>
        <a:lstStyle/>
        <a:p>
          <a:endParaRPr lang="en-US"/>
        </a:p>
      </dgm:t>
    </dgm:pt>
    <dgm:pt modelId="{9326CB69-65AF-46B3-959A-FAA37979271B}" type="sibTrans" cxnId="{EFA52681-3748-4A5E-958A-BC317E607CB5}">
      <dgm:prSet/>
      <dgm:spPr/>
      <dgm:t>
        <a:bodyPr/>
        <a:lstStyle/>
        <a:p>
          <a:endParaRPr lang="en-US"/>
        </a:p>
      </dgm:t>
    </dgm:pt>
    <dgm:pt modelId="{75D79494-B9A3-4DCA-B6B5-37C3972BDD1B}">
      <dgm:prSet/>
      <dgm:spPr/>
      <dgm:t>
        <a:bodyPr/>
        <a:lstStyle/>
        <a:p>
          <a:r>
            <a:rPr lang="en-MY" b="1"/>
            <a:t>Measured Service</a:t>
          </a:r>
          <a:r>
            <a:rPr lang="en-MY"/>
            <a:t>: Pay only for what you use. These features enable agility and cost-efficiency.</a:t>
          </a:r>
          <a:endParaRPr lang="en-US"/>
        </a:p>
      </dgm:t>
    </dgm:pt>
    <dgm:pt modelId="{4DF63FC3-E496-41F2-8B46-63D59393CE4D}" type="parTrans" cxnId="{F6EAD47F-9160-424A-82C9-4E109915F8AF}">
      <dgm:prSet/>
      <dgm:spPr/>
      <dgm:t>
        <a:bodyPr/>
        <a:lstStyle/>
        <a:p>
          <a:endParaRPr lang="en-US"/>
        </a:p>
      </dgm:t>
    </dgm:pt>
    <dgm:pt modelId="{8385A468-5032-4076-ABD5-65F4594A7FAC}" type="sibTrans" cxnId="{F6EAD47F-9160-424A-82C9-4E109915F8AF}">
      <dgm:prSet/>
      <dgm:spPr/>
      <dgm:t>
        <a:bodyPr/>
        <a:lstStyle/>
        <a:p>
          <a:endParaRPr lang="en-US"/>
        </a:p>
      </dgm:t>
    </dgm:pt>
    <dgm:pt modelId="{C313AA0B-03C6-424D-9116-9DFC2AA68D9F}" type="pres">
      <dgm:prSet presAssocID="{8A19CE82-605F-4B1F-9FD9-3D692EB8C5DD}" presName="root" presStyleCnt="0">
        <dgm:presLayoutVars>
          <dgm:dir/>
          <dgm:resizeHandles val="exact"/>
        </dgm:presLayoutVars>
      </dgm:prSet>
      <dgm:spPr/>
    </dgm:pt>
    <dgm:pt modelId="{359FE1AA-A0F8-49FD-9227-0F183F2365B9}" type="pres">
      <dgm:prSet presAssocID="{E8D2E71D-1D12-412E-B1A0-C1E795005086}" presName="compNode" presStyleCnt="0"/>
      <dgm:spPr/>
    </dgm:pt>
    <dgm:pt modelId="{11D1CAF2-B47A-4A02-B736-6516D90D1FDE}" type="pres">
      <dgm:prSet presAssocID="{E8D2E71D-1D12-412E-B1A0-C1E795005086}" presName="bgRect" presStyleLbl="bgShp" presStyleIdx="0" presStyleCnt="4"/>
      <dgm:spPr/>
    </dgm:pt>
    <dgm:pt modelId="{A503F973-2E7A-49B2-A88A-3B741507D792}" type="pres">
      <dgm:prSet presAssocID="{E8D2E71D-1D12-412E-B1A0-C1E79500508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refighter"/>
        </a:ext>
      </dgm:extLst>
    </dgm:pt>
    <dgm:pt modelId="{7E61EE5B-1C58-4540-8556-ADA8E3A158A1}" type="pres">
      <dgm:prSet presAssocID="{E8D2E71D-1D12-412E-B1A0-C1E795005086}" presName="spaceRect" presStyleCnt="0"/>
      <dgm:spPr/>
    </dgm:pt>
    <dgm:pt modelId="{77CA12A2-1C58-4A57-B35E-A2778B966B22}" type="pres">
      <dgm:prSet presAssocID="{E8D2E71D-1D12-412E-B1A0-C1E795005086}" presName="parTx" presStyleLbl="revTx" presStyleIdx="0" presStyleCnt="4">
        <dgm:presLayoutVars>
          <dgm:chMax val="0"/>
          <dgm:chPref val="0"/>
        </dgm:presLayoutVars>
      </dgm:prSet>
      <dgm:spPr/>
    </dgm:pt>
    <dgm:pt modelId="{3E7BBDAA-0D21-4CDA-B1D1-57409A849F38}" type="pres">
      <dgm:prSet presAssocID="{2390F07E-24D8-4316-9C84-5505840FEC38}" presName="sibTrans" presStyleCnt="0"/>
      <dgm:spPr/>
    </dgm:pt>
    <dgm:pt modelId="{235E1A4E-ECA9-409B-A464-FF43FC8F0F3D}" type="pres">
      <dgm:prSet presAssocID="{7AE20A57-4EFC-46EF-857F-8D9BE3EF88E9}" presName="compNode" presStyleCnt="0"/>
      <dgm:spPr/>
    </dgm:pt>
    <dgm:pt modelId="{A04B86BE-1AA9-400D-B017-06F4A97E1D26}" type="pres">
      <dgm:prSet presAssocID="{7AE20A57-4EFC-46EF-857F-8D9BE3EF88E9}" presName="bgRect" presStyleLbl="bgShp" presStyleIdx="1" presStyleCnt="4"/>
      <dgm:spPr/>
    </dgm:pt>
    <dgm:pt modelId="{13F845AA-F7B5-4AB0-8944-1A0F5E02C793}" type="pres">
      <dgm:prSet presAssocID="{7AE20A57-4EFC-46EF-857F-8D9BE3EF88E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77891EDF-4BBC-40F1-AA9E-8C153463C799}" type="pres">
      <dgm:prSet presAssocID="{7AE20A57-4EFC-46EF-857F-8D9BE3EF88E9}" presName="spaceRect" presStyleCnt="0"/>
      <dgm:spPr/>
    </dgm:pt>
    <dgm:pt modelId="{11F36799-C3C2-4445-9120-A24579C38EEB}" type="pres">
      <dgm:prSet presAssocID="{7AE20A57-4EFC-46EF-857F-8D9BE3EF88E9}" presName="parTx" presStyleLbl="revTx" presStyleIdx="1" presStyleCnt="4">
        <dgm:presLayoutVars>
          <dgm:chMax val="0"/>
          <dgm:chPref val="0"/>
        </dgm:presLayoutVars>
      </dgm:prSet>
      <dgm:spPr/>
    </dgm:pt>
    <dgm:pt modelId="{F9CDA9A5-6F5C-4B45-829D-64B608805A29}" type="pres">
      <dgm:prSet presAssocID="{11E8FAEA-CB53-4EE3-98BE-F58B7CC5C4FB}" presName="sibTrans" presStyleCnt="0"/>
      <dgm:spPr/>
    </dgm:pt>
    <dgm:pt modelId="{8BAFF477-101C-473E-82B5-BAD99C79F495}" type="pres">
      <dgm:prSet presAssocID="{8219AF18-95D3-4AE7-8DE1-10FA86F218B4}" presName="compNode" presStyleCnt="0"/>
      <dgm:spPr/>
    </dgm:pt>
    <dgm:pt modelId="{89D69FFC-F8AC-4445-A60D-25CAADC352C0}" type="pres">
      <dgm:prSet presAssocID="{8219AF18-95D3-4AE7-8DE1-10FA86F218B4}" presName="bgRect" presStyleLbl="bgShp" presStyleIdx="2" presStyleCnt="4"/>
      <dgm:spPr/>
    </dgm:pt>
    <dgm:pt modelId="{95B8AB6E-3155-472D-BF76-05A69F7E65B0}" type="pres">
      <dgm:prSet presAssocID="{8219AF18-95D3-4AE7-8DE1-10FA86F218B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w Temperature"/>
        </a:ext>
      </dgm:extLst>
    </dgm:pt>
    <dgm:pt modelId="{6FAB3518-22C4-46C8-AE6C-FFD66F426ED5}" type="pres">
      <dgm:prSet presAssocID="{8219AF18-95D3-4AE7-8DE1-10FA86F218B4}" presName="spaceRect" presStyleCnt="0"/>
      <dgm:spPr/>
    </dgm:pt>
    <dgm:pt modelId="{75AD39F4-F876-4CE2-B8A2-28F777FDFF25}" type="pres">
      <dgm:prSet presAssocID="{8219AF18-95D3-4AE7-8DE1-10FA86F218B4}" presName="parTx" presStyleLbl="revTx" presStyleIdx="2" presStyleCnt="4">
        <dgm:presLayoutVars>
          <dgm:chMax val="0"/>
          <dgm:chPref val="0"/>
        </dgm:presLayoutVars>
      </dgm:prSet>
      <dgm:spPr/>
    </dgm:pt>
    <dgm:pt modelId="{83B14F7E-EDFF-4ADF-91C7-CAF38EF93921}" type="pres">
      <dgm:prSet presAssocID="{9326CB69-65AF-46B3-959A-FAA37979271B}" presName="sibTrans" presStyleCnt="0"/>
      <dgm:spPr/>
    </dgm:pt>
    <dgm:pt modelId="{0A82BA76-25B6-4B82-8B23-1640E3868826}" type="pres">
      <dgm:prSet presAssocID="{75D79494-B9A3-4DCA-B6B5-37C3972BDD1B}" presName="compNode" presStyleCnt="0"/>
      <dgm:spPr/>
    </dgm:pt>
    <dgm:pt modelId="{A68A106D-FAB7-4FE2-A004-0FCE8AC758BB}" type="pres">
      <dgm:prSet presAssocID="{75D79494-B9A3-4DCA-B6B5-37C3972BDD1B}" presName="bgRect" presStyleLbl="bgShp" presStyleIdx="3" presStyleCnt="4"/>
      <dgm:spPr/>
    </dgm:pt>
    <dgm:pt modelId="{A782142C-0308-40FB-BD1E-8686741A3F8C}" type="pres">
      <dgm:prSet presAssocID="{75D79494-B9A3-4DCA-B6B5-37C3972BDD1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B270C242-C164-42D8-9C3A-92C9D77426CA}" type="pres">
      <dgm:prSet presAssocID="{75D79494-B9A3-4DCA-B6B5-37C3972BDD1B}" presName="spaceRect" presStyleCnt="0"/>
      <dgm:spPr/>
    </dgm:pt>
    <dgm:pt modelId="{11453B01-6C52-4D4A-BD95-7E63F5D350A7}" type="pres">
      <dgm:prSet presAssocID="{75D79494-B9A3-4DCA-B6B5-37C3972BDD1B}" presName="parTx" presStyleLbl="revTx" presStyleIdx="3" presStyleCnt="4">
        <dgm:presLayoutVars>
          <dgm:chMax val="0"/>
          <dgm:chPref val="0"/>
        </dgm:presLayoutVars>
      </dgm:prSet>
      <dgm:spPr/>
    </dgm:pt>
  </dgm:ptLst>
  <dgm:cxnLst>
    <dgm:cxn modelId="{669DD129-AE0A-46EF-AC54-7FA17A47106D}" type="presOf" srcId="{8A19CE82-605F-4B1F-9FD9-3D692EB8C5DD}" destId="{C313AA0B-03C6-424D-9116-9DFC2AA68D9F}" srcOrd="0" destOrd="0" presId="urn:microsoft.com/office/officeart/2018/2/layout/IconVerticalSolidList"/>
    <dgm:cxn modelId="{342FAB30-98D7-40B7-AEBF-EE9A09FBCD4F}" srcId="{8A19CE82-605F-4B1F-9FD9-3D692EB8C5DD}" destId="{E8D2E71D-1D12-412E-B1A0-C1E795005086}" srcOrd="0" destOrd="0" parTransId="{C54EAB87-6AF2-45AE-B75F-32BFB0830C11}" sibTransId="{2390F07E-24D8-4316-9C84-5505840FEC38}"/>
    <dgm:cxn modelId="{EE741C3A-ACCD-4503-9FF9-CE0929A0F723}" type="presOf" srcId="{8219AF18-95D3-4AE7-8DE1-10FA86F218B4}" destId="{75AD39F4-F876-4CE2-B8A2-28F777FDFF25}" srcOrd="0" destOrd="0" presId="urn:microsoft.com/office/officeart/2018/2/layout/IconVerticalSolidList"/>
    <dgm:cxn modelId="{97A88D64-9644-42A6-AC26-90316B4D50CB}" type="presOf" srcId="{E8D2E71D-1D12-412E-B1A0-C1E795005086}" destId="{77CA12A2-1C58-4A57-B35E-A2778B966B22}" srcOrd="0" destOrd="0" presId="urn:microsoft.com/office/officeart/2018/2/layout/IconVerticalSolidList"/>
    <dgm:cxn modelId="{AF725E6F-1E8A-4525-9F1A-436C8B176217}" srcId="{8A19CE82-605F-4B1F-9FD9-3D692EB8C5DD}" destId="{7AE20A57-4EFC-46EF-857F-8D9BE3EF88E9}" srcOrd="1" destOrd="0" parTransId="{14A9710D-8F97-42D0-A615-BC6407882E6B}" sibTransId="{11E8FAEA-CB53-4EE3-98BE-F58B7CC5C4FB}"/>
    <dgm:cxn modelId="{F6EAD47F-9160-424A-82C9-4E109915F8AF}" srcId="{8A19CE82-605F-4B1F-9FD9-3D692EB8C5DD}" destId="{75D79494-B9A3-4DCA-B6B5-37C3972BDD1B}" srcOrd="3" destOrd="0" parTransId="{4DF63FC3-E496-41F2-8B46-63D59393CE4D}" sibTransId="{8385A468-5032-4076-ABD5-65F4594A7FAC}"/>
    <dgm:cxn modelId="{EFA52681-3748-4A5E-958A-BC317E607CB5}" srcId="{8A19CE82-605F-4B1F-9FD9-3D692EB8C5DD}" destId="{8219AF18-95D3-4AE7-8DE1-10FA86F218B4}" srcOrd="2" destOrd="0" parTransId="{6339FD81-7C21-4325-9B6C-55C883600BE7}" sibTransId="{9326CB69-65AF-46B3-959A-FAA37979271B}"/>
    <dgm:cxn modelId="{D9E43A97-E04E-4BFE-8A2F-59DC7570B48C}" type="presOf" srcId="{75D79494-B9A3-4DCA-B6B5-37C3972BDD1B}" destId="{11453B01-6C52-4D4A-BD95-7E63F5D350A7}" srcOrd="0" destOrd="0" presId="urn:microsoft.com/office/officeart/2018/2/layout/IconVerticalSolidList"/>
    <dgm:cxn modelId="{7CC2C0FB-3F97-4367-9A20-AEEDF8DC52DE}" type="presOf" srcId="{7AE20A57-4EFC-46EF-857F-8D9BE3EF88E9}" destId="{11F36799-C3C2-4445-9120-A24579C38EEB}" srcOrd="0" destOrd="0" presId="urn:microsoft.com/office/officeart/2018/2/layout/IconVerticalSolidList"/>
    <dgm:cxn modelId="{12DFEC70-13B0-438D-ABEB-9DBF586F1061}" type="presParOf" srcId="{C313AA0B-03C6-424D-9116-9DFC2AA68D9F}" destId="{359FE1AA-A0F8-49FD-9227-0F183F2365B9}" srcOrd="0" destOrd="0" presId="urn:microsoft.com/office/officeart/2018/2/layout/IconVerticalSolidList"/>
    <dgm:cxn modelId="{79C28E70-493A-40A3-B1C4-F510A3B7ACE9}" type="presParOf" srcId="{359FE1AA-A0F8-49FD-9227-0F183F2365B9}" destId="{11D1CAF2-B47A-4A02-B736-6516D90D1FDE}" srcOrd="0" destOrd="0" presId="urn:microsoft.com/office/officeart/2018/2/layout/IconVerticalSolidList"/>
    <dgm:cxn modelId="{693F47C0-08A3-41A3-A739-D0F3A9321E19}" type="presParOf" srcId="{359FE1AA-A0F8-49FD-9227-0F183F2365B9}" destId="{A503F973-2E7A-49B2-A88A-3B741507D792}" srcOrd="1" destOrd="0" presId="urn:microsoft.com/office/officeart/2018/2/layout/IconVerticalSolidList"/>
    <dgm:cxn modelId="{AE905477-558B-490D-9F0E-6947AC3A5FC7}" type="presParOf" srcId="{359FE1AA-A0F8-49FD-9227-0F183F2365B9}" destId="{7E61EE5B-1C58-4540-8556-ADA8E3A158A1}" srcOrd="2" destOrd="0" presId="urn:microsoft.com/office/officeart/2018/2/layout/IconVerticalSolidList"/>
    <dgm:cxn modelId="{0883C61F-EB4B-4C9F-8B97-E1426524D2FF}" type="presParOf" srcId="{359FE1AA-A0F8-49FD-9227-0F183F2365B9}" destId="{77CA12A2-1C58-4A57-B35E-A2778B966B22}" srcOrd="3" destOrd="0" presId="urn:microsoft.com/office/officeart/2018/2/layout/IconVerticalSolidList"/>
    <dgm:cxn modelId="{345DEEBE-CC78-4857-A0D6-874382954EDE}" type="presParOf" srcId="{C313AA0B-03C6-424D-9116-9DFC2AA68D9F}" destId="{3E7BBDAA-0D21-4CDA-B1D1-57409A849F38}" srcOrd="1" destOrd="0" presId="urn:microsoft.com/office/officeart/2018/2/layout/IconVerticalSolidList"/>
    <dgm:cxn modelId="{BCB0A590-403C-4675-B9BE-B08A897BD55A}" type="presParOf" srcId="{C313AA0B-03C6-424D-9116-9DFC2AA68D9F}" destId="{235E1A4E-ECA9-409B-A464-FF43FC8F0F3D}" srcOrd="2" destOrd="0" presId="urn:microsoft.com/office/officeart/2018/2/layout/IconVerticalSolidList"/>
    <dgm:cxn modelId="{BA254862-3ADF-4712-B1AA-A13B82A946C4}" type="presParOf" srcId="{235E1A4E-ECA9-409B-A464-FF43FC8F0F3D}" destId="{A04B86BE-1AA9-400D-B017-06F4A97E1D26}" srcOrd="0" destOrd="0" presId="urn:microsoft.com/office/officeart/2018/2/layout/IconVerticalSolidList"/>
    <dgm:cxn modelId="{E292186C-50A5-40BC-9E60-C63746522E6C}" type="presParOf" srcId="{235E1A4E-ECA9-409B-A464-FF43FC8F0F3D}" destId="{13F845AA-F7B5-4AB0-8944-1A0F5E02C793}" srcOrd="1" destOrd="0" presId="urn:microsoft.com/office/officeart/2018/2/layout/IconVerticalSolidList"/>
    <dgm:cxn modelId="{EF216D25-2B30-4FB7-9989-D9B393F4807C}" type="presParOf" srcId="{235E1A4E-ECA9-409B-A464-FF43FC8F0F3D}" destId="{77891EDF-4BBC-40F1-AA9E-8C153463C799}" srcOrd="2" destOrd="0" presId="urn:microsoft.com/office/officeart/2018/2/layout/IconVerticalSolidList"/>
    <dgm:cxn modelId="{26D8AAF9-7BAE-4676-8644-13BB297700BF}" type="presParOf" srcId="{235E1A4E-ECA9-409B-A464-FF43FC8F0F3D}" destId="{11F36799-C3C2-4445-9120-A24579C38EEB}" srcOrd="3" destOrd="0" presId="urn:microsoft.com/office/officeart/2018/2/layout/IconVerticalSolidList"/>
    <dgm:cxn modelId="{0ADF9186-A9F3-48E8-914D-09F696A384A5}" type="presParOf" srcId="{C313AA0B-03C6-424D-9116-9DFC2AA68D9F}" destId="{F9CDA9A5-6F5C-4B45-829D-64B608805A29}" srcOrd="3" destOrd="0" presId="urn:microsoft.com/office/officeart/2018/2/layout/IconVerticalSolidList"/>
    <dgm:cxn modelId="{390E5404-362B-46BC-8AC8-6664E064C395}" type="presParOf" srcId="{C313AA0B-03C6-424D-9116-9DFC2AA68D9F}" destId="{8BAFF477-101C-473E-82B5-BAD99C79F495}" srcOrd="4" destOrd="0" presId="urn:microsoft.com/office/officeart/2018/2/layout/IconVerticalSolidList"/>
    <dgm:cxn modelId="{4A4982AE-8C58-4491-8BEB-8AD30F73736A}" type="presParOf" srcId="{8BAFF477-101C-473E-82B5-BAD99C79F495}" destId="{89D69FFC-F8AC-4445-A60D-25CAADC352C0}" srcOrd="0" destOrd="0" presId="urn:microsoft.com/office/officeart/2018/2/layout/IconVerticalSolidList"/>
    <dgm:cxn modelId="{FF18097F-9ADB-4C4F-9DEA-B72867514B0B}" type="presParOf" srcId="{8BAFF477-101C-473E-82B5-BAD99C79F495}" destId="{95B8AB6E-3155-472D-BF76-05A69F7E65B0}" srcOrd="1" destOrd="0" presId="urn:microsoft.com/office/officeart/2018/2/layout/IconVerticalSolidList"/>
    <dgm:cxn modelId="{C4C39C81-5C87-42F1-8D69-680A12BBC988}" type="presParOf" srcId="{8BAFF477-101C-473E-82B5-BAD99C79F495}" destId="{6FAB3518-22C4-46C8-AE6C-FFD66F426ED5}" srcOrd="2" destOrd="0" presId="urn:microsoft.com/office/officeart/2018/2/layout/IconVerticalSolidList"/>
    <dgm:cxn modelId="{99BBB1CB-9E37-49F8-9D28-5F2F0152B55F}" type="presParOf" srcId="{8BAFF477-101C-473E-82B5-BAD99C79F495}" destId="{75AD39F4-F876-4CE2-B8A2-28F777FDFF25}" srcOrd="3" destOrd="0" presId="urn:microsoft.com/office/officeart/2018/2/layout/IconVerticalSolidList"/>
    <dgm:cxn modelId="{EF0E54A0-653B-49D6-8713-68217A9370FB}" type="presParOf" srcId="{C313AA0B-03C6-424D-9116-9DFC2AA68D9F}" destId="{83B14F7E-EDFF-4ADF-91C7-CAF38EF93921}" srcOrd="5" destOrd="0" presId="urn:microsoft.com/office/officeart/2018/2/layout/IconVerticalSolidList"/>
    <dgm:cxn modelId="{D1A24855-FC64-435B-B33A-EE16B1A3ED31}" type="presParOf" srcId="{C313AA0B-03C6-424D-9116-9DFC2AA68D9F}" destId="{0A82BA76-25B6-4B82-8B23-1640E3868826}" srcOrd="6" destOrd="0" presId="urn:microsoft.com/office/officeart/2018/2/layout/IconVerticalSolidList"/>
    <dgm:cxn modelId="{F0D62401-2D35-4A70-A612-8A7E7B5AA0A3}" type="presParOf" srcId="{0A82BA76-25B6-4B82-8B23-1640E3868826}" destId="{A68A106D-FAB7-4FE2-A004-0FCE8AC758BB}" srcOrd="0" destOrd="0" presId="urn:microsoft.com/office/officeart/2018/2/layout/IconVerticalSolidList"/>
    <dgm:cxn modelId="{DCDDC77E-B999-4FA0-95DC-27F3F0B7D8ED}" type="presParOf" srcId="{0A82BA76-25B6-4B82-8B23-1640E3868826}" destId="{A782142C-0308-40FB-BD1E-8686741A3F8C}" srcOrd="1" destOrd="0" presId="urn:microsoft.com/office/officeart/2018/2/layout/IconVerticalSolidList"/>
    <dgm:cxn modelId="{7EBFF212-308B-4E5B-9662-C9510A302816}" type="presParOf" srcId="{0A82BA76-25B6-4B82-8B23-1640E3868826}" destId="{B270C242-C164-42D8-9C3A-92C9D77426CA}" srcOrd="2" destOrd="0" presId="urn:microsoft.com/office/officeart/2018/2/layout/IconVerticalSolidList"/>
    <dgm:cxn modelId="{D24DC58F-D3BE-4B16-B796-CFDCD9158EAA}" type="presParOf" srcId="{0A82BA76-25B6-4B82-8B23-1640E3868826}" destId="{11453B01-6C52-4D4A-BD95-7E63F5D350A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F6FDF-2ABA-CC42-A608-77DDFB5E5B03}">
      <dsp:nvSpPr>
        <dsp:cNvPr id="0" name=""/>
        <dsp:cNvSpPr/>
      </dsp:nvSpPr>
      <dsp:spPr>
        <a:xfrm>
          <a:off x="3735" y="680800"/>
          <a:ext cx="2022288" cy="2831204"/>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7665" tIns="330200" rIns="157665" bIns="330200" numCol="1" spcCol="1270" anchor="t" anchorCtr="0">
          <a:noAutofit/>
        </a:bodyPr>
        <a:lstStyle/>
        <a:p>
          <a:pPr marL="0" lvl="0" indent="0" algn="l" defTabSz="533400">
            <a:lnSpc>
              <a:spcPct val="90000"/>
            </a:lnSpc>
            <a:spcBef>
              <a:spcPct val="0"/>
            </a:spcBef>
            <a:spcAft>
              <a:spcPct val="35000"/>
            </a:spcAft>
            <a:buNone/>
          </a:pPr>
          <a:r>
            <a:rPr lang="en-MY" sz="1200" b="1" kern="1200"/>
            <a:t>Objective 1:</a:t>
          </a:r>
          <a:r>
            <a:rPr lang="en-MY" sz="1200" kern="1200"/>
            <a:t> Understand the difference between cloud computing and on-premise computing.</a:t>
          </a:r>
          <a:endParaRPr lang="en-US" sz="1200" kern="1200"/>
        </a:p>
      </dsp:txBody>
      <dsp:txXfrm>
        <a:off x="3735" y="1756658"/>
        <a:ext cx="2022288" cy="1698722"/>
      </dsp:txXfrm>
    </dsp:sp>
    <dsp:sp modelId="{06FEF6D1-E44B-9846-8599-C777D1E1E445}">
      <dsp:nvSpPr>
        <dsp:cNvPr id="0" name=""/>
        <dsp:cNvSpPr/>
      </dsp:nvSpPr>
      <dsp:spPr>
        <a:xfrm>
          <a:off x="590198" y="963920"/>
          <a:ext cx="849361" cy="849361"/>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220" tIns="12700" rIns="66220" bIns="12700" numCol="1" spcCol="1270" anchor="ctr" anchorCtr="0">
          <a:noAutofit/>
        </a:bodyPr>
        <a:lstStyle/>
        <a:p>
          <a:pPr marL="0" lvl="0" indent="0" algn="ctr" defTabSz="1778000">
            <a:lnSpc>
              <a:spcPct val="90000"/>
            </a:lnSpc>
            <a:spcBef>
              <a:spcPct val="0"/>
            </a:spcBef>
            <a:spcAft>
              <a:spcPct val="35000"/>
            </a:spcAft>
            <a:buNone/>
          </a:pPr>
          <a:r>
            <a:rPr lang="en-US" sz="4000" kern="1200"/>
            <a:t>1</a:t>
          </a:r>
        </a:p>
      </dsp:txBody>
      <dsp:txXfrm>
        <a:off x="714584" y="1088306"/>
        <a:ext cx="600589" cy="600589"/>
      </dsp:txXfrm>
    </dsp:sp>
    <dsp:sp modelId="{1932570F-EB18-DD46-97F4-FC25C0003616}">
      <dsp:nvSpPr>
        <dsp:cNvPr id="0" name=""/>
        <dsp:cNvSpPr/>
      </dsp:nvSpPr>
      <dsp:spPr>
        <a:xfrm>
          <a:off x="3735" y="3511932"/>
          <a:ext cx="2022288" cy="72"/>
        </a:xfrm>
        <a:prstGeom prst="rect">
          <a:avLst/>
        </a:prstGeom>
        <a:solidFill>
          <a:schemeClr val="accent5">
            <a:hueOff val="-1350239"/>
            <a:satOff val="-92"/>
            <a:lumOff val="218"/>
            <a:alphaOff val="0"/>
          </a:schemeClr>
        </a:solidFill>
        <a:ln w="19050" cap="flat" cmpd="sng" algn="ctr">
          <a:solidFill>
            <a:schemeClr val="accent5">
              <a:hueOff val="-1350239"/>
              <a:satOff val="-92"/>
              <a:lumOff val="21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1A0D28-003F-4A4D-9E10-82CA93C5A8F0}">
      <dsp:nvSpPr>
        <dsp:cNvPr id="0" name=""/>
        <dsp:cNvSpPr/>
      </dsp:nvSpPr>
      <dsp:spPr>
        <a:xfrm>
          <a:off x="2228252" y="680800"/>
          <a:ext cx="2022288" cy="2831204"/>
        </a:xfrm>
        <a:prstGeom prst="rect">
          <a:avLst/>
        </a:prstGeom>
        <a:solidFill>
          <a:schemeClr val="accent5">
            <a:tint val="40000"/>
            <a:alpha val="90000"/>
            <a:hueOff val="-2986166"/>
            <a:satOff val="667"/>
            <a:lumOff val="100"/>
            <a:alphaOff val="0"/>
          </a:schemeClr>
        </a:solidFill>
        <a:ln w="19050" cap="flat" cmpd="sng" algn="ctr">
          <a:solidFill>
            <a:schemeClr val="accent5">
              <a:tint val="40000"/>
              <a:alpha val="90000"/>
              <a:hueOff val="-2986166"/>
              <a:satOff val="667"/>
              <a:lumOff val="1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7665" tIns="330200" rIns="157665" bIns="330200" numCol="1" spcCol="1270" anchor="t" anchorCtr="0">
          <a:noAutofit/>
        </a:bodyPr>
        <a:lstStyle/>
        <a:p>
          <a:pPr marL="0" lvl="0" indent="0" algn="l" defTabSz="533400">
            <a:lnSpc>
              <a:spcPct val="90000"/>
            </a:lnSpc>
            <a:spcBef>
              <a:spcPct val="0"/>
            </a:spcBef>
            <a:spcAft>
              <a:spcPct val="35000"/>
            </a:spcAft>
            <a:buNone/>
          </a:pPr>
          <a:r>
            <a:rPr lang="en-MY" sz="1200" b="1" kern="1200"/>
            <a:t>Objective 2:</a:t>
          </a:r>
          <a:r>
            <a:rPr lang="en-MY" sz="1200" kern="1200"/>
            <a:t> Learn how to access major cloud platforms via portals, APIs, and SDKs.</a:t>
          </a:r>
          <a:endParaRPr lang="en-US" sz="1200" kern="1200"/>
        </a:p>
      </dsp:txBody>
      <dsp:txXfrm>
        <a:off x="2228252" y="1756658"/>
        <a:ext cx="2022288" cy="1698722"/>
      </dsp:txXfrm>
    </dsp:sp>
    <dsp:sp modelId="{05AE655D-171E-E84A-995B-5E0E1DD9AE2A}">
      <dsp:nvSpPr>
        <dsp:cNvPr id="0" name=""/>
        <dsp:cNvSpPr/>
      </dsp:nvSpPr>
      <dsp:spPr>
        <a:xfrm>
          <a:off x="2814716" y="963920"/>
          <a:ext cx="849361" cy="849361"/>
        </a:xfrm>
        <a:prstGeom prst="ellipse">
          <a:avLst/>
        </a:prstGeom>
        <a:solidFill>
          <a:schemeClr val="accent5">
            <a:hueOff val="-2700478"/>
            <a:satOff val="-184"/>
            <a:lumOff val="436"/>
            <a:alphaOff val="0"/>
          </a:schemeClr>
        </a:solidFill>
        <a:ln w="19050" cap="flat" cmpd="sng" algn="ctr">
          <a:solidFill>
            <a:schemeClr val="accent5">
              <a:hueOff val="-2700478"/>
              <a:satOff val="-184"/>
              <a:lumOff val="4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220" tIns="12700" rIns="66220" bIns="12700" numCol="1" spcCol="1270" anchor="ctr" anchorCtr="0">
          <a:noAutofit/>
        </a:bodyPr>
        <a:lstStyle/>
        <a:p>
          <a:pPr marL="0" lvl="0" indent="0" algn="ctr" defTabSz="1778000">
            <a:lnSpc>
              <a:spcPct val="90000"/>
            </a:lnSpc>
            <a:spcBef>
              <a:spcPct val="0"/>
            </a:spcBef>
            <a:spcAft>
              <a:spcPct val="35000"/>
            </a:spcAft>
            <a:buNone/>
          </a:pPr>
          <a:r>
            <a:rPr lang="en-US" sz="4000" kern="1200"/>
            <a:t>2</a:t>
          </a:r>
        </a:p>
      </dsp:txBody>
      <dsp:txXfrm>
        <a:off x="2939102" y="1088306"/>
        <a:ext cx="600589" cy="600589"/>
      </dsp:txXfrm>
    </dsp:sp>
    <dsp:sp modelId="{230FC7BE-32D4-7646-A025-25E538C04BB8}">
      <dsp:nvSpPr>
        <dsp:cNvPr id="0" name=""/>
        <dsp:cNvSpPr/>
      </dsp:nvSpPr>
      <dsp:spPr>
        <a:xfrm>
          <a:off x="2228252" y="3511932"/>
          <a:ext cx="2022288" cy="72"/>
        </a:xfrm>
        <a:prstGeom prst="rect">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0BE66C-D4E1-B245-92FB-5E6E2B57A35E}">
      <dsp:nvSpPr>
        <dsp:cNvPr id="0" name=""/>
        <dsp:cNvSpPr/>
      </dsp:nvSpPr>
      <dsp:spPr>
        <a:xfrm>
          <a:off x="4452770" y="680800"/>
          <a:ext cx="2022288" cy="2831204"/>
        </a:xfrm>
        <a:prstGeom prst="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7665" tIns="330200" rIns="157665" bIns="330200" numCol="1" spcCol="1270" anchor="t" anchorCtr="0">
          <a:noAutofit/>
        </a:bodyPr>
        <a:lstStyle/>
        <a:p>
          <a:pPr marL="0" lvl="0" indent="0" algn="l" defTabSz="533400">
            <a:lnSpc>
              <a:spcPct val="90000"/>
            </a:lnSpc>
            <a:spcBef>
              <a:spcPct val="0"/>
            </a:spcBef>
            <a:spcAft>
              <a:spcPct val="35000"/>
            </a:spcAft>
            <a:buNone/>
          </a:pPr>
          <a:r>
            <a:rPr lang="en-MY" sz="1200" b="1" kern="1200"/>
            <a:t>Objective 3:</a:t>
          </a:r>
          <a:r>
            <a:rPr lang="en-MY" sz="1200" kern="1200"/>
            <a:t> Explore the definition, characteristics, and advantages of cloud computing.</a:t>
          </a:r>
          <a:endParaRPr lang="en-US" sz="1200" kern="1200"/>
        </a:p>
      </dsp:txBody>
      <dsp:txXfrm>
        <a:off x="4452770" y="1756658"/>
        <a:ext cx="2022288" cy="1698722"/>
      </dsp:txXfrm>
    </dsp:sp>
    <dsp:sp modelId="{00149E94-57B0-1346-ACE9-8285AD23850D}">
      <dsp:nvSpPr>
        <dsp:cNvPr id="0" name=""/>
        <dsp:cNvSpPr/>
      </dsp:nvSpPr>
      <dsp:spPr>
        <a:xfrm>
          <a:off x="5039233" y="963920"/>
          <a:ext cx="849361" cy="849361"/>
        </a:xfrm>
        <a:prstGeom prst="ellipse">
          <a:avLst/>
        </a:prstGeom>
        <a:solidFill>
          <a:schemeClr val="accent5">
            <a:hueOff val="-5400955"/>
            <a:satOff val="-367"/>
            <a:lumOff val="872"/>
            <a:alphaOff val="0"/>
          </a:schemeClr>
        </a:solidFill>
        <a:ln w="19050" cap="flat" cmpd="sng" algn="ctr">
          <a:solidFill>
            <a:schemeClr val="accent5">
              <a:hueOff val="-5400955"/>
              <a:satOff val="-367"/>
              <a:lumOff val="8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220" tIns="12700" rIns="66220" bIns="12700" numCol="1" spcCol="1270" anchor="ctr" anchorCtr="0">
          <a:noAutofit/>
        </a:bodyPr>
        <a:lstStyle/>
        <a:p>
          <a:pPr marL="0" lvl="0" indent="0" algn="ctr" defTabSz="1778000">
            <a:lnSpc>
              <a:spcPct val="90000"/>
            </a:lnSpc>
            <a:spcBef>
              <a:spcPct val="0"/>
            </a:spcBef>
            <a:spcAft>
              <a:spcPct val="35000"/>
            </a:spcAft>
            <a:buNone/>
          </a:pPr>
          <a:r>
            <a:rPr lang="en-US" sz="4000" kern="1200"/>
            <a:t>3</a:t>
          </a:r>
        </a:p>
      </dsp:txBody>
      <dsp:txXfrm>
        <a:off x="5163619" y="1088306"/>
        <a:ext cx="600589" cy="600589"/>
      </dsp:txXfrm>
    </dsp:sp>
    <dsp:sp modelId="{EEF6A013-AA3A-874A-978F-8D479C62629D}">
      <dsp:nvSpPr>
        <dsp:cNvPr id="0" name=""/>
        <dsp:cNvSpPr/>
      </dsp:nvSpPr>
      <dsp:spPr>
        <a:xfrm>
          <a:off x="4452770" y="3511932"/>
          <a:ext cx="2022288" cy="72"/>
        </a:xfrm>
        <a:prstGeom prst="rect">
          <a:avLst/>
        </a:prstGeom>
        <a:solidFill>
          <a:schemeClr val="accent5">
            <a:hueOff val="-6751195"/>
            <a:satOff val="-459"/>
            <a:lumOff val="1089"/>
            <a:alphaOff val="0"/>
          </a:schemeClr>
        </a:solidFill>
        <a:ln w="19050" cap="flat" cmpd="sng" algn="ctr">
          <a:solidFill>
            <a:schemeClr val="accent5">
              <a:hueOff val="-6751195"/>
              <a:satOff val="-459"/>
              <a:lumOff val="10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ED4A2C-CDB7-824F-BAB4-F8E772C2F62F}">
      <dsp:nvSpPr>
        <dsp:cNvPr id="0" name=""/>
        <dsp:cNvSpPr/>
      </dsp:nvSpPr>
      <dsp:spPr>
        <a:xfrm>
          <a:off x="6677287" y="680800"/>
          <a:ext cx="2022288" cy="2831204"/>
        </a:xfrm>
        <a:prstGeom prst="rect">
          <a:avLst/>
        </a:prstGeom>
        <a:solidFill>
          <a:schemeClr val="accent5">
            <a:tint val="40000"/>
            <a:alpha val="90000"/>
            <a:hueOff val="-8958499"/>
            <a:satOff val="2000"/>
            <a:lumOff val="301"/>
            <a:alphaOff val="0"/>
          </a:schemeClr>
        </a:solidFill>
        <a:ln w="19050" cap="flat" cmpd="sng" algn="ctr">
          <a:solidFill>
            <a:schemeClr val="accent5">
              <a:tint val="40000"/>
              <a:alpha val="90000"/>
              <a:hueOff val="-8958499"/>
              <a:satOff val="2000"/>
              <a:lumOff val="3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7665" tIns="330200" rIns="157665" bIns="330200" numCol="1" spcCol="1270" anchor="t" anchorCtr="0">
          <a:noAutofit/>
        </a:bodyPr>
        <a:lstStyle/>
        <a:p>
          <a:pPr marL="0" lvl="0" indent="0" algn="l" defTabSz="533400">
            <a:lnSpc>
              <a:spcPct val="90000"/>
            </a:lnSpc>
            <a:spcBef>
              <a:spcPct val="0"/>
            </a:spcBef>
            <a:spcAft>
              <a:spcPct val="35000"/>
            </a:spcAft>
            <a:buNone/>
          </a:pPr>
          <a:r>
            <a:rPr lang="en-MY" sz="1200" b="1" kern="1200"/>
            <a:t>Objective 4:</a:t>
          </a:r>
          <a:r>
            <a:rPr lang="en-MY" sz="1200" kern="1200"/>
            <a:t> Understand the relationship between Cloud Computing and Service-Oriented Architecture (SOA).</a:t>
          </a:r>
          <a:endParaRPr lang="en-US" sz="1200" kern="1200"/>
        </a:p>
      </dsp:txBody>
      <dsp:txXfrm>
        <a:off x="6677287" y="1756658"/>
        <a:ext cx="2022288" cy="1698722"/>
      </dsp:txXfrm>
    </dsp:sp>
    <dsp:sp modelId="{00B983E0-64FC-2E4B-B5F8-57EC3AFC4508}">
      <dsp:nvSpPr>
        <dsp:cNvPr id="0" name=""/>
        <dsp:cNvSpPr/>
      </dsp:nvSpPr>
      <dsp:spPr>
        <a:xfrm>
          <a:off x="7263751" y="963920"/>
          <a:ext cx="849361" cy="849361"/>
        </a:xfrm>
        <a:prstGeom prst="ellipse">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220" tIns="12700" rIns="66220" bIns="12700" numCol="1" spcCol="1270" anchor="ctr" anchorCtr="0">
          <a:noAutofit/>
        </a:bodyPr>
        <a:lstStyle/>
        <a:p>
          <a:pPr marL="0" lvl="0" indent="0" algn="ctr" defTabSz="1778000">
            <a:lnSpc>
              <a:spcPct val="90000"/>
            </a:lnSpc>
            <a:spcBef>
              <a:spcPct val="0"/>
            </a:spcBef>
            <a:spcAft>
              <a:spcPct val="35000"/>
            </a:spcAft>
            <a:buNone/>
          </a:pPr>
          <a:r>
            <a:rPr lang="en-US" sz="4000" kern="1200"/>
            <a:t>4</a:t>
          </a:r>
        </a:p>
      </dsp:txBody>
      <dsp:txXfrm>
        <a:off x="7388137" y="1088306"/>
        <a:ext cx="600589" cy="600589"/>
      </dsp:txXfrm>
    </dsp:sp>
    <dsp:sp modelId="{3B811C1F-8966-8842-B70E-D6AEA5C4FEAB}">
      <dsp:nvSpPr>
        <dsp:cNvPr id="0" name=""/>
        <dsp:cNvSpPr/>
      </dsp:nvSpPr>
      <dsp:spPr>
        <a:xfrm>
          <a:off x="6677287" y="3511932"/>
          <a:ext cx="2022288" cy="72"/>
        </a:xfrm>
        <a:prstGeom prst="rect">
          <a:avLst/>
        </a:prstGeom>
        <a:solidFill>
          <a:schemeClr val="accent5">
            <a:hueOff val="-9451672"/>
            <a:satOff val="-642"/>
            <a:lumOff val="1525"/>
            <a:alphaOff val="0"/>
          </a:schemeClr>
        </a:solidFill>
        <a:ln w="19050" cap="flat" cmpd="sng" algn="ctr">
          <a:solidFill>
            <a:schemeClr val="accent5">
              <a:hueOff val="-9451672"/>
              <a:satOff val="-642"/>
              <a:lumOff val="15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CF5999-D0F9-7546-843D-BEC63296AF7B}">
      <dsp:nvSpPr>
        <dsp:cNvPr id="0" name=""/>
        <dsp:cNvSpPr/>
      </dsp:nvSpPr>
      <dsp:spPr>
        <a:xfrm>
          <a:off x="8901805" y="680800"/>
          <a:ext cx="2022288" cy="2831204"/>
        </a:xfrm>
        <a:prstGeom prst="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7665" tIns="330200" rIns="157665" bIns="330200" numCol="1" spcCol="1270" anchor="t" anchorCtr="0">
          <a:noAutofit/>
        </a:bodyPr>
        <a:lstStyle/>
        <a:p>
          <a:pPr marL="0" lvl="0" indent="0" algn="l" defTabSz="533400">
            <a:lnSpc>
              <a:spcPct val="90000"/>
            </a:lnSpc>
            <a:spcBef>
              <a:spcPct val="0"/>
            </a:spcBef>
            <a:spcAft>
              <a:spcPct val="35000"/>
            </a:spcAft>
            <a:buNone/>
          </a:pPr>
          <a:r>
            <a:rPr lang="en-MY" sz="1200" b="1" kern="1200"/>
            <a:t>Objective 5:</a:t>
          </a:r>
          <a:r>
            <a:rPr lang="en-MY" sz="1200" kern="1200"/>
            <a:t> Discuss enterprise cloud drivers and adoption trends.</a:t>
          </a:r>
          <a:endParaRPr lang="en-US" sz="1200" kern="1200"/>
        </a:p>
      </dsp:txBody>
      <dsp:txXfrm>
        <a:off x="8901805" y="1756658"/>
        <a:ext cx="2022288" cy="1698722"/>
      </dsp:txXfrm>
    </dsp:sp>
    <dsp:sp modelId="{4675C0B0-2CFC-264D-88E0-C3AF991EFC78}">
      <dsp:nvSpPr>
        <dsp:cNvPr id="0" name=""/>
        <dsp:cNvSpPr/>
      </dsp:nvSpPr>
      <dsp:spPr>
        <a:xfrm>
          <a:off x="9488268" y="963920"/>
          <a:ext cx="849361" cy="849361"/>
        </a:xfrm>
        <a:prstGeom prst="ellipse">
          <a:avLst/>
        </a:prstGeom>
        <a:solidFill>
          <a:schemeClr val="accent5">
            <a:hueOff val="-10801911"/>
            <a:satOff val="-734"/>
            <a:lumOff val="1743"/>
            <a:alphaOff val="0"/>
          </a:schemeClr>
        </a:solidFill>
        <a:ln w="19050" cap="flat" cmpd="sng" algn="ctr">
          <a:solidFill>
            <a:schemeClr val="accent5">
              <a:hueOff val="-10801911"/>
              <a:satOff val="-734"/>
              <a:lumOff val="17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220" tIns="12700" rIns="66220" bIns="12700" numCol="1" spcCol="1270" anchor="ctr" anchorCtr="0">
          <a:noAutofit/>
        </a:bodyPr>
        <a:lstStyle/>
        <a:p>
          <a:pPr marL="0" lvl="0" indent="0" algn="ctr" defTabSz="1778000">
            <a:lnSpc>
              <a:spcPct val="90000"/>
            </a:lnSpc>
            <a:spcBef>
              <a:spcPct val="0"/>
            </a:spcBef>
            <a:spcAft>
              <a:spcPct val="35000"/>
            </a:spcAft>
            <a:buNone/>
          </a:pPr>
          <a:r>
            <a:rPr lang="en-US" sz="4000" kern="1200"/>
            <a:t>5</a:t>
          </a:r>
        </a:p>
      </dsp:txBody>
      <dsp:txXfrm>
        <a:off x="9612654" y="1088306"/>
        <a:ext cx="600589" cy="600589"/>
      </dsp:txXfrm>
    </dsp:sp>
    <dsp:sp modelId="{B09028D4-1CD7-EF47-AD91-FD7C953D3383}">
      <dsp:nvSpPr>
        <dsp:cNvPr id="0" name=""/>
        <dsp:cNvSpPr/>
      </dsp:nvSpPr>
      <dsp:spPr>
        <a:xfrm>
          <a:off x="8901805" y="3511932"/>
          <a:ext cx="2022288" cy="72"/>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71EF17-AD5D-4817-8E27-50B5229957FF}">
      <dsp:nvSpPr>
        <dsp:cNvPr id="0" name=""/>
        <dsp:cNvSpPr/>
      </dsp:nvSpPr>
      <dsp:spPr>
        <a:xfrm>
          <a:off x="559800" y="360982"/>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236EBF-B69B-4EE9-B551-C93BB7A5CD68}">
      <dsp:nvSpPr>
        <dsp:cNvPr id="0" name=""/>
        <dsp:cNvSpPr/>
      </dsp:nvSpPr>
      <dsp:spPr>
        <a:xfrm>
          <a:off x="559800" y="202904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77950">
            <a:lnSpc>
              <a:spcPct val="100000"/>
            </a:lnSpc>
            <a:spcBef>
              <a:spcPct val="0"/>
            </a:spcBef>
            <a:spcAft>
              <a:spcPct val="35000"/>
            </a:spcAft>
            <a:buNone/>
            <a:defRPr b="1"/>
          </a:pPr>
          <a:r>
            <a:rPr lang="en-MY" sz="3100" b="1" kern="1200"/>
            <a:t>On-Premise Computing:</a:t>
          </a:r>
          <a:endParaRPr lang="en-US" sz="3100" kern="1200"/>
        </a:p>
      </dsp:txBody>
      <dsp:txXfrm>
        <a:off x="559800" y="2029045"/>
        <a:ext cx="4320000" cy="648000"/>
      </dsp:txXfrm>
    </dsp:sp>
    <dsp:sp modelId="{D7F5AF9F-BDA5-46A0-AC7B-685CB24BB9FB}">
      <dsp:nvSpPr>
        <dsp:cNvPr id="0" name=""/>
        <dsp:cNvSpPr/>
      </dsp:nvSpPr>
      <dsp:spPr>
        <a:xfrm>
          <a:off x="559800" y="2749633"/>
          <a:ext cx="4320000" cy="1240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MY" sz="1700" kern="1200"/>
            <a:t>Infrastructure managed internally.</a:t>
          </a:r>
          <a:endParaRPr lang="en-US" sz="1700" kern="1200"/>
        </a:p>
        <a:p>
          <a:pPr marL="0" lvl="0" indent="0" algn="l" defTabSz="755650">
            <a:lnSpc>
              <a:spcPct val="100000"/>
            </a:lnSpc>
            <a:spcBef>
              <a:spcPct val="0"/>
            </a:spcBef>
            <a:spcAft>
              <a:spcPct val="35000"/>
            </a:spcAft>
            <a:buNone/>
          </a:pPr>
          <a:r>
            <a:rPr lang="en-MY" sz="1700" kern="1200"/>
            <a:t>Requires significant upfront capital expenditure.</a:t>
          </a:r>
          <a:endParaRPr lang="en-US" sz="1700" kern="1200"/>
        </a:p>
        <a:p>
          <a:pPr marL="0" lvl="0" indent="0" algn="l" defTabSz="755650">
            <a:lnSpc>
              <a:spcPct val="100000"/>
            </a:lnSpc>
            <a:spcBef>
              <a:spcPct val="0"/>
            </a:spcBef>
            <a:spcAft>
              <a:spcPct val="35000"/>
            </a:spcAft>
            <a:buNone/>
          </a:pPr>
          <a:r>
            <a:rPr lang="en-MY" sz="1700" kern="1200"/>
            <a:t>Scalability is limited by hardware availability.</a:t>
          </a:r>
          <a:endParaRPr lang="en-US" sz="1700" kern="1200"/>
        </a:p>
      </dsp:txBody>
      <dsp:txXfrm>
        <a:off x="559800" y="2749633"/>
        <a:ext cx="4320000" cy="1240722"/>
      </dsp:txXfrm>
    </dsp:sp>
    <dsp:sp modelId="{48362DB9-E0A9-4F16-B30A-A1018FFA446F}">
      <dsp:nvSpPr>
        <dsp:cNvPr id="0" name=""/>
        <dsp:cNvSpPr/>
      </dsp:nvSpPr>
      <dsp:spPr>
        <a:xfrm>
          <a:off x="5635800" y="360982"/>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B5A6CF-3E8E-4D1F-BA67-C2540651F195}">
      <dsp:nvSpPr>
        <dsp:cNvPr id="0" name=""/>
        <dsp:cNvSpPr/>
      </dsp:nvSpPr>
      <dsp:spPr>
        <a:xfrm>
          <a:off x="5635800" y="202904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77950">
            <a:lnSpc>
              <a:spcPct val="100000"/>
            </a:lnSpc>
            <a:spcBef>
              <a:spcPct val="0"/>
            </a:spcBef>
            <a:spcAft>
              <a:spcPct val="35000"/>
            </a:spcAft>
            <a:buNone/>
            <a:defRPr b="1"/>
          </a:pPr>
          <a:r>
            <a:rPr lang="en-MY" sz="3100" b="1" kern="1200"/>
            <a:t>Cloud Computing:</a:t>
          </a:r>
          <a:endParaRPr lang="en-US" sz="3100" kern="1200"/>
        </a:p>
      </dsp:txBody>
      <dsp:txXfrm>
        <a:off x="5635800" y="2029045"/>
        <a:ext cx="4320000" cy="648000"/>
      </dsp:txXfrm>
    </dsp:sp>
    <dsp:sp modelId="{21191E35-37B0-4176-A4F6-BEB244BE48B2}">
      <dsp:nvSpPr>
        <dsp:cNvPr id="0" name=""/>
        <dsp:cNvSpPr/>
      </dsp:nvSpPr>
      <dsp:spPr>
        <a:xfrm>
          <a:off x="5635800" y="2749633"/>
          <a:ext cx="4320000" cy="1240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MY" sz="1700" kern="1200"/>
            <a:t>Infrastructure managed externally by cloud providers.</a:t>
          </a:r>
          <a:endParaRPr lang="en-US" sz="1700" kern="1200"/>
        </a:p>
        <a:p>
          <a:pPr marL="0" lvl="0" indent="0" algn="l" defTabSz="755650">
            <a:lnSpc>
              <a:spcPct val="100000"/>
            </a:lnSpc>
            <a:spcBef>
              <a:spcPct val="0"/>
            </a:spcBef>
            <a:spcAft>
              <a:spcPct val="35000"/>
            </a:spcAft>
            <a:buNone/>
          </a:pPr>
          <a:r>
            <a:rPr lang="en-MY" sz="1700" kern="1200"/>
            <a:t>Follows a pay-as-you-go model.</a:t>
          </a:r>
          <a:endParaRPr lang="en-US" sz="1700" kern="1200"/>
        </a:p>
        <a:p>
          <a:pPr marL="0" lvl="0" indent="0" algn="l" defTabSz="755650">
            <a:lnSpc>
              <a:spcPct val="100000"/>
            </a:lnSpc>
            <a:spcBef>
              <a:spcPct val="0"/>
            </a:spcBef>
            <a:spcAft>
              <a:spcPct val="35000"/>
            </a:spcAft>
            <a:buNone/>
          </a:pPr>
          <a:r>
            <a:rPr lang="en-MY" sz="1700" kern="1200"/>
            <a:t>High scalability and flexibility.</a:t>
          </a:r>
          <a:endParaRPr lang="en-US" sz="1700" kern="1200"/>
        </a:p>
      </dsp:txBody>
      <dsp:txXfrm>
        <a:off x="5635800" y="2749633"/>
        <a:ext cx="4320000" cy="12407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1DEBC-0289-4520-840F-D0F4832EACAA}">
      <dsp:nvSpPr>
        <dsp:cNvPr id="0" name=""/>
        <dsp:cNvSpPr/>
      </dsp:nvSpPr>
      <dsp:spPr>
        <a:xfrm>
          <a:off x="1212569" y="786033"/>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74E730-44EC-4302-AD42-C6BE762F4889}">
      <dsp:nvSpPr>
        <dsp:cNvPr id="0" name=""/>
        <dsp:cNvSpPr/>
      </dsp:nvSpPr>
      <dsp:spPr>
        <a:xfrm>
          <a:off x="417971"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MY" sz="1500" b="1" kern="1200"/>
            <a:t>Portals:</a:t>
          </a:r>
          <a:r>
            <a:rPr lang="en-MY" sz="1500" kern="1200"/>
            <a:t> Web-based dashboards for cloud service management (e.g., AWS Management Console).</a:t>
          </a:r>
          <a:endParaRPr lang="en-US" sz="1500" kern="1200"/>
        </a:p>
      </dsp:txBody>
      <dsp:txXfrm>
        <a:off x="417971" y="2442842"/>
        <a:ext cx="2889450" cy="720000"/>
      </dsp:txXfrm>
    </dsp:sp>
    <dsp:sp modelId="{7C16CE98-895B-4151-ABF7-0AC4E6BE3B02}">
      <dsp:nvSpPr>
        <dsp:cNvPr id="0" name=""/>
        <dsp:cNvSpPr/>
      </dsp:nvSpPr>
      <dsp:spPr>
        <a:xfrm>
          <a:off x="4607673" y="786033"/>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E1EA07-9752-47C9-AF5E-DC58E7073E96}">
      <dsp:nvSpPr>
        <dsp:cNvPr id="0" name=""/>
        <dsp:cNvSpPr/>
      </dsp:nvSpPr>
      <dsp:spPr>
        <a:xfrm>
          <a:off x="3813075"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MY" sz="1500" b="1" kern="1200"/>
            <a:t>APIs:</a:t>
          </a:r>
          <a:r>
            <a:rPr lang="en-MY" sz="1500" kern="1200"/>
            <a:t> Programmatic access for automated tasks and integrations.</a:t>
          </a:r>
          <a:endParaRPr lang="en-US" sz="1500" kern="1200"/>
        </a:p>
      </dsp:txBody>
      <dsp:txXfrm>
        <a:off x="3813075" y="2442842"/>
        <a:ext cx="2889450" cy="720000"/>
      </dsp:txXfrm>
    </dsp:sp>
    <dsp:sp modelId="{F322BEFB-3302-4E29-8F3F-48C237555D33}">
      <dsp:nvSpPr>
        <dsp:cNvPr id="0" name=""/>
        <dsp:cNvSpPr/>
      </dsp:nvSpPr>
      <dsp:spPr>
        <a:xfrm>
          <a:off x="8002777" y="786033"/>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561096-4D55-4B95-B38D-9EEEFC7734DF}">
      <dsp:nvSpPr>
        <dsp:cNvPr id="0" name=""/>
        <dsp:cNvSpPr/>
      </dsp:nvSpPr>
      <dsp:spPr>
        <a:xfrm>
          <a:off x="7208178" y="2442842"/>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MY" sz="1500" b="1" kern="1200"/>
            <a:t>SDKs:</a:t>
          </a:r>
          <a:r>
            <a:rPr lang="en-MY" sz="1500" kern="1200"/>
            <a:t> Language-specific libraries (e.g., AWS SDK for Python, Azure SDK for Java).</a:t>
          </a:r>
          <a:endParaRPr lang="en-US" sz="1500" kern="1200"/>
        </a:p>
      </dsp:txBody>
      <dsp:txXfrm>
        <a:off x="7208178" y="2442842"/>
        <a:ext cx="28894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BF15BC-951B-7248-A3CA-AF4B9B8F8CED}">
      <dsp:nvSpPr>
        <dsp:cNvPr id="0" name=""/>
        <dsp:cNvSpPr/>
      </dsp:nvSpPr>
      <dsp:spPr>
        <a:xfrm>
          <a:off x="3080" y="491782"/>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Elasticity</a:t>
          </a:r>
          <a:endParaRPr lang="en-US" sz="3100" kern="1200"/>
        </a:p>
      </dsp:txBody>
      <dsp:txXfrm>
        <a:off x="3080" y="491782"/>
        <a:ext cx="2444055" cy="1466433"/>
      </dsp:txXfrm>
    </dsp:sp>
    <dsp:sp modelId="{46075754-6276-3C4B-B9AD-BB1F8C57EA73}">
      <dsp:nvSpPr>
        <dsp:cNvPr id="0" name=""/>
        <dsp:cNvSpPr/>
      </dsp:nvSpPr>
      <dsp:spPr>
        <a:xfrm>
          <a:off x="2691541" y="491782"/>
          <a:ext cx="2444055" cy="146643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Multi-Tenancy</a:t>
          </a:r>
          <a:endParaRPr lang="en-US" sz="3100" kern="1200"/>
        </a:p>
      </dsp:txBody>
      <dsp:txXfrm>
        <a:off x="2691541" y="491782"/>
        <a:ext cx="2444055" cy="1466433"/>
      </dsp:txXfrm>
    </dsp:sp>
    <dsp:sp modelId="{06ED0B55-B37C-5D41-9A6A-24B27CD0323C}">
      <dsp:nvSpPr>
        <dsp:cNvPr id="0" name=""/>
        <dsp:cNvSpPr/>
      </dsp:nvSpPr>
      <dsp:spPr>
        <a:xfrm>
          <a:off x="5380002" y="491782"/>
          <a:ext cx="2444055" cy="146643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On-Demand Access</a:t>
          </a:r>
          <a:endParaRPr lang="en-US" sz="3100" kern="1200"/>
        </a:p>
      </dsp:txBody>
      <dsp:txXfrm>
        <a:off x="5380002" y="491782"/>
        <a:ext cx="2444055" cy="1466433"/>
      </dsp:txXfrm>
    </dsp:sp>
    <dsp:sp modelId="{1839698B-C2F1-9D48-B5B0-A4A52623703E}">
      <dsp:nvSpPr>
        <dsp:cNvPr id="0" name=""/>
        <dsp:cNvSpPr/>
      </dsp:nvSpPr>
      <dsp:spPr>
        <a:xfrm>
          <a:off x="8068463" y="491782"/>
          <a:ext cx="2444055" cy="146643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Ubiquitous Access</a:t>
          </a:r>
          <a:endParaRPr lang="en-US" sz="3100" kern="1200"/>
        </a:p>
      </dsp:txBody>
      <dsp:txXfrm>
        <a:off x="8068463" y="491782"/>
        <a:ext cx="2444055" cy="1466433"/>
      </dsp:txXfrm>
    </dsp:sp>
    <dsp:sp modelId="{3E0D0611-633A-E145-9FCF-A9992116C69F}">
      <dsp:nvSpPr>
        <dsp:cNvPr id="0" name=""/>
        <dsp:cNvSpPr/>
      </dsp:nvSpPr>
      <dsp:spPr>
        <a:xfrm>
          <a:off x="1347311" y="2202621"/>
          <a:ext cx="2444055" cy="146643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Usage Metering</a:t>
          </a:r>
          <a:endParaRPr lang="en-US" sz="3100" kern="1200"/>
        </a:p>
      </dsp:txBody>
      <dsp:txXfrm>
        <a:off x="1347311" y="2202621"/>
        <a:ext cx="2444055" cy="1466433"/>
      </dsp:txXfrm>
    </dsp:sp>
    <dsp:sp modelId="{30482492-B848-684B-BD6E-183D82342769}">
      <dsp:nvSpPr>
        <dsp:cNvPr id="0" name=""/>
        <dsp:cNvSpPr/>
      </dsp:nvSpPr>
      <dsp:spPr>
        <a:xfrm>
          <a:off x="4035772" y="2202621"/>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Self-Service Capability</a:t>
          </a:r>
          <a:endParaRPr lang="en-US" sz="3100" kern="1200"/>
        </a:p>
      </dsp:txBody>
      <dsp:txXfrm>
        <a:off x="4035772" y="2202621"/>
        <a:ext cx="2444055" cy="1466433"/>
      </dsp:txXfrm>
    </dsp:sp>
    <dsp:sp modelId="{9CB37126-9419-4745-B469-4B195AF5D1A1}">
      <dsp:nvSpPr>
        <dsp:cNvPr id="0" name=""/>
        <dsp:cNvSpPr/>
      </dsp:nvSpPr>
      <dsp:spPr>
        <a:xfrm>
          <a:off x="6724233" y="2202621"/>
          <a:ext cx="2444055" cy="146643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b="1" kern="1200"/>
            <a:t>SLA Monitoring</a:t>
          </a:r>
          <a:endParaRPr lang="en-US" sz="3100" kern="1200"/>
        </a:p>
      </dsp:txBody>
      <dsp:txXfrm>
        <a:off x="6724233" y="2202621"/>
        <a:ext cx="2444055" cy="14664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F8089F-8B5C-C947-A48D-EB7C03D4A02E}">
      <dsp:nvSpPr>
        <dsp:cNvPr id="0" name=""/>
        <dsp:cNvSpPr/>
      </dsp:nvSpPr>
      <dsp:spPr>
        <a:xfrm>
          <a:off x="0" y="0"/>
          <a:ext cx="5324475"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78D19C-5C05-844D-95B3-77057C1FF7FD}">
      <dsp:nvSpPr>
        <dsp:cNvPr id="0" name=""/>
        <dsp:cNvSpPr/>
      </dsp:nvSpPr>
      <dsp:spPr>
        <a:xfrm>
          <a:off x="0" y="0"/>
          <a:ext cx="5324475"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MY" sz="2500" kern="1200"/>
            <a:t>Users can independently provision and manage resources through a self-service portal without needing intervention from the service provider’s support team.</a:t>
          </a:r>
          <a:endParaRPr lang="en-US" sz="2500" kern="1200"/>
        </a:p>
      </dsp:txBody>
      <dsp:txXfrm>
        <a:off x="0" y="0"/>
        <a:ext cx="5324475" cy="1959768"/>
      </dsp:txXfrm>
    </dsp:sp>
    <dsp:sp modelId="{47C706E8-DAE3-474E-B30C-DBC5EA083D02}">
      <dsp:nvSpPr>
        <dsp:cNvPr id="0" name=""/>
        <dsp:cNvSpPr/>
      </dsp:nvSpPr>
      <dsp:spPr>
        <a:xfrm>
          <a:off x="0" y="1959768"/>
          <a:ext cx="5324475"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FE6EC5-AE45-BE4F-AFE6-204424CCE291}">
      <dsp:nvSpPr>
        <dsp:cNvPr id="0" name=""/>
        <dsp:cNvSpPr/>
      </dsp:nvSpPr>
      <dsp:spPr>
        <a:xfrm>
          <a:off x="0" y="1959768"/>
          <a:ext cx="5324475"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MY" sz="2500" kern="1200"/>
            <a:t>A developer can create a virtual machine, configure it, and deploy an application directly from the cloud dashboard or CLI.</a:t>
          </a:r>
          <a:endParaRPr lang="en-US" sz="2500" kern="1200"/>
        </a:p>
      </dsp:txBody>
      <dsp:txXfrm>
        <a:off x="0" y="1959768"/>
        <a:ext cx="5324475" cy="19597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F29EF-0466-5E43-A2F7-9E38E976B582}">
      <dsp:nvSpPr>
        <dsp:cNvPr id="0" name=""/>
        <dsp:cNvSpPr/>
      </dsp:nvSpPr>
      <dsp:spPr>
        <a:xfrm>
          <a:off x="0" y="0"/>
          <a:ext cx="53244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5A64C5-15A3-BD47-BD9A-D4E6F7F07281}">
      <dsp:nvSpPr>
        <dsp:cNvPr id="0" name=""/>
        <dsp:cNvSpPr/>
      </dsp:nvSpPr>
      <dsp:spPr>
        <a:xfrm>
          <a:off x="0" y="0"/>
          <a:ext cx="5324475"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MY" sz="2200" kern="1200"/>
            <a:t>Service Level Agreements (SLAs) define the expected level of service, such as uptime, performance, and response times. Cloud providers continuously monitor their systems to meet these commitments.</a:t>
          </a:r>
          <a:endParaRPr lang="en-US" sz="2200" kern="1200"/>
        </a:p>
      </dsp:txBody>
      <dsp:txXfrm>
        <a:off x="0" y="0"/>
        <a:ext cx="5324475" cy="1959768"/>
      </dsp:txXfrm>
    </dsp:sp>
    <dsp:sp modelId="{D94CE20B-8B1A-904F-BAC4-64BC1392CB3B}">
      <dsp:nvSpPr>
        <dsp:cNvPr id="0" name=""/>
        <dsp:cNvSpPr/>
      </dsp:nvSpPr>
      <dsp:spPr>
        <a:xfrm>
          <a:off x="0" y="1959768"/>
          <a:ext cx="5324475"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7689EC-62C6-CB4D-A60B-8AFC63B271CA}">
      <dsp:nvSpPr>
        <dsp:cNvPr id="0" name=""/>
        <dsp:cNvSpPr/>
      </dsp:nvSpPr>
      <dsp:spPr>
        <a:xfrm>
          <a:off x="0" y="1959768"/>
          <a:ext cx="5324475"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MY" sz="2200" kern="1200"/>
            <a:t>AWS provides an SLA of 99.99% uptime for certain services. If the uptime drops below this threshold, customers may receive compensation as per the SLA terms.</a:t>
          </a:r>
          <a:endParaRPr lang="en-US" sz="2200" kern="1200"/>
        </a:p>
      </dsp:txBody>
      <dsp:txXfrm>
        <a:off x="0" y="1959768"/>
        <a:ext cx="5324475" cy="19597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A533B-C4ED-1149-963D-1CEEB2BFBFA6}">
      <dsp:nvSpPr>
        <dsp:cNvPr id="0" name=""/>
        <dsp:cNvSpPr/>
      </dsp:nvSpPr>
      <dsp:spPr>
        <a:xfrm>
          <a:off x="1283" y="384474"/>
          <a:ext cx="3003723" cy="150186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MY" sz="2100" b="1" kern="1200"/>
            <a:t>Service-Oriented Architecture (SOA):</a:t>
          </a:r>
          <a:endParaRPr lang="en-US" sz="2100" kern="1200"/>
        </a:p>
      </dsp:txBody>
      <dsp:txXfrm>
        <a:off x="45271" y="428462"/>
        <a:ext cx="2915747" cy="1413885"/>
      </dsp:txXfrm>
    </dsp:sp>
    <dsp:sp modelId="{76D65FCA-902F-374A-BECD-FED6187341C9}">
      <dsp:nvSpPr>
        <dsp:cNvPr id="0" name=""/>
        <dsp:cNvSpPr/>
      </dsp:nvSpPr>
      <dsp:spPr>
        <a:xfrm>
          <a:off x="301656" y="1886336"/>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414FAB-B27E-4F4D-8F68-55984AD8F796}">
      <dsp:nvSpPr>
        <dsp:cNvPr id="0" name=""/>
        <dsp:cNvSpPr/>
      </dsp:nvSpPr>
      <dsp:spPr>
        <a:xfrm>
          <a:off x="602028" y="2261801"/>
          <a:ext cx="2402978" cy="1501861"/>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MY" sz="1700" kern="1200"/>
            <a:t>Framework for designing and developing software as modular services.</a:t>
          </a:r>
          <a:endParaRPr lang="en-US" sz="1700" kern="1200"/>
        </a:p>
      </dsp:txBody>
      <dsp:txXfrm>
        <a:off x="646016" y="2305789"/>
        <a:ext cx="2315002" cy="1413885"/>
      </dsp:txXfrm>
    </dsp:sp>
    <dsp:sp modelId="{7B03E604-E8C1-2B45-987C-807EC633A0DC}">
      <dsp:nvSpPr>
        <dsp:cNvPr id="0" name=""/>
        <dsp:cNvSpPr/>
      </dsp:nvSpPr>
      <dsp:spPr>
        <a:xfrm>
          <a:off x="3755938" y="384474"/>
          <a:ext cx="3003723" cy="1501861"/>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MY" sz="2100" b="1" kern="1200"/>
            <a:t>Relationship with Cloud Computing:</a:t>
          </a:r>
          <a:endParaRPr lang="en-US" sz="2100" kern="1200"/>
        </a:p>
      </dsp:txBody>
      <dsp:txXfrm>
        <a:off x="3799926" y="428462"/>
        <a:ext cx="2915747" cy="1413885"/>
      </dsp:txXfrm>
    </dsp:sp>
    <dsp:sp modelId="{76CD8B58-E848-EE42-BF15-3E25AB1A6532}">
      <dsp:nvSpPr>
        <dsp:cNvPr id="0" name=""/>
        <dsp:cNvSpPr/>
      </dsp:nvSpPr>
      <dsp:spPr>
        <a:xfrm>
          <a:off x="4056310" y="1886336"/>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FC09C3-8022-9D41-8B05-90C9251D0DF0}">
      <dsp:nvSpPr>
        <dsp:cNvPr id="0" name=""/>
        <dsp:cNvSpPr/>
      </dsp:nvSpPr>
      <dsp:spPr>
        <a:xfrm>
          <a:off x="4356682" y="2261801"/>
          <a:ext cx="2402978" cy="1501861"/>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MY" sz="1700" kern="1200"/>
            <a:t>SOA principles enhance cloud computing by enabling service reuse, scalability, and flexibility.</a:t>
          </a:r>
          <a:endParaRPr lang="en-US" sz="1700" kern="1200"/>
        </a:p>
      </dsp:txBody>
      <dsp:txXfrm>
        <a:off x="4400670" y="2305789"/>
        <a:ext cx="2315002" cy="1413885"/>
      </dsp:txXfrm>
    </dsp:sp>
    <dsp:sp modelId="{B3C2FBA3-FC6E-AD42-A3F2-ECC221B77038}">
      <dsp:nvSpPr>
        <dsp:cNvPr id="0" name=""/>
        <dsp:cNvSpPr/>
      </dsp:nvSpPr>
      <dsp:spPr>
        <a:xfrm>
          <a:off x="7510592" y="384474"/>
          <a:ext cx="3003723" cy="1501861"/>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MY" sz="2100" b="1" kern="1200"/>
            <a:t>Example:</a:t>
          </a:r>
          <a:r>
            <a:rPr lang="en-MY" sz="2100" kern="1200"/>
            <a:t> Microservices architecture commonly deployed in cloud environments.</a:t>
          </a:r>
          <a:endParaRPr lang="en-US" sz="2100" kern="1200"/>
        </a:p>
      </dsp:txBody>
      <dsp:txXfrm>
        <a:off x="7554580" y="428462"/>
        <a:ext cx="2915747" cy="14138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30DA30-9637-44F3-878E-41ACFEAEB5FF}">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C6A933-1420-4B11-8849-A3FEABF2F051}">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10EA05-70FE-40C1-BC99-D0C854BBD952}">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Cost reduction (CAPEX to OPEX shift).</a:t>
          </a:r>
          <a:endParaRPr lang="en-US" sz="2200" kern="1200"/>
        </a:p>
      </dsp:txBody>
      <dsp:txXfrm>
        <a:off x="1339618" y="2288"/>
        <a:ext cx="5024605" cy="1159843"/>
      </dsp:txXfrm>
    </dsp:sp>
    <dsp:sp modelId="{45C8B420-5F7B-46A3-8CD3-9B98917938C2}">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9267F5-EED7-44B1-A74E-EA04E0DB1DB8}">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05C4DE-908D-4C47-80C6-4C6E88DAF8BF}">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Improved scalability and flexibility.</a:t>
          </a:r>
          <a:endParaRPr lang="en-US" sz="2200" kern="1200"/>
        </a:p>
      </dsp:txBody>
      <dsp:txXfrm>
        <a:off x="1339618" y="1452092"/>
        <a:ext cx="5024605" cy="1159843"/>
      </dsp:txXfrm>
    </dsp:sp>
    <dsp:sp modelId="{E641EB25-92BE-468B-9555-968ECCE0F7A3}">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9EDD39-3017-4089-B109-9E507A53C4E0}">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00A807-AEF3-4322-920B-9424A2F09C60}">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Faster time-to-market for applications.</a:t>
          </a:r>
          <a:endParaRPr lang="en-US" sz="2200" kern="1200"/>
        </a:p>
      </dsp:txBody>
      <dsp:txXfrm>
        <a:off x="1339618" y="2901896"/>
        <a:ext cx="5024605" cy="1159843"/>
      </dsp:txXfrm>
    </dsp:sp>
    <dsp:sp modelId="{9E761BF5-233F-4D0C-9A21-8A993485545A}">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70DA2C-EF43-4421-ABE2-41CB5BDA72E8}">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FF8517-28F3-4CC9-BE92-8BF1331109B7}">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Enhanced security features provided by cloud providers.</a:t>
          </a:r>
          <a:endParaRPr lang="en-US" sz="2200" kern="1200"/>
        </a:p>
      </dsp:txBody>
      <dsp:txXfrm>
        <a:off x="1339618" y="4351700"/>
        <a:ext cx="5024605" cy="11598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2F087-3610-4378-B648-46EA22B862E0}">
      <dsp:nvSpPr>
        <dsp:cNvPr id="0" name=""/>
        <dsp:cNvSpPr/>
      </dsp:nvSpPr>
      <dsp:spPr>
        <a:xfrm>
          <a:off x="559800" y="15446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1B1536-C0DF-4033-8727-A665753D7F6E}">
      <dsp:nvSpPr>
        <dsp:cNvPr id="0" name=""/>
        <dsp:cNvSpPr/>
      </dsp:nvSpPr>
      <dsp:spPr>
        <a:xfrm>
          <a:off x="559800" y="184028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MY" sz="3300" b="1" kern="1200"/>
            <a:t>Business Advantages:</a:t>
          </a:r>
          <a:endParaRPr lang="en-US" sz="3300" kern="1200"/>
        </a:p>
      </dsp:txBody>
      <dsp:txXfrm>
        <a:off x="559800" y="1840287"/>
        <a:ext cx="4320000" cy="648000"/>
      </dsp:txXfrm>
    </dsp:sp>
    <dsp:sp modelId="{0E5F7B25-4188-4054-BD74-244458DB61FF}">
      <dsp:nvSpPr>
        <dsp:cNvPr id="0" name=""/>
        <dsp:cNvSpPr/>
      </dsp:nvSpPr>
      <dsp:spPr>
        <a:xfrm>
          <a:off x="559800" y="2569135"/>
          <a:ext cx="4320000" cy="1627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MY" sz="1700" kern="1200"/>
            <a:t>Scalability for growing workloads</a:t>
          </a:r>
          <a:endParaRPr lang="en-US" sz="1700" kern="1200"/>
        </a:p>
        <a:p>
          <a:pPr marL="0" lvl="0" indent="0" algn="l" defTabSz="755650">
            <a:lnSpc>
              <a:spcPct val="100000"/>
            </a:lnSpc>
            <a:spcBef>
              <a:spcPct val="0"/>
            </a:spcBef>
            <a:spcAft>
              <a:spcPct val="35000"/>
            </a:spcAft>
            <a:buNone/>
          </a:pPr>
          <a:r>
            <a:rPr lang="en-MY" sz="1700" kern="1200"/>
            <a:t>Cost-effective model (operational vs. capital expenses)</a:t>
          </a:r>
          <a:endParaRPr lang="en-US" sz="1700" kern="1200"/>
        </a:p>
        <a:p>
          <a:pPr marL="0" lvl="0" indent="0" algn="l" defTabSz="755650">
            <a:lnSpc>
              <a:spcPct val="100000"/>
            </a:lnSpc>
            <a:spcBef>
              <a:spcPct val="0"/>
            </a:spcBef>
            <a:spcAft>
              <a:spcPct val="35000"/>
            </a:spcAft>
            <a:buNone/>
          </a:pPr>
          <a:r>
            <a:rPr lang="en-MY" sz="1700" kern="1200"/>
            <a:t>Faster deployment of new services</a:t>
          </a:r>
          <a:endParaRPr lang="en-US" sz="1700" kern="1200"/>
        </a:p>
        <a:p>
          <a:pPr marL="0" lvl="0" indent="0" algn="l" defTabSz="755650">
            <a:lnSpc>
              <a:spcPct val="100000"/>
            </a:lnSpc>
            <a:spcBef>
              <a:spcPct val="0"/>
            </a:spcBef>
            <a:spcAft>
              <a:spcPct val="35000"/>
            </a:spcAft>
            <a:buNone/>
          </a:pPr>
          <a:r>
            <a:rPr lang="en-MY" sz="1700" kern="1200"/>
            <a:t>Global reach and availability</a:t>
          </a:r>
          <a:endParaRPr lang="en-US" sz="1700" kern="1200"/>
        </a:p>
      </dsp:txBody>
      <dsp:txXfrm>
        <a:off x="559800" y="2569135"/>
        <a:ext cx="4320000" cy="1627738"/>
      </dsp:txXfrm>
    </dsp:sp>
    <dsp:sp modelId="{9D6CB002-141C-494F-A0E2-A3B45BC725A2}">
      <dsp:nvSpPr>
        <dsp:cNvPr id="0" name=""/>
        <dsp:cNvSpPr/>
      </dsp:nvSpPr>
      <dsp:spPr>
        <a:xfrm>
          <a:off x="5635800" y="15446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C457BC-1504-416A-92A9-C7F3A4445D47}">
      <dsp:nvSpPr>
        <dsp:cNvPr id="0" name=""/>
        <dsp:cNvSpPr/>
      </dsp:nvSpPr>
      <dsp:spPr>
        <a:xfrm>
          <a:off x="5635800" y="184028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MY" sz="3300" b="1" kern="1200"/>
            <a:t>Technical Advantages:</a:t>
          </a:r>
          <a:endParaRPr lang="en-US" sz="3300" kern="1200"/>
        </a:p>
      </dsp:txBody>
      <dsp:txXfrm>
        <a:off x="5635800" y="1840287"/>
        <a:ext cx="4320000" cy="648000"/>
      </dsp:txXfrm>
    </dsp:sp>
    <dsp:sp modelId="{DFF2D4D9-578A-4C69-A904-95D1D67CB8DB}">
      <dsp:nvSpPr>
        <dsp:cNvPr id="0" name=""/>
        <dsp:cNvSpPr/>
      </dsp:nvSpPr>
      <dsp:spPr>
        <a:xfrm>
          <a:off x="5635800" y="2569135"/>
          <a:ext cx="4320000" cy="1627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MY" sz="1700" kern="1200"/>
            <a:t>Automated software updates</a:t>
          </a:r>
          <a:endParaRPr lang="en-US" sz="1700" kern="1200"/>
        </a:p>
        <a:p>
          <a:pPr marL="0" lvl="0" indent="0" algn="l" defTabSz="755650">
            <a:lnSpc>
              <a:spcPct val="100000"/>
            </a:lnSpc>
            <a:spcBef>
              <a:spcPct val="0"/>
            </a:spcBef>
            <a:spcAft>
              <a:spcPct val="35000"/>
            </a:spcAft>
            <a:buNone/>
          </a:pPr>
          <a:r>
            <a:rPr lang="en-MY" sz="1700" kern="1200"/>
            <a:t>Simplified infrastructure management</a:t>
          </a:r>
          <a:endParaRPr lang="en-US" sz="1700" kern="1200"/>
        </a:p>
        <a:p>
          <a:pPr marL="0" lvl="0" indent="0" algn="l" defTabSz="755650">
            <a:lnSpc>
              <a:spcPct val="100000"/>
            </a:lnSpc>
            <a:spcBef>
              <a:spcPct val="0"/>
            </a:spcBef>
            <a:spcAft>
              <a:spcPct val="35000"/>
            </a:spcAft>
            <a:buNone/>
          </a:pPr>
          <a:r>
            <a:rPr lang="en-MY" sz="1700" kern="1200"/>
            <a:t>Resilience and redundancy</a:t>
          </a:r>
          <a:endParaRPr lang="en-US" sz="1700" kern="1200"/>
        </a:p>
      </dsp:txBody>
      <dsp:txXfrm>
        <a:off x="5635800" y="2569135"/>
        <a:ext cx="4320000" cy="16277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F3F7A6-284D-4513-BA88-4EB47FA86F2C}">
      <dsp:nvSpPr>
        <dsp:cNvPr id="0" name=""/>
        <dsp:cNvSpPr/>
      </dsp:nvSpPr>
      <dsp:spPr>
        <a:xfrm>
          <a:off x="2169914" y="210651"/>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419125-B757-4E6E-96DE-4A06C068EFE2}">
      <dsp:nvSpPr>
        <dsp:cNvPr id="0" name=""/>
        <dsp:cNvSpPr/>
      </dsp:nvSpPr>
      <dsp:spPr>
        <a:xfrm>
          <a:off x="765914" y="188482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MY" sz="3600" b="1" kern="1200"/>
            <a:t>Benefits:</a:t>
          </a:r>
          <a:endParaRPr lang="en-US" sz="3600" kern="1200"/>
        </a:p>
      </dsp:txBody>
      <dsp:txXfrm>
        <a:off x="765914" y="1884826"/>
        <a:ext cx="4320000" cy="648000"/>
      </dsp:txXfrm>
    </dsp:sp>
    <dsp:sp modelId="{3C1C2AE0-E533-4931-9440-54E8997492F6}">
      <dsp:nvSpPr>
        <dsp:cNvPr id="0" name=""/>
        <dsp:cNvSpPr/>
      </dsp:nvSpPr>
      <dsp:spPr>
        <a:xfrm>
          <a:off x="765914" y="2608256"/>
          <a:ext cx="4320000" cy="137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Quick deployment and minimal setup</a:t>
          </a:r>
          <a:endParaRPr lang="en-US" sz="1700" kern="1200"/>
        </a:p>
        <a:p>
          <a:pPr marL="0" lvl="0" indent="0" algn="ctr" defTabSz="755650">
            <a:lnSpc>
              <a:spcPct val="90000"/>
            </a:lnSpc>
            <a:spcBef>
              <a:spcPct val="0"/>
            </a:spcBef>
            <a:spcAft>
              <a:spcPct val="35000"/>
            </a:spcAft>
            <a:buNone/>
          </a:pPr>
          <a:r>
            <a:rPr lang="en-MY" sz="1700" kern="1200"/>
            <a:t>Reduced IT overhead (maintenance, updates are handled by provider)</a:t>
          </a:r>
          <a:endParaRPr lang="en-US" sz="1700" kern="1200"/>
        </a:p>
        <a:p>
          <a:pPr marL="0" lvl="0" indent="0" algn="ctr" defTabSz="755650">
            <a:lnSpc>
              <a:spcPct val="90000"/>
            </a:lnSpc>
            <a:spcBef>
              <a:spcPct val="0"/>
            </a:spcBef>
            <a:spcAft>
              <a:spcPct val="35000"/>
            </a:spcAft>
            <a:buNone/>
          </a:pPr>
          <a:r>
            <a:rPr lang="en-MY" sz="1700" kern="1200"/>
            <a:t>Access from anywhere, on multiple devices</a:t>
          </a:r>
          <a:endParaRPr lang="en-US" sz="1700" kern="1200"/>
        </a:p>
      </dsp:txBody>
      <dsp:txXfrm>
        <a:off x="765914" y="2608256"/>
        <a:ext cx="4320000" cy="1373896"/>
      </dsp:txXfrm>
    </dsp:sp>
    <dsp:sp modelId="{174204BB-2CEA-4D60-92CB-DEB9364CA2B0}">
      <dsp:nvSpPr>
        <dsp:cNvPr id="0" name=""/>
        <dsp:cNvSpPr/>
      </dsp:nvSpPr>
      <dsp:spPr>
        <a:xfrm>
          <a:off x="7245914" y="210651"/>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00153E-1EB2-4BB0-BEF1-45475C69A886}">
      <dsp:nvSpPr>
        <dsp:cNvPr id="0" name=""/>
        <dsp:cNvSpPr/>
      </dsp:nvSpPr>
      <dsp:spPr>
        <a:xfrm>
          <a:off x="5841914" y="188482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MY" sz="3600" b="1" kern="1200"/>
            <a:t>Challenges:</a:t>
          </a:r>
          <a:endParaRPr lang="en-US" sz="3600" kern="1200"/>
        </a:p>
      </dsp:txBody>
      <dsp:txXfrm>
        <a:off x="5841914" y="1884826"/>
        <a:ext cx="4320000" cy="648000"/>
      </dsp:txXfrm>
    </dsp:sp>
    <dsp:sp modelId="{1A7D072B-3AF5-42E1-8B97-23A4F7AB8166}">
      <dsp:nvSpPr>
        <dsp:cNvPr id="0" name=""/>
        <dsp:cNvSpPr/>
      </dsp:nvSpPr>
      <dsp:spPr>
        <a:xfrm>
          <a:off x="5841914" y="2608256"/>
          <a:ext cx="4320000" cy="137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Limited customization compared to on-premises software</a:t>
          </a:r>
          <a:endParaRPr lang="en-US" sz="1700" kern="1200"/>
        </a:p>
        <a:p>
          <a:pPr marL="0" lvl="0" indent="0" algn="ctr" defTabSz="755650">
            <a:lnSpc>
              <a:spcPct val="90000"/>
            </a:lnSpc>
            <a:spcBef>
              <a:spcPct val="0"/>
            </a:spcBef>
            <a:spcAft>
              <a:spcPct val="35000"/>
            </a:spcAft>
            <a:buNone/>
          </a:pPr>
          <a:r>
            <a:rPr lang="en-MY" sz="1700" kern="1200"/>
            <a:t>Dependency on internet connectivity</a:t>
          </a:r>
          <a:endParaRPr lang="en-US" sz="1700" kern="1200"/>
        </a:p>
        <a:p>
          <a:pPr marL="0" lvl="0" indent="0" algn="ctr" defTabSz="755650">
            <a:lnSpc>
              <a:spcPct val="90000"/>
            </a:lnSpc>
            <a:spcBef>
              <a:spcPct val="0"/>
            </a:spcBef>
            <a:spcAft>
              <a:spcPct val="35000"/>
            </a:spcAft>
            <a:buNone/>
          </a:pPr>
          <a:r>
            <a:rPr lang="en-MY" sz="1700" kern="1200"/>
            <a:t>Potential data privacy and compliance concerns</a:t>
          </a:r>
          <a:endParaRPr lang="en-US" sz="1700" kern="1200"/>
        </a:p>
      </dsp:txBody>
      <dsp:txXfrm>
        <a:off x="5841914" y="2608256"/>
        <a:ext cx="4320000" cy="137389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79B73-D5FA-475E-BCBD-DB928FF54B82}">
      <dsp:nvSpPr>
        <dsp:cNvPr id="0" name=""/>
        <dsp:cNvSpPr/>
      </dsp:nvSpPr>
      <dsp:spPr>
        <a:xfrm>
          <a:off x="2169914" y="210651"/>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A58189-247A-45AF-8B7C-594ABE640C40}">
      <dsp:nvSpPr>
        <dsp:cNvPr id="0" name=""/>
        <dsp:cNvSpPr/>
      </dsp:nvSpPr>
      <dsp:spPr>
        <a:xfrm>
          <a:off x="765914" y="188482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MY" sz="3600" b="1" kern="1200"/>
            <a:t>Benefits:</a:t>
          </a:r>
          <a:endParaRPr lang="en-US" sz="3600" kern="1200"/>
        </a:p>
      </dsp:txBody>
      <dsp:txXfrm>
        <a:off x="765914" y="1884826"/>
        <a:ext cx="4320000" cy="648000"/>
      </dsp:txXfrm>
    </dsp:sp>
    <dsp:sp modelId="{7BF26B67-0D0D-47D9-A721-4158FCAF9552}">
      <dsp:nvSpPr>
        <dsp:cNvPr id="0" name=""/>
        <dsp:cNvSpPr/>
      </dsp:nvSpPr>
      <dsp:spPr>
        <a:xfrm>
          <a:off x="765914" y="2608256"/>
          <a:ext cx="4320000" cy="137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Simplifies development and deployment</a:t>
          </a:r>
          <a:endParaRPr lang="en-US" sz="1700" kern="1200"/>
        </a:p>
        <a:p>
          <a:pPr marL="0" lvl="0" indent="0" algn="ctr" defTabSz="755650">
            <a:lnSpc>
              <a:spcPct val="90000"/>
            </a:lnSpc>
            <a:spcBef>
              <a:spcPct val="0"/>
            </a:spcBef>
            <a:spcAft>
              <a:spcPct val="35000"/>
            </a:spcAft>
            <a:buNone/>
          </a:pPr>
          <a:r>
            <a:rPr lang="en-MY" sz="1700" kern="1200"/>
            <a:t>Less complexity in managing servers, storage, or networking</a:t>
          </a:r>
          <a:endParaRPr lang="en-US" sz="1700" kern="1200"/>
        </a:p>
        <a:p>
          <a:pPr marL="0" lvl="0" indent="0" algn="ctr" defTabSz="755650">
            <a:lnSpc>
              <a:spcPct val="90000"/>
            </a:lnSpc>
            <a:spcBef>
              <a:spcPct val="0"/>
            </a:spcBef>
            <a:spcAft>
              <a:spcPct val="35000"/>
            </a:spcAft>
            <a:buNone/>
          </a:pPr>
          <a:r>
            <a:rPr lang="en-MY" sz="1700" kern="1200"/>
            <a:t>Automated scalability</a:t>
          </a:r>
          <a:endParaRPr lang="en-US" sz="1700" kern="1200"/>
        </a:p>
      </dsp:txBody>
      <dsp:txXfrm>
        <a:off x="765914" y="2608256"/>
        <a:ext cx="4320000" cy="1373896"/>
      </dsp:txXfrm>
    </dsp:sp>
    <dsp:sp modelId="{D42D5F13-5BF9-4F22-BAC8-7E231492ACD8}">
      <dsp:nvSpPr>
        <dsp:cNvPr id="0" name=""/>
        <dsp:cNvSpPr/>
      </dsp:nvSpPr>
      <dsp:spPr>
        <a:xfrm>
          <a:off x="7245914" y="210651"/>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0E6035-57C3-4593-A1EC-EC2E1AA2CF88}">
      <dsp:nvSpPr>
        <dsp:cNvPr id="0" name=""/>
        <dsp:cNvSpPr/>
      </dsp:nvSpPr>
      <dsp:spPr>
        <a:xfrm>
          <a:off x="5841914" y="188482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MY" sz="3600" b="1" kern="1200"/>
            <a:t>Challenges:</a:t>
          </a:r>
          <a:endParaRPr lang="en-US" sz="3600" kern="1200"/>
        </a:p>
      </dsp:txBody>
      <dsp:txXfrm>
        <a:off x="5841914" y="1884826"/>
        <a:ext cx="4320000" cy="648000"/>
      </dsp:txXfrm>
    </dsp:sp>
    <dsp:sp modelId="{B0F15ED1-5229-4114-8EED-C95D0CEC3730}">
      <dsp:nvSpPr>
        <dsp:cNvPr id="0" name=""/>
        <dsp:cNvSpPr/>
      </dsp:nvSpPr>
      <dsp:spPr>
        <a:xfrm>
          <a:off x="5841914" y="2608256"/>
          <a:ext cx="4320000" cy="137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Might be restricted to provider-specific tools/languages</a:t>
          </a:r>
          <a:endParaRPr lang="en-US" sz="1700" kern="1200"/>
        </a:p>
        <a:p>
          <a:pPr marL="0" lvl="0" indent="0" algn="ctr" defTabSz="755650">
            <a:lnSpc>
              <a:spcPct val="90000"/>
            </a:lnSpc>
            <a:spcBef>
              <a:spcPct val="0"/>
            </a:spcBef>
            <a:spcAft>
              <a:spcPct val="35000"/>
            </a:spcAft>
            <a:buNone/>
          </a:pPr>
          <a:r>
            <a:rPr lang="en-MY" sz="1700" kern="1200"/>
            <a:t>Risk of “vendor lock-in”</a:t>
          </a:r>
          <a:endParaRPr lang="en-US" sz="1700" kern="1200"/>
        </a:p>
        <a:p>
          <a:pPr marL="0" lvl="0" indent="0" algn="ctr" defTabSz="755650">
            <a:lnSpc>
              <a:spcPct val="90000"/>
            </a:lnSpc>
            <a:spcBef>
              <a:spcPct val="0"/>
            </a:spcBef>
            <a:spcAft>
              <a:spcPct val="35000"/>
            </a:spcAft>
            <a:buNone/>
          </a:pPr>
          <a:r>
            <a:rPr lang="en-MY" sz="1700" kern="1200"/>
            <a:t>Costs can grow if the application scales rapidly</a:t>
          </a:r>
          <a:endParaRPr lang="en-US" sz="1700" kern="1200"/>
        </a:p>
      </dsp:txBody>
      <dsp:txXfrm>
        <a:off x="5841914" y="2608256"/>
        <a:ext cx="4320000" cy="13738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849843-ADBE-4E7E-AE18-7A2F96034F9E}">
      <dsp:nvSpPr>
        <dsp:cNvPr id="0" name=""/>
        <dsp:cNvSpPr/>
      </dsp:nvSpPr>
      <dsp:spPr>
        <a:xfrm>
          <a:off x="559800" y="30648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31BFD3-4EEB-4F1F-9C0D-42FE85EC73A4}">
      <dsp:nvSpPr>
        <dsp:cNvPr id="0" name=""/>
        <dsp:cNvSpPr/>
      </dsp:nvSpPr>
      <dsp:spPr>
        <a:xfrm>
          <a:off x="559800" y="197923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11300">
            <a:lnSpc>
              <a:spcPct val="100000"/>
            </a:lnSpc>
            <a:spcBef>
              <a:spcPct val="0"/>
            </a:spcBef>
            <a:spcAft>
              <a:spcPct val="35000"/>
            </a:spcAft>
            <a:buNone/>
            <a:defRPr b="1"/>
          </a:pPr>
          <a:r>
            <a:rPr lang="en-MY" sz="3400" b="1" kern="1200"/>
            <a:t>Major PaaS Offerings:</a:t>
          </a:r>
          <a:endParaRPr lang="en-US" sz="3400" kern="1200"/>
        </a:p>
      </dsp:txBody>
      <dsp:txXfrm>
        <a:off x="559800" y="1979234"/>
        <a:ext cx="4320000" cy="648000"/>
      </dsp:txXfrm>
    </dsp:sp>
    <dsp:sp modelId="{C6309A76-9D85-40CF-88FB-28AB06A8E0E8}">
      <dsp:nvSpPr>
        <dsp:cNvPr id="0" name=""/>
        <dsp:cNvSpPr/>
      </dsp:nvSpPr>
      <dsp:spPr>
        <a:xfrm>
          <a:off x="559800" y="2702001"/>
          <a:ext cx="4320000" cy="1342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MY" sz="1700" kern="1200"/>
            <a:t>Heroku (Salesforce)</a:t>
          </a:r>
          <a:endParaRPr lang="en-US" sz="1700" kern="1200"/>
        </a:p>
        <a:p>
          <a:pPr marL="0" lvl="0" indent="0" algn="l" defTabSz="755650">
            <a:lnSpc>
              <a:spcPct val="100000"/>
            </a:lnSpc>
            <a:spcBef>
              <a:spcPct val="0"/>
            </a:spcBef>
            <a:spcAft>
              <a:spcPct val="35000"/>
            </a:spcAft>
            <a:buNone/>
          </a:pPr>
          <a:r>
            <a:rPr lang="en-MY" sz="1700" kern="1200"/>
            <a:t>Google App Engine (Google Cloud Platform)</a:t>
          </a:r>
          <a:endParaRPr lang="en-US" sz="1700" kern="1200"/>
        </a:p>
        <a:p>
          <a:pPr marL="0" lvl="0" indent="0" algn="l" defTabSz="755650">
            <a:lnSpc>
              <a:spcPct val="100000"/>
            </a:lnSpc>
            <a:spcBef>
              <a:spcPct val="0"/>
            </a:spcBef>
            <a:spcAft>
              <a:spcPct val="35000"/>
            </a:spcAft>
            <a:buNone/>
          </a:pPr>
          <a:r>
            <a:rPr lang="en-MY" sz="1700" kern="1200"/>
            <a:t>Azure App Service (Microsoft Azure)</a:t>
          </a:r>
          <a:endParaRPr lang="en-US" sz="1700" kern="1200"/>
        </a:p>
        <a:p>
          <a:pPr marL="0" lvl="0" indent="0" algn="l" defTabSz="755650">
            <a:lnSpc>
              <a:spcPct val="100000"/>
            </a:lnSpc>
            <a:spcBef>
              <a:spcPct val="0"/>
            </a:spcBef>
            <a:spcAft>
              <a:spcPct val="35000"/>
            </a:spcAft>
            <a:buNone/>
          </a:pPr>
          <a:r>
            <a:rPr lang="en-MY" sz="1700" kern="1200"/>
            <a:t>AWS Elastic Beanstalk (Amazon Web Services)</a:t>
          </a:r>
          <a:endParaRPr lang="en-US" sz="1700" kern="1200"/>
        </a:p>
      </dsp:txBody>
      <dsp:txXfrm>
        <a:off x="559800" y="2702001"/>
        <a:ext cx="4320000" cy="1342851"/>
      </dsp:txXfrm>
    </dsp:sp>
    <dsp:sp modelId="{C8B254BD-9AC4-4842-924D-812CBA67E07D}">
      <dsp:nvSpPr>
        <dsp:cNvPr id="0" name=""/>
        <dsp:cNvSpPr/>
      </dsp:nvSpPr>
      <dsp:spPr>
        <a:xfrm>
          <a:off x="5635800" y="30648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1CA0FE-D905-4E40-B580-B93D07CE8144}">
      <dsp:nvSpPr>
        <dsp:cNvPr id="0" name=""/>
        <dsp:cNvSpPr/>
      </dsp:nvSpPr>
      <dsp:spPr>
        <a:xfrm>
          <a:off x="5635800" y="197923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11300">
            <a:lnSpc>
              <a:spcPct val="100000"/>
            </a:lnSpc>
            <a:spcBef>
              <a:spcPct val="0"/>
            </a:spcBef>
            <a:spcAft>
              <a:spcPct val="35000"/>
            </a:spcAft>
            <a:buNone/>
            <a:defRPr b="1"/>
          </a:pPr>
          <a:r>
            <a:rPr lang="en-MY" sz="3400" b="1" kern="1200"/>
            <a:t>Key Services Offered:</a:t>
          </a:r>
          <a:endParaRPr lang="en-US" sz="3400" kern="1200"/>
        </a:p>
      </dsp:txBody>
      <dsp:txXfrm>
        <a:off x="5635800" y="1979234"/>
        <a:ext cx="4320000" cy="648000"/>
      </dsp:txXfrm>
    </dsp:sp>
    <dsp:sp modelId="{1A1F116C-53D4-454C-99B8-E78CAE416667}">
      <dsp:nvSpPr>
        <dsp:cNvPr id="0" name=""/>
        <dsp:cNvSpPr/>
      </dsp:nvSpPr>
      <dsp:spPr>
        <a:xfrm>
          <a:off x="5635800" y="2702001"/>
          <a:ext cx="4320000" cy="1342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MY" sz="1700" kern="1200"/>
            <a:t>Hosting environments</a:t>
          </a:r>
          <a:endParaRPr lang="en-US" sz="1700" kern="1200"/>
        </a:p>
        <a:p>
          <a:pPr marL="0" lvl="0" indent="0" algn="l" defTabSz="755650">
            <a:lnSpc>
              <a:spcPct val="100000"/>
            </a:lnSpc>
            <a:spcBef>
              <a:spcPct val="0"/>
            </a:spcBef>
            <a:spcAft>
              <a:spcPct val="35000"/>
            </a:spcAft>
            <a:buNone/>
          </a:pPr>
          <a:r>
            <a:rPr lang="en-MY" sz="1700" kern="1200"/>
            <a:t>Integrated development environments (IDEs)</a:t>
          </a:r>
          <a:endParaRPr lang="en-US" sz="1700" kern="1200"/>
        </a:p>
        <a:p>
          <a:pPr marL="0" lvl="0" indent="0" algn="l" defTabSz="755650">
            <a:lnSpc>
              <a:spcPct val="100000"/>
            </a:lnSpc>
            <a:spcBef>
              <a:spcPct val="0"/>
            </a:spcBef>
            <a:spcAft>
              <a:spcPct val="35000"/>
            </a:spcAft>
            <a:buNone/>
          </a:pPr>
          <a:r>
            <a:rPr lang="en-MY" sz="1700" kern="1200"/>
            <a:t>Database and storage integrations</a:t>
          </a:r>
          <a:endParaRPr lang="en-US" sz="1700" kern="1200"/>
        </a:p>
      </dsp:txBody>
      <dsp:txXfrm>
        <a:off x="5635800" y="2702001"/>
        <a:ext cx="4320000" cy="134285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7C626-2B52-4725-995C-6C9FCBC6FCC7}">
      <dsp:nvSpPr>
        <dsp:cNvPr id="0" name=""/>
        <dsp:cNvSpPr/>
      </dsp:nvSpPr>
      <dsp:spPr>
        <a:xfrm>
          <a:off x="2169914" y="80405"/>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53138B-7446-4E99-AAD5-A5A6874D7B97}">
      <dsp:nvSpPr>
        <dsp:cNvPr id="0" name=""/>
        <dsp:cNvSpPr/>
      </dsp:nvSpPr>
      <dsp:spPr>
        <a:xfrm>
          <a:off x="765914" y="176578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MY" sz="3600" b="1" kern="1200"/>
            <a:t>Benefits:</a:t>
          </a:r>
          <a:endParaRPr lang="en-US" sz="3600" kern="1200"/>
        </a:p>
      </dsp:txBody>
      <dsp:txXfrm>
        <a:off x="765914" y="1765781"/>
        <a:ext cx="4320000" cy="648000"/>
      </dsp:txXfrm>
    </dsp:sp>
    <dsp:sp modelId="{D0719997-1E08-4F38-974E-2B39DEC78DD8}">
      <dsp:nvSpPr>
        <dsp:cNvPr id="0" name=""/>
        <dsp:cNvSpPr/>
      </dsp:nvSpPr>
      <dsp:spPr>
        <a:xfrm>
          <a:off x="765914" y="2494421"/>
          <a:ext cx="4320000" cy="1617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High flexibility and control over resources</a:t>
          </a:r>
          <a:endParaRPr lang="en-US" sz="1700" kern="1200"/>
        </a:p>
        <a:p>
          <a:pPr marL="0" lvl="0" indent="0" algn="ctr" defTabSz="755650">
            <a:lnSpc>
              <a:spcPct val="90000"/>
            </a:lnSpc>
            <a:spcBef>
              <a:spcPct val="0"/>
            </a:spcBef>
            <a:spcAft>
              <a:spcPct val="35000"/>
            </a:spcAft>
            <a:buNone/>
          </a:pPr>
          <a:r>
            <a:rPr lang="en-MY" sz="1700" kern="1200"/>
            <a:t>Pay-as-you-go model for infrastructure</a:t>
          </a:r>
          <a:endParaRPr lang="en-US" sz="1700" kern="1200"/>
        </a:p>
        <a:p>
          <a:pPr marL="0" lvl="0" indent="0" algn="ctr" defTabSz="755650">
            <a:lnSpc>
              <a:spcPct val="90000"/>
            </a:lnSpc>
            <a:spcBef>
              <a:spcPct val="0"/>
            </a:spcBef>
            <a:spcAft>
              <a:spcPct val="35000"/>
            </a:spcAft>
            <a:buNone/>
          </a:pPr>
          <a:r>
            <a:rPr lang="en-MY" sz="1700" kern="1200"/>
            <a:t>Easy scalability and rapid provisioning</a:t>
          </a:r>
          <a:endParaRPr lang="en-US" sz="1700" kern="1200"/>
        </a:p>
      </dsp:txBody>
      <dsp:txXfrm>
        <a:off x="765914" y="2494421"/>
        <a:ext cx="4320000" cy="1617977"/>
      </dsp:txXfrm>
    </dsp:sp>
    <dsp:sp modelId="{F7C2CE88-F198-470E-ACE4-8BF22D9C15A5}">
      <dsp:nvSpPr>
        <dsp:cNvPr id="0" name=""/>
        <dsp:cNvSpPr/>
      </dsp:nvSpPr>
      <dsp:spPr>
        <a:xfrm>
          <a:off x="7245914" y="80405"/>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2B11DA-139F-41EC-B31F-4F21DF0010A7}">
      <dsp:nvSpPr>
        <dsp:cNvPr id="0" name=""/>
        <dsp:cNvSpPr/>
      </dsp:nvSpPr>
      <dsp:spPr>
        <a:xfrm>
          <a:off x="5841914" y="176578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MY" sz="3600" b="1" kern="1200"/>
            <a:t>Challenges:</a:t>
          </a:r>
          <a:endParaRPr lang="en-US" sz="3600" kern="1200"/>
        </a:p>
      </dsp:txBody>
      <dsp:txXfrm>
        <a:off x="5841914" y="1765781"/>
        <a:ext cx="4320000" cy="648000"/>
      </dsp:txXfrm>
    </dsp:sp>
    <dsp:sp modelId="{D93B8392-BA42-437C-A2E0-BF319E5C6741}">
      <dsp:nvSpPr>
        <dsp:cNvPr id="0" name=""/>
        <dsp:cNvSpPr/>
      </dsp:nvSpPr>
      <dsp:spPr>
        <a:xfrm>
          <a:off x="5841914" y="2494421"/>
          <a:ext cx="4320000" cy="1617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Requires in-house expertise to configure and manage</a:t>
          </a:r>
          <a:endParaRPr lang="en-US" sz="1700" kern="1200"/>
        </a:p>
        <a:p>
          <a:pPr marL="0" lvl="0" indent="0" algn="ctr" defTabSz="755650">
            <a:lnSpc>
              <a:spcPct val="90000"/>
            </a:lnSpc>
            <a:spcBef>
              <a:spcPct val="0"/>
            </a:spcBef>
            <a:spcAft>
              <a:spcPct val="35000"/>
            </a:spcAft>
            <a:buNone/>
          </a:pPr>
          <a:r>
            <a:rPr lang="en-MY" sz="1700" kern="1200"/>
            <a:t>Security and compliance are partly the customer’s responsibility</a:t>
          </a:r>
          <a:endParaRPr lang="en-US" sz="1700" kern="1200"/>
        </a:p>
        <a:p>
          <a:pPr marL="0" lvl="0" indent="0" algn="ctr" defTabSz="755650">
            <a:lnSpc>
              <a:spcPct val="90000"/>
            </a:lnSpc>
            <a:spcBef>
              <a:spcPct val="0"/>
            </a:spcBef>
            <a:spcAft>
              <a:spcPct val="35000"/>
            </a:spcAft>
            <a:buNone/>
          </a:pPr>
          <a:r>
            <a:rPr lang="en-MY" sz="1700" kern="1200"/>
            <a:t>Potential complexity in managing virtual machines and networks</a:t>
          </a:r>
          <a:endParaRPr lang="en-US" sz="1700" kern="1200"/>
        </a:p>
      </dsp:txBody>
      <dsp:txXfrm>
        <a:off x="5841914" y="2494421"/>
        <a:ext cx="4320000" cy="161797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0CD2D-358E-46E2-95F9-FDCA8AFBC5D2}">
      <dsp:nvSpPr>
        <dsp:cNvPr id="0" name=""/>
        <dsp:cNvSpPr/>
      </dsp:nvSpPr>
      <dsp:spPr>
        <a:xfrm>
          <a:off x="1963800" y="7770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5543C1-6403-4870-A17F-47E8DEA96D5F}">
      <dsp:nvSpPr>
        <dsp:cNvPr id="0" name=""/>
        <dsp:cNvSpPr/>
      </dsp:nvSpPr>
      <dsp:spPr>
        <a:xfrm>
          <a:off x="559800" y="175282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defRPr b="1"/>
          </a:pPr>
          <a:r>
            <a:rPr lang="en-MY" sz="3500" b="1" kern="1200"/>
            <a:t>Major IaaS Providers:</a:t>
          </a:r>
          <a:endParaRPr lang="en-US" sz="3500" kern="1200"/>
        </a:p>
      </dsp:txBody>
      <dsp:txXfrm>
        <a:off x="559800" y="1752823"/>
        <a:ext cx="4320000" cy="648000"/>
      </dsp:txXfrm>
    </dsp:sp>
    <dsp:sp modelId="{652C1C54-CE2D-4BE9-95E8-0CBDD393537B}">
      <dsp:nvSpPr>
        <dsp:cNvPr id="0" name=""/>
        <dsp:cNvSpPr/>
      </dsp:nvSpPr>
      <dsp:spPr>
        <a:xfrm>
          <a:off x="559800" y="2476693"/>
          <a:ext cx="4320000" cy="1394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Amazon Web Services (EC2, S3, etc.)</a:t>
          </a:r>
          <a:endParaRPr lang="en-US" sz="1700" kern="1200"/>
        </a:p>
        <a:p>
          <a:pPr marL="0" lvl="0" indent="0" algn="ctr" defTabSz="755650">
            <a:lnSpc>
              <a:spcPct val="90000"/>
            </a:lnSpc>
            <a:spcBef>
              <a:spcPct val="0"/>
            </a:spcBef>
            <a:spcAft>
              <a:spcPct val="35000"/>
            </a:spcAft>
            <a:buNone/>
          </a:pPr>
          <a:r>
            <a:rPr lang="en-MY" sz="1700" kern="1200"/>
            <a:t>Microsoft Azure (Virtual Machines, Azure Storage)</a:t>
          </a:r>
          <a:endParaRPr lang="en-US" sz="1700" kern="1200"/>
        </a:p>
        <a:p>
          <a:pPr marL="0" lvl="0" indent="0" algn="ctr" defTabSz="755650">
            <a:lnSpc>
              <a:spcPct val="90000"/>
            </a:lnSpc>
            <a:spcBef>
              <a:spcPct val="0"/>
            </a:spcBef>
            <a:spcAft>
              <a:spcPct val="35000"/>
            </a:spcAft>
            <a:buNone/>
          </a:pPr>
          <a:r>
            <a:rPr lang="en-MY" sz="1700" kern="1200"/>
            <a:t>Google Cloud Platform (Compute Engine, Cloud Storage)</a:t>
          </a:r>
          <a:endParaRPr lang="en-US" sz="1700" kern="1200"/>
        </a:p>
      </dsp:txBody>
      <dsp:txXfrm>
        <a:off x="559800" y="2476693"/>
        <a:ext cx="4320000" cy="1394477"/>
      </dsp:txXfrm>
    </dsp:sp>
    <dsp:sp modelId="{DF16DAAF-0422-401E-9252-68CD731DD64D}">
      <dsp:nvSpPr>
        <dsp:cNvPr id="0" name=""/>
        <dsp:cNvSpPr/>
      </dsp:nvSpPr>
      <dsp:spPr>
        <a:xfrm>
          <a:off x="7039800" y="7770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B1152D-1113-4481-89FE-8D2E31F741E0}">
      <dsp:nvSpPr>
        <dsp:cNvPr id="0" name=""/>
        <dsp:cNvSpPr/>
      </dsp:nvSpPr>
      <dsp:spPr>
        <a:xfrm>
          <a:off x="5635800" y="175282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defRPr b="1"/>
          </a:pPr>
          <a:r>
            <a:rPr lang="en-MY" sz="3500" b="1" kern="1200"/>
            <a:t>Typical Use Cases:</a:t>
          </a:r>
          <a:endParaRPr lang="en-US" sz="3500" kern="1200"/>
        </a:p>
      </dsp:txBody>
      <dsp:txXfrm>
        <a:off x="5635800" y="1752823"/>
        <a:ext cx="4320000" cy="648000"/>
      </dsp:txXfrm>
    </dsp:sp>
    <dsp:sp modelId="{7C84C170-D655-4FD3-81FD-50C96B2FA17E}">
      <dsp:nvSpPr>
        <dsp:cNvPr id="0" name=""/>
        <dsp:cNvSpPr/>
      </dsp:nvSpPr>
      <dsp:spPr>
        <a:xfrm>
          <a:off x="5635800" y="2476693"/>
          <a:ext cx="4320000" cy="1394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Hosting web applications</a:t>
          </a:r>
          <a:endParaRPr lang="en-US" sz="1700" kern="1200"/>
        </a:p>
        <a:p>
          <a:pPr marL="0" lvl="0" indent="0" algn="ctr" defTabSz="755650">
            <a:lnSpc>
              <a:spcPct val="90000"/>
            </a:lnSpc>
            <a:spcBef>
              <a:spcPct val="0"/>
            </a:spcBef>
            <a:spcAft>
              <a:spcPct val="35000"/>
            </a:spcAft>
            <a:buNone/>
          </a:pPr>
          <a:r>
            <a:rPr lang="en-MY" sz="1700" kern="1200"/>
            <a:t>Big data processing</a:t>
          </a:r>
          <a:endParaRPr lang="en-US" sz="1700" kern="1200"/>
        </a:p>
        <a:p>
          <a:pPr marL="0" lvl="0" indent="0" algn="ctr" defTabSz="755650">
            <a:lnSpc>
              <a:spcPct val="90000"/>
            </a:lnSpc>
            <a:spcBef>
              <a:spcPct val="0"/>
            </a:spcBef>
            <a:spcAft>
              <a:spcPct val="35000"/>
            </a:spcAft>
            <a:buNone/>
          </a:pPr>
          <a:r>
            <a:rPr lang="en-MY" sz="1700" kern="1200"/>
            <a:t>Backup and disaster recovery</a:t>
          </a:r>
          <a:endParaRPr lang="en-US" sz="1700" kern="1200"/>
        </a:p>
        <a:p>
          <a:pPr marL="0" lvl="0" indent="0" algn="ctr" defTabSz="755650">
            <a:lnSpc>
              <a:spcPct val="90000"/>
            </a:lnSpc>
            <a:spcBef>
              <a:spcPct val="0"/>
            </a:spcBef>
            <a:spcAft>
              <a:spcPct val="35000"/>
            </a:spcAft>
            <a:buNone/>
          </a:pPr>
          <a:r>
            <a:rPr lang="en-MY" sz="1700" kern="1200"/>
            <a:t>Development and testing environments</a:t>
          </a:r>
          <a:endParaRPr lang="en-US" sz="1700" kern="1200"/>
        </a:p>
      </dsp:txBody>
      <dsp:txXfrm>
        <a:off x="5635800" y="2476693"/>
        <a:ext cx="4320000" cy="139447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20CDCC-E34D-453A-8846-8495A20B1D6A}">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F6CCC-4AEF-4A01-8EEE-A0B8748E5543}">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D9A2F9-24CB-4CD2-991A-230069C26EAC}">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MY" sz="2200" kern="1200"/>
            <a:t>The ability to quickly adapt and reconfigure IT infrastructure resources as demands change.</a:t>
          </a:r>
          <a:endParaRPr lang="en-US" sz="2200" kern="1200"/>
        </a:p>
      </dsp:txBody>
      <dsp:txXfrm>
        <a:off x="1948202" y="368029"/>
        <a:ext cx="3233964" cy="1371985"/>
      </dsp:txXfrm>
    </dsp:sp>
    <dsp:sp modelId="{8A35EAB5-C1A1-4DB9-9399-DEEA2F06323D}">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D54DCA-4707-4098-B7BC-D8984ECC4C79}">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B4D5AC-8B04-41A4-A03B-883AEAA59236}">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MY" sz="2200" kern="1200"/>
            <a:t>Often enabled by virtualization, automation, and orchestration technologies.</a:t>
          </a:r>
          <a:endParaRPr lang="en-US" sz="2200" kern="1200"/>
        </a:p>
      </dsp:txBody>
      <dsp:txXfrm>
        <a:off x="7411643" y="368029"/>
        <a:ext cx="3233964" cy="1371985"/>
      </dsp:txXfrm>
    </dsp:sp>
    <dsp:sp modelId="{A7013562-E324-403E-861B-B49D1D85D651}">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B6D56C-22F5-44CA-A546-019784B4EEC5}">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11E663-6ADC-42F7-918D-71B321BACBEE}">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MY" sz="2200" kern="1200"/>
            <a:t>Ensures optimal performance, cost efficiency, and high availability</a:t>
          </a:r>
          <a:endParaRPr lang="en-US" sz="2200" kern="1200"/>
        </a:p>
      </dsp:txBody>
      <dsp:txXfrm>
        <a:off x="1948202" y="2452790"/>
        <a:ext cx="3233964" cy="1371985"/>
      </dsp:txXfrm>
    </dsp:sp>
    <dsp:sp modelId="{1DDF7DEA-12E6-498B-8580-842B4B3F4D02}">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1F301-58C1-4BFC-AEDC-5410BF1522C5}">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062B5-2374-43B6-A1A2-DED21B4D11D2}">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MY" sz="2200" kern="1200"/>
            <a:t>Facilitates continuous integration and continuous deployment (CI/CD)</a:t>
          </a:r>
          <a:endParaRPr lang="en-US" sz="2200" kern="1200"/>
        </a:p>
      </dsp:txBody>
      <dsp:txXfrm>
        <a:off x="7411643" y="2452790"/>
        <a:ext cx="3233964" cy="137198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6686FA-74B0-4BB7-82B4-EE0182F3AEC9}">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406F5B-3F2F-41F0-964A-BBCEBC51CBD0}">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b="1" kern="1200"/>
            <a:t>Virtualization - </a:t>
          </a:r>
          <a:r>
            <a:rPr lang="en-MY" sz="1200" kern="1200"/>
            <a:t>Abstracts hardware into virtual resources (VMs or containers)</a:t>
          </a:r>
          <a:endParaRPr lang="en-US" sz="1200" kern="1200"/>
        </a:p>
      </dsp:txBody>
      <dsp:txXfrm>
        <a:off x="100682" y="2427484"/>
        <a:ext cx="2370489" cy="720000"/>
      </dsp:txXfrm>
    </dsp:sp>
    <dsp:sp modelId="{EEF250C2-B2EF-432F-AC3B-7927262C897E}">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401A68-CC6F-43F2-8682-10BCA2DE814F}">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b="1" kern="1200"/>
            <a:t>Automation - </a:t>
          </a:r>
          <a:r>
            <a:rPr lang="en-MY" sz="1200" kern="1200"/>
            <a:t>Scripts or tools to streamline provisioning, configuration, and scaling</a:t>
          </a:r>
          <a:endParaRPr lang="en-US" sz="1200" kern="1200"/>
        </a:p>
      </dsp:txBody>
      <dsp:txXfrm>
        <a:off x="2886007" y="2427484"/>
        <a:ext cx="2370489" cy="720000"/>
      </dsp:txXfrm>
    </dsp:sp>
    <dsp:sp modelId="{F6A1D8B7-1019-4697-B30E-0C74634C73DA}">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95006A-4565-4B13-BDF0-5702CE7520BA}">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b="1" kern="1200"/>
            <a:t>Orchestration - </a:t>
          </a:r>
          <a:r>
            <a:rPr lang="en-MY" sz="1200" kern="1200"/>
            <a:t>Systems (like Kubernetes, Docker Swarm) that manage the lifecycle of multiple resources</a:t>
          </a:r>
          <a:endParaRPr lang="en-US" sz="1200" kern="1200"/>
        </a:p>
      </dsp:txBody>
      <dsp:txXfrm>
        <a:off x="5671332" y="2427484"/>
        <a:ext cx="2370489" cy="720000"/>
      </dsp:txXfrm>
    </dsp:sp>
    <dsp:sp modelId="{5C4E3A32-9AD2-4641-AE48-FDBB05B9C44D}">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78BB7A-5790-4F84-B816-D80972FCDDBB}">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b="1" kern="1200"/>
            <a:t>Monitoring &amp; Management - </a:t>
          </a:r>
          <a:r>
            <a:rPr lang="en-MY" sz="1200" kern="1200"/>
            <a:t>Tools to observe and adjust resource usage in real time (e.g., AWS CloudWatch, Azure Monitor)</a:t>
          </a:r>
          <a:endParaRPr lang="en-US" sz="1200" kern="1200"/>
        </a:p>
      </dsp:txBody>
      <dsp:txXfrm>
        <a:off x="8456657" y="2427484"/>
        <a:ext cx="2370489" cy="7200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40402-F045-B74E-8E10-6D86D7E6E95E}">
      <dsp:nvSpPr>
        <dsp:cNvPr id="0" name=""/>
        <dsp:cNvSpPr/>
      </dsp:nvSpPr>
      <dsp:spPr>
        <a:xfrm>
          <a:off x="4068" y="7193"/>
          <a:ext cx="2446213" cy="90578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MY" sz="2500" b="1" kern="1200"/>
            <a:t>Scalability</a:t>
          </a:r>
          <a:endParaRPr lang="en-US" sz="2500" kern="1200"/>
        </a:p>
      </dsp:txBody>
      <dsp:txXfrm>
        <a:off x="4068" y="7193"/>
        <a:ext cx="2446213" cy="905786"/>
      </dsp:txXfrm>
    </dsp:sp>
    <dsp:sp modelId="{AD53B1D7-2349-AE40-B7E8-01E650AD9142}">
      <dsp:nvSpPr>
        <dsp:cNvPr id="0" name=""/>
        <dsp:cNvSpPr/>
      </dsp:nvSpPr>
      <dsp:spPr>
        <a:xfrm>
          <a:off x="4068" y="912980"/>
          <a:ext cx="2446213" cy="2813625"/>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MY" sz="2500" kern="1200"/>
            <a:t>Easily add or remove resources in response to traffic or workload changes</a:t>
          </a:r>
          <a:endParaRPr lang="en-US" sz="2500" kern="1200"/>
        </a:p>
      </dsp:txBody>
      <dsp:txXfrm>
        <a:off x="4068" y="912980"/>
        <a:ext cx="2446213" cy="2813625"/>
      </dsp:txXfrm>
    </dsp:sp>
    <dsp:sp modelId="{042D87ED-34CF-6442-B587-5666EC108C68}">
      <dsp:nvSpPr>
        <dsp:cNvPr id="0" name=""/>
        <dsp:cNvSpPr/>
      </dsp:nvSpPr>
      <dsp:spPr>
        <a:xfrm>
          <a:off x="2792751" y="7193"/>
          <a:ext cx="2446213" cy="905786"/>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MY" sz="2500" b="1" kern="1200"/>
            <a:t>Agility</a:t>
          </a:r>
          <a:endParaRPr lang="en-US" sz="2500" kern="1200"/>
        </a:p>
      </dsp:txBody>
      <dsp:txXfrm>
        <a:off x="2792751" y="7193"/>
        <a:ext cx="2446213" cy="905786"/>
      </dsp:txXfrm>
    </dsp:sp>
    <dsp:sp modelId="{34EA8D79-70B5-C244-8EB4-D2B9C2BDFD48}">
      <dsp:nvSpPr>
        <dsp:cNvPr id="0" name=""/>
        <dsp:cNvSpPr/>
      </dsp:nvSpPr>
      <dsp:spPr>
        <a:xfrm>
          <a:off x="2792751" y="912980"/>
          <a:ext cx="2446213" cy="2813625"/>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MY" sz="2500" kern="1200"/>
            <a:t>Faster deployment of new applications and updates</a:t>
          </a:r>
          <a:endParaRPr lang="en-US" sz="2500" kern="1200"/>
        </a:p>
      </dsp:txBody>
      <dsp:txXfrm>
        <a:off x="2792751" y="912980"/>
        <a:ext cx="2446213" cy="2813625"/>
      </dsp:txXfrm>
    </dsp:sp>
    <dsp:sp modelId="{39493C81-A55C-B341-8F3D-835024338EC0}">
      <dsp:nvSpPr>
        <dsp:cNvPr id="0" name=""/>
        <dsp:cNvSpPr/>
      </dsp:nvSpPr>
      <dsp:spPr>
        <a:xfrm>
          <a:off x="5581434" y="7193"/>
          <a:ext cx="2446213" cy="905786"/>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MY" sz="2500" b="1" kern="1200"/>
            <a:t>Cost Optimization</a:t>
          </a:r>
          <a:endParaRPr lang="en-US" sz="2500" kern="1200"/>
        </a:p>
      </dsp:txBody>
      <dsp:txXfrm>
        <a:off x="5581434" y="7193"/>
        <a:ext cx="2446213" cy="905786"/>
      </dsp:txXfrm>
    </dsp:sp>
    <dsp:sp modelId="{3E14F37B-78C8-7947-8741-A509CA91D9D4}">
      <dsp:nvSpPr>
        <dsp:cNvPr id="0" name=""/>
        <dsp:cNvSpPr/>
      </dsp:nvSpPr>
      <dsp:spPr>
        <a:xfrm>
          <a:off x="5581434" y="912980"/>
          <a:ext cx="2446213" cy="2813625"/>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MY" sz="2500" kern="1200"/>
            <a:t>Pay only for the resources actually in use</a:t>
          </a:r>
          <a:endParaRPr lang="en-US" sz="2500" kern="1200"/>
        </a:p>
      </dsp:txBody>
      <dsp:txXfrm>
        <a:off x="5581434" y="912980"/>
        <a:ext cx="2446213" cy="2813625"/>
      </dsp:txXfrm>
    </dsp:sp>
    <dsp:sp modelId="{C6411D33-F74D-4449-95FB-69433835056E}">
      <dsp:nvSpPr>
        <dsp:cNvPr id="0" name=""/>
        <dsp:cNvSpPr/>
      </dsp:nvSpPr>
      <dsp:spPr>
        <a:xfrm>
          <a:off x="8370118" y="7193"/>
          <a:ext cx="2446213" cy="905786"/>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MY" sz="2500" b="1" kern="1200"/>
            <a:t>Fault Tolerance</a:t>
          </a:r>
          <a:endParaRPr lang="en-US" sz="2500" kern="1200"/>
        </a:p>
      </dsp:txBody>
      <dsp:txXfrm>
        <a:off x="8370118" y="7193"/>
        <a:ext cx="2446213" cy="905786"/>
      </dsp:txXfrm>
    </dsp:sp>
    <dsp:sp modelId="{A96971CF-B1F4-DF41-B5D2-32042571E695}">
      <dsp:nvSpPr>
        <dsp:cNvPr id="0" name=""/>
        <dsp:cNvSpPr/>
      </dsp:nvSpPr>
      <dsp:spPr>
        <a:xfrm>
          <a:off x="8370118" y="912980"/>
          <a:ext cx="2446213" cy="2813625"/>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MY" sz="2500" kern="1200"/>
            <a:t>Automatically shift workloads if a server or region fails</a:t>
          </a:r>
          <a:endParaRPr lang="en-US" sz="2500" kern="1200"/>
        </a:p>
      </dsp:txBody>
      <dsp:txXfrm>
        <a:off x="8370118" y="912980"/>
        <a:ext cx="2446213" cy="281362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D5A77-C4B0-40ED-A0F3-2C81E937DABD}">
      <dsp:nvSpPr>
        <dsp:cNvPr id="0" name=""/>
        <dsp:cNvSpPr/>
      </dsp:nvSpPr>
      <dsp:spPr>
        <a:xfrm>
          <a:off x="788484" y="1153021"/>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BBB5D0-C916-468D-A273-E3E5906238CD}">
      <dsp:nvSpPr>
        <dsp:cNvPr id="0" name=""/>
        <dsp:cNvSpPr/>
      </dsp:nvSpPr>
      <dsp:spPr>
        <a:xfrm>
          <a:off x="4219" y="207874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MY" sz="1700" b="1" kern="1200"/>
            <a:t>Complexity</a:t>
          </a:r>
          <a:endParaRPr lang="en-US" sz="1700" kern="1200"/>
        </a:p>
      </dsp:txBody>
      <dsp:txXfrm>
        <a:off x="4219" y="2078745"/>
        <a:ext cx="2413125" cy="361968"/>
      </dsp:txXfrm>
    </dsp:sp>
    <dsp:sp modelId="{7F150B85-95CB-4947-8ED0-FC32BEED6060}">
      <dsp:nvSpPr>
        <dsp:cNvPr id="0" name=""/>
        <dsp:cNvSpPr/>
      </dsp:nvSpPr>
      <dsp:spPr>
        <a:xfrm>
          <a:off x="4219" y="2478449"/>
          <a:ext cx="2413125" cy="561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kern="1200"/>
            <a:t>Multiple layers of abstraction can be difficult to manage</a:t>
          </a:r>
          <a:endParaRPr lang="en-US" sz="1300" kern="1200"/>
        </a:p>
      </dsp:txBody>
      <dsp:txXfrm>
        <a:off x="4219" y="2478449"/>
        <a:ext cx="2413125" cy="561333"/>
      </dsp:txXfrm>
    </dsp:sp>
    <dsp:sp modelId="{AF75241F-94C3-488D-818B-7302350F5CCD}">
      <dsp:nvSpPr>
        <dsp:cNvPr id="0" name=""/>
        <dsp:cNvSpPr/>
      </dsp:nvSpPr>
      <dsp:spPr>
        <a:xfrm>
          <a:off x="3623906" y="1153021"/>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B51A26-8403-430B-B77A-48CED650D00C}">
      <dsp:nvSpPr>
        <dsp:cNvPr id="0" name=""/>
        <dsp:cNvSpPr/>
      </dsp:nvSpPr>
      <dsp:spPr>
        <a:xfrm>
          <a:off x="2839641" y="207874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MY" sz="1700" b="1" kern="1200"/>
            <a:t>Skill Gap</a:t>
          </a:r>
          <a:endParaRPr lang="en-US" sz="1700" kern="1200"/>
        </a:p>
      </dsp:txBody>
      <dsp:txXfrm>
        <a:off x="2839641" y="2078745"/>
        <a:ext cx="2413125" cy="361968"/>
      </dsp:txXfrm>
    </dsp:sp>
    <dsp:sp modelId="{0C324D78-87EC-4167-A9F2-92EC15DB7E59}">
      <dsp:nvSpPr>
        <dsp:cNvPr id="0" name=""/>
        <dsp:cNvSpPr/>
      </dsp:nvSpPr>
      <dsp:spPr>
        <a:xfrm>
          <a:off x="2839641" y="2478449"/>
          <a:ext cx="2413125" cy="561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kern="1200"/>
            <a:t>Advanced knowledge required for automation/orchestration tools</a:t>
          </a:r>
          <a:endParaRPr lang="en-US" sz="1300" kern="1200"/>
        </a:p>
      </dsp:txBody>
      <dsp:txXfrm>
        <a:off x="2839641" y="2478449"/>
        <a:ext cx="2413125" cy="561333"/>
      </dsp:txXfrm>
    </dsp:sp>
    <dsp:sp modelId="{D0B78C6A-D725-4E55-94EE-4985910BE313}">
      <dsp:nvSpPr>
        <dsp:cNvPr id="0" name=""/>
        <dsp:cNvSpPr/>
      </dsp:nvSpPr>
      <dsp:spPr>
        <a:xfrm>
          <a:off x="6459328" y="1153021"/>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50776E-EBEE-46C5-B851-82CED3AEA8A3}">
      <dsp:nvSpPr>
        <dsp:cNvPr id="0" name=""/>
        <dsp:cNvSpPr/>
      </dsp:nvSpPr>
      <dsp:spPr>
        <a:xfrm>
          <a:off x="5675062" y="207874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MY" sz="1700" b="1" kern="1200"/>
            <a:t>Governance</a:t>
          </a:r>
          <a:endParaRPr lang="en-US" sz="1700" kern="1200"/>
        </a:p>
      </dsp:txBody>
      <dsp:txXfrm>
        <a:off x="5675062" y="2078745"/>
        <a:ext cx="2413125" cy="361968"/>
      </dsp:txXfrm>
    </dsp:sp>
    <dsp:sp modelId="{74ABF8C3-7886-4CDA-A92C-BDEEF3C282C5}">
      <dsp:nvSpPr>
        <dsp:cNvPr id="0" name=""/>
        <dsp:cNvSpPr/>
      </dsp:nvSpPr>
      <dsp:spPr>
        <a:xfrm>
          <a:off x="5675062" y="2478449"/>
          <a:ext cx="2413125" cy="561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kern="1200"/>
            <a:t>Ensuring compliance and security policies in rapidly changing environments</a:t>
          </a:r>
          <a:endParaRPr lang="en-US" sz="1300" kern="1200"/>
        </a:p>
      </dsp:txBody>
      <dsp:txXfrm>
        <a:off x="5675062" y="2478449"/>
        <a:ext cx="2413125" cy="561333"/>
      </dsp:txXfrm>
    </dsp:sp>
    <dsp:sp modelId="{050AD1CC-6779-4B7A-A97E-CB409B0AD272}">
      <dsp:nvSpPr>
        <dsp:cNvPr id="0" name=""/>
        <dsp:cNvSpPr/>
      </dsp:nvSpPr>
      <dsp:spPr>
        <a:xfrm>
          <a:off x="9294750" y="1153021"/>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EBD7B4-E874-4EC3-8302-8B7DF5D695BB}">
      <dsp:nvSpPr>
        <dsp:cNvPr id="0" name=""/>
        <dsp:cNvSpPr/>
      </dsp:nvSpPr>
      <dsp:spPr>
        <a:xfrm>
          <a:off x="8510484" y="207874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b="1"/>
          </a:pPr>
          <a:r>
            <a:rPr lang="en-MY" sz="1700" b="1" kern="1200"/>
            <a:t>Monitoring &amp; Debugging</a:t>
          </a:r>
          <a:endParaRPr lang="en-US" sz="1700" kern="1200"/>
        </a:p>
      </dsp:txBody>
      <dsp:txXfrm>
        <a:off x="8510484" y="2078745"/>
        <a:ext cx="2413125" cy="361968"/>
      </dsp:txXfrm>
    </dsp:sp>
    <dsp:sp modelId="{4D345E40-D723-4B8F-8F42-8358232C9DC5}">
      <dsp:nvSpPr>
        <dsp:cNvPr id="0" name=""/>
        <dsp:cNvSpPr/>
      </dsp:nvSpPr>
      <dsp:spPr>
        <a:xfrm>
          <a:off x="8510484" y="2478449"/>
          <a:ext cx="2413125" cy="561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kern="1200"/>
            <a:t>Dynamic scaling can make troubleshooting more complex</a:t>
          </a:r>
          <a:endParaRPr lang="en-US" sz="1300" kern="1200"/>
        </a:p>
      </dsp:txBody>
      <dsp:txXfrm>
        <a:off x="8510484" y="2478449"/>
        <a:ext cx="2413125" cy="56133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55BCE-7597-4196-8D3E-FBD7BE3E38F5}">
      <dsp:nvSpPr>
        <dsp:cNvPr id="0" name=""/>
        <dsp:cNvSpPr/>
      </dsp:nvSpPr>
      <dsp:spPr>
        <a:xfrm>
          <a:off x="6662" y="584436"/>
          <a:ext cx="1157624" cy="11576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C7361A-6330-4CBE-9E3D-9518C6BCEDBF}">
      <dsp:nvSpPr>
        <dsp:cNvPr id="0" name=""/>
        <dsp:cNvSpPr/>
      </dsp:nvSpPr>
      <dsp:spPr>
        <a:xfrm>
          <a:off x="6662" y="1870579"/>
          <a:ext cx="3307499" cy="589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MY" sz="1400" b="1" kern="1200"/>
            <a:t>Layered Approach Recap</a:t>
          </a:r>
          <a:endParaRPr lang="en-US" sz="1400" kern="1200"/>
        </a:p>
      </dsp:txBody>
      <dsp:txXfrm>
        <a:off x="6662" y="1870579"/>
        <a:ext cx="3307499" cy="589148"/>
      </dsp:txXfrm>
    </dsp:sp>
    <dsp:sp modelId="{87A910C9-9D41-4F83-A4BE-BEECCF3A3877}">
      <dsp:nvSpPr>
        <dsp:cNvPr id="0" name=""/>
        <dsp:cNvSpPr/>
      </dsp:nvSpPr>
      <dsp:spPr>
        <a:xfrm>
          <a:off x="6662" y="2519504"/>
          <a:ext cx="3307499" cy="105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MY" sz="1100" b="1" kern="1200"/>
            <a:t>SaaS:</a:t>
          </a:r>
          <a:r>
            <a:rPr lang="en-MY" sz="1100" kern="1200"/>
            <a:t> Complete software solutions provided to end users</a:t>
          </a:r>
          <a:endParaRPr lang="en-US" sz="1100" kern="1200"/>
        </a:p>
        <a:p>
          <a:pPr marL="0" lvl="0" indent="0" algn="l" defTabSz="488950">
            <a:lnSpc>
              <a:spcPct val="90000"/>
            </a:lnSpc>
            <a:spcBef>
              <a:spcPct val="0"/>
            </a:spcBef>
            <a:spcAft>
              <a:spcPct val="35000"/>
            </a:spcAft>
            <a:buNone/>
          </a:pPr>
          <a:r>
            <a:rPr lang="en-MY" sz="1100" b="1" kern="1200"/>
            <a:t>PaaS:</a:t>
          </a:r>
          <a:r>
            <a:rPr lang="en-MY" sz="1100" kern="1200"/>
            <a:t> Platform that abstracts infrastructure and offers tools for development</a:t>
          </a:r>
          <a:endParaRPr lang="en-US" sz="1100" kern="1200"/>
        </a:p>
        <a:p>
          <a:pPr marL="0" lvl="0" indent="0" algn="l" defTabSz="488950">
            <a:lnSpc>
              <a:spcPct val="90000"/>
            </a:lnSpc>
            <a:spcBef>
              <a:spcPct val="0"/>
            </a:spcBef>
            <a:spcAft>
              <a:spcPct val="35000"/>
            </a:spcAft>
            <a:buNone/>
          </a:pPr>
          <a:r>
            <a:rPr lang="en-MY" sz="1100" b="1" kern="1200"/>
            <a:t>IaaS:</a:t>
          </a:r>
          <a:r>
            <a:rPr lang="en-MY" sz="1100" kern="1200"/>
            <a:t> Core infrastructure (servers, storage, networking) delivered virtually</a:t>
          </a:r>
          <a:endParaRPr lang="en-US" sz="1100" kern="1200"/>
        </a:p>
      </dsp:txBody>
      <dsp:txXfrm>
        <a:off x="6662" y="2519504"/>
        <a:ext cx="3307499" cy="1053723"/>
      </dsp:txXfrm>
    </dsp:sp>
    <dsp:sp modelId="{ED88DB6D-6721-49C9-99B8-A8D91B736E78}">
      <dsp:nvSpPr>
        <dsp:cNvPr id="0" name=""/>
        <dsp:cNvSpPr/>
      </dsp:nvSpPr>
      <dsp:spPr>
        <a:xfrm>
          <a:off x="3892975" y="584436"/>
          <a:ext cx="1157624" cy="11576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E25D2F-FDAD-4B22-9F95-25AB5EFBA66E}">
      <dsp:nvSpPr>
        <dsp:cNvPr id="0" name=""/>
        <dsp:cNvSpPr/>
      </dsp:nvSpPr>
      <dsp:spPr>
        <a:xfrm>
          <a:off x="3892975" y="1870579"/>
          <a:ext cx="3307499" cy="589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MY" sz="1400" b="1" kern="1200"/>
            <a:t>Dynamic Infrastructure -</a:t>
          </a:r>
          <a:r>
            <a:rPr lang="en-MY" sz="1400" kern="1200"/>
            <a:t> Underpins all these layers with flexibility and automation</a:t>
          </a:r>
          <a:endParaRPr lang="en-US" sz="1400" kern="1200"/>
        </a:p>
      </dsp:txBody>
      <dsp:txXfrm>
        <a:off x="3892975" y="1870579"/>
        <a:ext cx="3307499" cy="589148"/>
      </dsp:txXfrm>
    </dsp:sp>
    <dsp:sp modelId="{ECC79CAA-EA91-42AE-9EB7-B8D014400ED5}">
      <dsp:nvSpPr>
        <dsp:cNvPr id="0" name=""/>
        <dsp:cNvSpPr/>
      </dsp:nvSpPr>
      <dsp:spPr>
        <a:xfrm>
          <a:off x="3892975" y="2519504"/>
          <a:ext cx="3307499" cy="1053723"/>
        </a:xfrm>
        <a:prstGeom prst="rect">
          <a:avLst/>
        </a:prstGeom>
        <a:noFill/>
        <a:ln>
          <a:noFill/>
        </a:ln>
        <a:effectLst/>
      </dsp:spPr>
      <dsp:style>
        <a:lnRef idx="0">
          <a:scrgbClr r="0" g="0" b="0"/>
        </a:lnRef>
        <a:fillRef idx="0">
          <a:scrgbClr r="0" g="0" b="0"/>
        </a:fillRef>
        <a:effectRef idx="0">
          <a:scrgbClr r="0" g="0" b="0"/>
        </a:effectRef>
        <a:fontRef idx="minor"/>
      </dsp:style>
    </dsp:sp>
    <dsp:sp modelId="{D49B00DF-C9A3-4E4D-940B-E8FA03C0C49C}">
      <dsp:nvSpPr>
        <dsp:cNvPr id="0" name=""/>
        <dsp:cNvSpPr/>
      </dsp:nvSpPr>
      <dsp:spPr>
        <a:xfrm>
          <a:off x="7779287" y="584436"/>
          <a:ext cx="1157624" cy="11576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947CB4-BC7D-43F4-8185-906EF2AC1835}">
      <dsp:nvSpPr>
        <dsp:cNvPr id="0" name=""/>
        <dsp:cNvSpPr/>
      </dsp:nvSpPr>
      <dsp:spPr>
        <a:xfrm>
          <a:off x="7779287" y="1870579"/>
          <a:ext cx="3307499" cy="589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MY" sz="1400" b="1" kern="1200"/>
            <a:t>Choosing the Right Model - </a:t>
          </a:r>
          <a:r>
            <a:rPr lang="en-MY" sz="1400" kern="1200"/>
            <a:t>Depends on your business needs, development expertise, and desired level of control</a:t>
          </a:r>
          <a:endParaRPr lang="en-US" sz="1400" kern="1200"/>
        </a:p>
      </dsp:txBody>
      <dsp:txXfrm>
        <a:off x="7779287" y="1870579"/>
        <a:ext cx="3307499" cy="589148"/>
      </dsp:txXfrm>
    </dsp:sp>
    <dsp:sp modelId="{28753373-ED22-484E-9BE6-74C2A33EDAAF}">
      <dsp:nvSpPr>
        <dsp:cNvPr id="0" name=""/>
        <dsp:cNvSpPr/>
      </dsp:nvSpPr>
      <dsp:spPr>
        <a:xfrm>
          <a:off x="7779287" y="2519504"/>
          <a:ext cx="3307499" cy="105372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CC16F-0714-44A8-B4B8-95F7859EC2C3}">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6E732D-5F9B-48CE-9E35-D0E08E7A16D6}">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b="1" kern="1200"/>
            <a:t>Vertical Scalability:</a:t>
          </a:r>
          <a:r>
            <a:rPr lang="en-MY" sz="1700" kern="1200"/>
            <a:t> Enhancing existing resources, such as adding more CPU, RAM, or storage.</a:t>
          </a:r>
          <a:endParaRPr lang="en-US" sz="1700" kern="1200"/>
        </a:p>
      </dsp:txBody>
      <dsp:txXfrm>
        <a:off x="59990" y="2654049"/>
        <a:ext cx="3226223" cy="720000"/>
      </dsp:txXfrm>
    </dsp:sp>
    <dsp:sp modelId="{E2D20B40-81CB-4542-9775-F68318BE57DD}">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8A6B92-DEAB-4334-A6AB-577CCEE6DF62}">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b="1" kern="1200"/>
            <a:t>Horizontal Scalability:</a:t>
          </a:r>
          <a:r>
            <a:rPr lang="en-MY" sz="1700" kern="1200"/>
            <a:t> Expanding by adding more servers or devices.</a:t>
          </a:r>
          <a:endParaRPr lang="en-US" sz="1700" kern="1200"/>
        </a:p>
      </dsp:txBody>
      <dsp:txXfrm>
        <a:off x="3850802" y="2654049"/>
        <a:ext cx="3226223" cy="720000"/>
      </dsp:txXfrm>
    </dsp:sp>
    <dsp:sp modelId="{C3B5A6F0-EE01-4028-BD1D-93A7348E20D2}">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47911C-436B-4365-A8F6-4C78509338DF}">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b="1" kern="1200"/>
            <a:t>Elastic Scalability:</a:t>
          </a:r>
          <a:r>
            <a:rPr lang="en-MY" sz="1700" kern="1200"/>
            <a:t> Automatically adjusting resources in response to demand.</a:t>
          </a:r>
          <a:endParaRPr lang="en-US" sz="1700" kern="1200"/>
        </a:p>
      </dsp:txBody>
      <dsp:txXfrm>
        <a:off x="7641615" y="2654049"/>
        <a:ext cx="3226223" cy="72000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9C9F87-998B-4095-AAB3-94AD5291BEE4}">
      <dsp:nvSpPr>
        <dsp:cNvPr id="0" name=""/>
        <dsp:cNvSpPr/>
      </dsp:nvSpPr>
      <dsp:spPr>
        <a:xfrm>
          <a:off x="145160" y="178712"/>
          <a:ext cx="1301244" cy="13012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31F6AE-4724-4D71-8189-45D7821C5D4E}">
      <dsp:nvSpPr>
        <dsp:cNvPr id="0" name=""/>
        <dsp:cNvSpPr/>
      </dsp:nvSpPr>
      <dsp:spPr>
        <a:xfrm>
          <a:off x="418421" y="451973"/>
          <a:ext cx="754721" cy="7547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FD8FFA-6229-4EA9-81E8-28E38E42A802}">
      <dsp:nvSpPr>
        <dsp:cNvPr id="0" name=""/>
        <dsp:cNvSpPr/>
      </dsp:nvSpPr>
      <dsp:spPr>
        <a:xfrm>
          <a:off x="1725242" y="178712"/>
          <a:ext cx="3067218" cy="1301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Ensures consistent performance during peak loads.</a:t>
          </a:r>
          <a:endParaRPr lang="en-US" sz="2400" kern="1200"/>
        </a:p>
      </dsp:txBody>
      <dsp:txXfrm>
        <a:off x="1725242" y="178712"/>
        <a:ext cx="3067218" cy="1301244"/>
      </dsp:txXfrm>
    </dsp:sp>
    <dsp:sp modelId="{1186EA55-A09B-448D-9A6A-71B4A4679FB9}">
      <dsp:nvSpPr>
        <dsp:cNvPr id="0" name=""/>
        <dsp:cNvSpPr/>
      </dsp:nvSpPr>
      <dsp:spPr>
        <a:xfrm>
          <a:off x="5326899" y="178712"/>
          <a:ext cx="1301244" cy="13012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EF51E5-D1CC-4E73-8A80-44CD830E947B}">
      <dsp:nvSpPr>
        <dsp:cNvPr id="0" name=""/>
        <dsp:cNvSpPr/>
      </dsp:nvSpPr>
      <dsp:spPr>
        <a:xfrm>
          <a:off x="5600160" y="451973"/>
          <a:ext cx="754721" cy="7547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AE4D31-77D2-407B-9ED6-072091C89476}">
      <dsp:nvSpPr>
        <dsp:cNvPr id="0" name=""/>
        <dsp:cNvSpPr/>
      </dsp:nvSpPr>
      <dsp:spPr>
        <a:xfrm>
          <a:off x="6906981" y="178712"/>
          <a:ext cx="3067218" cy="1301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Reduces system downtime and service disruptions.</a:t>
          </a:r>
          <a:endParaRPr lang="en-US" sz="2400" kern="1200"/>
        </a:p>
      </dsp:txBody>
      <dsp:txXfrm>
        <a:off x="6906981" y="178712"/>
        <a:ext cx="3067218" cy="1301244"/>
      </dsp:txXfrm>
    </dsp:sp>
    <dsp:sp modelId="{537132D9-8D46-494A-9533-95334B5D531C}">
      <dsp:nvSpPr>
        <dsp:cNvPr id="0" name=""/>
        <dsp:cNvSpPr/>
      </dsp:nvSpPr>
      <dsp:spPr>
        <a:xfrm>
          <a:off x="145160" y="2086203"/>
          <a:ext cx="1301244" cy="13012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30CC22-75EB-420E-85F0-4A1EA0CAE482}">
      <dsp:nvSpPr>
        <dsp:cNvPr id="0" name=""/>
        <dsp:cNvSpPr/>
      </dsp:nvSpPr>
      <dsp:spPr>
        <a:xfrm>
          <a:off x="418421" y="2359464"/>
          <a:ext cx="754721" cy="7547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593E7A-5660-4F58-9A7A-CD86C9965830}">
      <dsp:nvSpPr>
        <dsp:cNvPr id="0" name=""/>
        <dsp:cNvSpPr/>
      </dsp:nvSpPr>
      <dsp:spPr>
        <a:xfrm>
          <a:off x="1725242" y="2086203"/>
          <a:ext cx="3067218" cy="1301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Optimizes operational costs by scaling resources as needed.</a:t>
          </a:r>
          <a:endParaRPr lang="en-US" sz="2400" kern="1200"/>
        </a:p>
      </dsp:txBody>
      <dsp:txXfrm>
        <a:off x="1725242" y="2086203"/>
        <a:ext cx="3067218" cy="1301244"/>
      </dsp:txXfrm>
    </dsp:sp>
    <dsp:sp modelId="{25C0C6DB-FA6A-4A4D-A1E3-9F863AFB3BDE}">
      <dsp:nvSpPr>
        <dsp:cNvPr id="0" name=""/>
        <dsp:cNvSpPr/>
      </dsp:nvSpPr>
      <dsp:spPr>
        <a:xfrm>
          <a:off x="5326899" y="2086203"/>
          <a:ext cx="1301244" cy="13012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403504-FA21-408D-8751-90865DBE340D}">
      <dsp:nvSpPr>
        <dsp:cNvPr id="0" name=""/>
        <dsp:cNvSpPr/>
      </dsp:nvSpPr>
      <dsp:spPr>
        <a:xfrm>
          <a:off x="5600160" y="2359464"/>
          <a:ext cx="754721" cy="7547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CE838D-897E-4048-A839-813AA4A5D51C}">
      <dsp:nvSpPr>
        <dsp:cNvPr id="0" name=""/>
        <dsp:cNvSpPr/>
      </dsp:nvSpPr>
      <dsp:spPr>
        <a:xfrm>
          <a:off x="6906981" y="2086203"/>
          <a:ext cx="3067218" cy="1301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Supports business growth and user demand.</a:t>
          </a:r>
          <a:endParaRPr lang="en-US" sz="2400" kern="1200"/>
        </a:p>
      </dsp:txBody>
      <dsp:txXfrm>
        <a:off x="6906981" y="2086203"/>
        <a:ext cx="3067218" cy="130124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C3D93A-D0AB-46DE-8935-A4CC69073C39}">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2CF0A2-038A-4ECA-B4BD-1B1E55661C9D}">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Hardware failures</a:t>
          </a:r>
          <a:endParaRPr lang="en-US" sz="1700" kern="1200"/>
        </a:p>
      </dsp:txBody>
      <dsp:txXfrm>
        <a:off x="333914" y="2276522"/>
        <a:ext cx="1800000" cy="720000"/>
      </dsp:txXfrm>
    </dsp:sp>
    <dsp:sp modelId="{F881F710-EAB1-4653-AC0B-ED19A11C4D38}">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23988D-EC9E-4752-8B4F-F1F6563BC72E}">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Software bugs and crashes</a:t>
          </a:r>
          <a:endParaRPr lang="en-US" sz="1700" kern="1200"/>
        </a:p>
      </dsp:txBody>
      <dsp:txXfrm>
        <a:off x="2448914" y="2276522"/>
        <a:ext cx="1800000" cy="720000"/>
      </dsp:txXfrm>
    </dsp:sp>
    <dsp:sp modelId="{FECC9945-887B-4B2F-9BC4-29272170327C}">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AF4977-749C-45FD-893C-F9FA9E7CB816}">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Network disruptions</a:t>
          </a:r>
          <a:endParaRPr lang="en-US" sz="1700" kern="1200"/>
        </a:p>
      </dsp:txBody>
      <dsp:txXfrm>
        <a:off x="4563914" y="2276522"/>
        <a:ext cx="1800000" cy="720000"/>
      </dsp:txXfrm>
    </dsp:sp>
    <dsp:sp modelId="{C6329B0D-1365-4502-A206-2478AB02939D}">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4DB51C-E66B-4FDC-B25A-547242B6FF9C}">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Maintenance and upgrades</a:t>
          </a:r>
          <a:endParaRPr lang="en-US" sz="1700" kern="1200"/>
        </a:p>
      </dsp:txBody>
      <dsp:txXfrm>
        <a:off x="6678914" y="2276522"/>
        <a:ext cx="1800000" cy="720000"/>
      </dsp:txXfrm>
    </dsp:sp>
    <dsp:sp modelId="{8D7C4483-D7B4-4964-91E9-1817E9DEA0C7}">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914539-6D21-4BF9-9501-E67051B3449A}">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Disaster events (natural disasters, cyberattacks)</a:t>
          </a:r>
          <a:endParaRPr lang="en-US" sz="1700" kern="1200"/>
        </a:p>
      </dsp:txBody>
      <dsp:txXfrm>
        <a:off x="8793914" y="2276522"/>
        <a:ext cx="1800000" cy="72000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7D7C1-E071-427C-A77E-0C91943DB450}">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560D82-491F-40EB-AD0A-A793133B3908}">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A1118D-28AE-461B-B666-5BFA4E4C11A4}">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Redundancy:</a:t>
          </a:r>
          <a:r>
            <a:rPr lang="en-MY" sz="2100" kern="1200"/>
            <a:t> Use backup components and systems.</a:t>
          </a:r>
          <a:endParaRPr lang="en-US" sz="2100" kern="1200"/>
        </a:p>
      </dsp:txBody>
      <dsp:txXfrm>
        <a:off x="1339618" y="2288"/>
        <a:ext cx="5024605" cy="1159843"/>
      </dsp:txXfrm>
    </dsp:sp>
    <dsp:sp modelId="{68E0F4A1-DAE2-43BA-A8A8-5DE50E63BE96}">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F60DF6-7F5F-4139-A7A3-AA75BD92BBA6}">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E08A55-67AF-4B9D-878D-4EEEF4E48D83}">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Load Balancing:</a:t>
          </a:r>
          <a:r>
            <a:rPr lang="en-MY" sz="2100" kern="1200"/>
            <a:t> Distribute traffic to avoid overloading servers.</a:t>
          </a:r>
          <a:endParaRPr lang="en-US" sz="2100" kern="1200"/>
        </a:p>
      </dsp:txBody>
      <dsp:txXfrm>
        <a:off x="1339618" y="1452092"/>
        <a:ext cx="5024605" cy="1159843"/>
      </dsp:txXfrm>
    </dsp:sp>
    <dsp:sp modelId="{310E1037-2758-4885-BCA7-7BB1F43C49BF}">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EEF211-A763-4D0D-B1FA-3395508F6680}">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733417-07A0-4674-88D5-2209D52585D1}">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Failover Mechanisms:</a:t>
          </a:r>
          <a:r>
            <a:rPr lang="en-MY" sz="2100" kern="1200"/>
            <a:t> Automatically switch to standby systems during failures.</a:t>
          </a:r>
          <a:endParaRPr lang="en-US" sz="2100" kern="1200"/>
        </a:p>
      </dsp:txBody>
      <dsp:txXfrm>
        <a:off x="1339618" y="2901896"/>
        <a:ext cx="5024605" cy="1159843"/>
      </dsp:txXfrm>
    </dsp:sp>
    <dsp:sp modelId="{9DCFC25C-8889-42DA-B3C6-39D715DED7EA}">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59CFB5-B07D-49F4-8F72-6A21F6CB9D0D}">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D6B043-0AAB-49E3-BA15-9D96CE0D944E}">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Monitoring:</a:t>
          </a:r>
          <a:r>
            <a:rPr lang="en-MY" sz="2100" kern="1200"/>
            <a:t> Continuous monitoring for quick issue detection.</a:t>
          </a:r>
          <a:endParaRPr lang="en-US" sz="2100" kern="1200"/>
        </a:p>
      </dsp:txBody>
      <dsp:txXfrm>
        <a:off x="1339618" y="4351700"/>
        <a:ext cx="5024605" cy="115984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CECA1C-C5B5-6F42-BF06-90F168ACE01B}">
      <dsp:nvSpPr>
        <dsp:cNvPr id="0" name=""/>
        <dsp:cNvSpPr/>
      </dsp:nvSpPr>
      <dsp:spPr>
        <a:xfrm>
          <a:off x="0" y="3291729"/>
          <a:ext cx="6666833" cy="215973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MY" sz="3800" kern="1200"/>
            <a:t>Examples:</a:t>
          </a:r>
          <a:endParaRPr lang="en-US" sz="3800" kern="1200"/>
        </a:p>
      </dsp:txBody>
      <dsp:txXfrm>
        <a:off x="0" y="3291729"/>
        <a:ext cx="6666833" cy="1166254"/>
      </dsp:txXfrm>
    </dsp:sp>
    <dsp:sp modelId="{DE7EED98-4FD7-644E-8346-4AAD2933988B}">
      <dsp:nvSpPr>
        <dsp:cNvPr id="0" name=""/>
        <dsp:cNvSpPr/>
      </dsp:nvSpPr>
      <dsp:spPr>
        <a:xfrm>
          <a:off x="3255" y="4414789"/>
          <a:ext cx="2220107" cy="99347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MY" sz="2200" kern="1200"/>
            <a:t>Single database server</a:t>
          </a:r>
          <a:endParaRPr lang="en-US" sz="2200" kern="1200"/>
        </a:p>
      </dsp:txBody>
      <dsp:txXfrm>
        <a:off x="3255" y="4414789"/>
        <a:ext cx="2220107" cy="993476"/>
      </dsp:txXfrm>
    </dsp:sp>
    <dsp:sp modelId="{9574B47D-8781-7447-8923-69129DB09FA9}">
      <dsp:nvSpPr>
        <dsp:cNvPr id="0" name=""/>
        <dsp:cNvSpPr/>
      </dsp:nvSpPr>
      <dsp:spPr>
        <a:xfrm>
          <a:off x="2223362" y="4414789"/>
          <a:ext cx="2220107" cy="993476"/>
        </a:xfrm>
        <a:prstGeom prst="rect">
          <a:avLst/>
        </a:prstGeom>
        <a:solidFill>
          <a:schemeClr val="accent2">
            <a:tint val="40000"/>
            <a:alpha val="90000"/>
            <a:hueOff val="3367359"/>
            <a:satOff val="-31116"/>
            <a:lumOff val="-3508"/>
            <a:alphaOff val="0"/>
          </a:schemeClr>
        </a:solidFill>
        <a:ln w="12700" cap="flat" cmpd="sng" algn="ctr">
          <a:solidFill>
            <a:schemeClr val="accent2">
              <a:tint val="40000"/>
              <a:alpha val="90000"/>
              <a:hueOff val="3367359"/>
              <a:satOff val="-31116"/>
              <a:lumOff val="-35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MY" sz="2200" kern="1200"/>
            <a:t>Central router in a network</a:t>
          </a:r>
          <a:endParaRPr lang="en-US" sz="2200" kern="1200"/>
        </a:p>
      </dsp:txBody>
      <dsp:txXfrm>
        <a:off x="2223362" y="4414789"/>
        <a:ext cx="2220107" cy="993476"/>
      </dsp:txXfrm>
    </dsp:sp>
    <dsp:sp modelId="{B75FDBCC-E56D-3543-AF2E-898EDAEE4ACF}">
      <dsp:nvSpPr>
        <dsp:cNvPr id="0" name=""/>
        <dsp:cNvSpPr/>
      </dsp:nvSpPr>
      <dsp:spPr>
        <a:xfrm>
          <a:off x="4443470" y="4414789"/>
          <a:ext cx="2220107" cy="993476"/>
        </a:xfrm>
        <a:prstGeom prst="rect">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MY" sz="2200" kern="1200"/>
            <a:t>Power supply without backup</a:t>
          </a:r>
          <a:endParaRPr lang="en-US" sz="2200" kern="1200"/>
        </a:p>
      </dsp:txBody>
      <dsp:txXfrm>
        <a:off x="4443470" y="4414789"/>
        <a:ext cx="2220107" cy="993476"/>
      </dsp:txXfrm>
    </dsp:sp>
    <dsp:sp modelId="{353AA615-B032-094A-81EC-6C66DA1BA9E0}">
      <dsp:nvSpPr>
        <dsp:cNvPr id="0" name=""/>
        <dsp:cNvSpPr/>
      </dsp:nvSpPr>
      <dsp:spPr>
        <a:xfrm rot="10800000">
          <a:off x="0" y="2459"/>
          <a:ext cx="6666833" cy="3321666"/>
        </a:xfrm>
        <a:prstGeom prst="upArrowCallou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MY" sz="3800" kern="1200"/>
            <a:t>A component whose failure leads to total system shutdown.</a:t>
          </a:r>
          <a:endParaRPr lang="en-US" sz="3800" kern="1200"/>
        </a:p>
      </dsp:txBody>
      <dsp:txXfrm rot="10800000">
        <a:off x="0" y="2459"/>
        <a:ext cx="6666833" cy="215831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FF1EE2-91DC-43E7-949F-6572DBE0B1ED}">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FA01DC-9FFC-44CB-B6B3-93EEB816CBFB}">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AD2C59-4C14-4C39-899F-88CB60B83F0E}">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MY" sz="2500" kern="1200"/>
            <a:t>Use redundant components and backup systems.</a:t>
          </a:r>
          <a:endParaRPr lang="en-US" sz="2500" kern="1200"/>
        </a:p>
      </dsp:txBody>
      <dsp:txXfrm>
        <a:off x="1939533" y="717"/>
        <a:ext cx="4362067" cy="1679249"/>
      </dsp:txXfrm>
    </dsp:sp>
    <dsp:sp modelId="{99D8C0DC-DC45-4595-834C-F8E1B45472E2}">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E99296-1488-423E-8968-C8F902C04FE5}">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D801EC-260A-4A61-8F39-51EECCB337C6}">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MY" sz="2500" kern="1200"/>
            <a:t>Implement clustering and failover solutions.</a:t>
          </a:r>
          <a:endParaRPr lang="en-US" sz="2500" kern="1200"/>
        </a:p>
      </dsp:txBody>
      <dsp:txXfrm>
        <a:off x="1939533" y="2099779"/>
        <a:ext cx="4362067" cy="1679249"/>
      </dsp:txXfrm>
    </dsp:sp>
    <dsp:sp modelId="{66A9570D-7446-44F4-AA61-D97F0C62A843}">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BEA346-147D-4711-A5E2-D1B63A5E696C}">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DFB8C2-1E19-4791-81A6-43772BCA018E}">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MY" sz="2500" kern="1200"/>
            <a:t>Distribute services across multiple data centers.</a:t>
          </a:r>
          <a:endParaRPr lang="en-US" sz="2500" kern="1200"/>
        </a:p>
      </dsp:txBody>
      <dsp:txXfrm>
        <a:off x="1939533" y="4198841"/>
        <a:ext cx="4362067" cy="167924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E2045-051C-7047-95EC-732061AD945B}">
      <dsp:nvSpPr>
        <dsp:cNvPr id="0" name=""/>
        <dsp:cNvSpPr/>
      </dsp:nvSpPr>
      <dsp:spPr>
        <a:xfrm>
          <a:off x="0" y="3291729"/>
          <a:ext cx="6666833" cy="215973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MY" sz="3600" b="1" kern="1200"/>
            <a:t>Defense Technologies:</a:t>
          </a:r>
          <a:endParaRPr lang="en-US" sz="3600" kern="1200"/>
        </a:p>
      </dsp:txBody>
      <dsp:txXfrm>
        <a:off x="0" y="3291729"/>
        <a:ext cx="6666833" cy="1166254"/>
      </dsp:txXfrm>
    </dsp:sp>
    <dsp:sp modelId="{315FF48E-28A5-E642-8DF7-C1E4A717D719}">
      <dsp:nvSpPr>
        <dsp:cNvPr id="0" name=""/>
        <dsp:cNvSpPr/>
      </dsp:nvSpPr>
      <dsp:spPr>
        <a:xfrm>
          <a:off x="3255" y="4414789"/>
          <a:ext cx="2220107" cy="99347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MY" sz="1700" kern="1200"/>
            <a:t>Firewalls filter network traffic.</a:t>
          </a:r>
          <a:endParaRPr lang="en-US" sz="1700" kern="1200"/>
        </a:p>
      </dsp:txBody>
      <dsp:txXfrm>
        <a:off x="3255" y="4414789"/>
        <a:ext cx="2220107" cy="993476"/>
      </dsp:txXfrm>
    </dsp:sp>
    <dsp:sp modelId="{4E3AF788-9A35-0742-A874-BAD0247CA21F}">
      <dsp:nvSpPr>
        <dsp:cNvPr id="0" name=""/>
        <dsp:cNvSpPr/>
      </dsp:nvSpPr>
      <dsp:spPr>
        <a:xfrm>
          <a:off x="2223362" y="4414789"/>
          <a:ext cx="2220107" cy="993476"/>
        </a:xfrm>
        <a:prstGeom prst="rect">
          <a:avLst/>
        </a:prstGeom>
        <a:solidFill>
          <a:schemeClr val="accent2">
            <a:tint val="40000"/>
            <a:alpha val="90000"/>
            <a:hueOff val="3367359"/>
            <a:satOff val="-31116"/>
            <a:lumOff val="-3508"/>
            <a:alphaOff val="0"/>
          </a:schemeClr>
        </a:solidFill>
        <a:ln w="12700" cap="flat" cmpd="sng" algn="ctr">
          <a:solidFill>
            <a:schemeClr val="accent2">
              <a:tint val="40000"/>
              <a:alpha val="90000"/>
              <a:hueOff val="3367359"/>
              <a:satOff val="-31116"/>
              <a:lumOff val="-35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MY" sz="1700" kern="1200"/>
            <a:t>Intrusion Detection Systems (IDS) monitor suspicious activity.</a:t>
          </a:r>
          <a:endParaRPr lang="en-US" sz="1700" kern="1200"/>
        </a:p>
      </dsp:txBody>
      <dsp:txXfrm>
        <a:off x="2223362" y="4414789"/>
        <a:ext cx="2220107" cy="993476"/>
      </dsp:txXfrm>
    </dsp:sp>
    <dsp:sp modelId="{C996094C-EF2C-0341-9D5E-42DE160C9815}">
      <dsp:nvSpPr>
        <dsp:cNvPr id="0" name=""/>
        <dsp:cNvSpPr/>
      </dsp:nvSpPr>
      <dsp:spPr>
        <a:xfrm>
          <a:off x="4443470" y="4414789"/>
          <a:ext cx="2220107" cy="993476"/>
        </a:xfrm>
        <a:prstGeom prst="rect">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MY" sz="1700" kern="1200"/>
            <a:t>Encryption secures data during transmission and storage.</a:t>
          </a:r>
          <a:endParaRPr lang="en-US" sz="1700" kern="1200"/>
        </a:p>
      </dsp:txBody>
      <dsp:txXfrm>
        <a:off x="4443470" y="4414789"/>
        <a:ext cx="2220107" cy="993476"/>
      </dsp:txXfrm>
    </dsp:sp>
    <dsp:sp modelId="{49B4612C-4E4A-5742-B66C-D5327D18AB91}">
      <dsp:nvSpPr>
        <dsp:cNvPr id="0" name=""/>
        <dsp:cNvSpPr/>
      </dsp:nvSpPr>
      <dsp:spPr>
        <a:xfrm rot="10800000">
          <a:off x="0" y="2459"/>
          <a:ext cx="6666833" cy="3321666"/>
        </a:xfrm>
        <a:prstGeom prst="upArrowCallou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MY" sz="3600" b="1" kern="1200"/>
            <a:t>Threats:</a:t>
          </a:r>
          <a:r>
            <a:rPr lang="en-MY" sz="3600" kern="1200"/>
            <a:t> Actions or events that compromise system integrity, confidentiality, or availability.</a:t>
          </a:r>
          <a:endParaRPr lang="en-US" sz="3600" kern="1200"/>
        </a:p>
      </dsp:txBody>
      <dsp:txXfrm rot="10800000">
        <a:off x="0" y="2459"/>
        <a:ext cx="6666833" cy="215831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7524A-56EC-C84E-B8DF-9DA580E8FC2D}">
      <dsp:nvSpPr>
        <dsp:cNvPr id="0" name=""/>
        <dsp:cNvSpPr/>
      </dsp:nvSpPr>
      <dsp:spPr>
        <a:xfrm>
          <a:off x="606456" y="0"/>
          <a:ext cx="5453920" cy="545392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F36C714-EEA3-EF41-BD5E-6F27034A9D7D}">
      <dsp:nvSpPr>
        <dsp:cNvPr id="0" name=""/>
        <dsp:cNvSpPr/>
      </dsp:nvSpPr>
      <dsp:spPr>
        <a:xfrm>
          <a:off x="1124578" y="518122"/>
          <a:ext cx="2127028" cy="21270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b="1" kern="1200"/>
            <a:t>Malware:</a:t>
          </a:r>
          <a:r>
            <a:rPr lang="en-MY" sz="1900" kern="1200"/>
            <a:t> Viruses, worms, ransomware</a:t>
          </a:r>
          <a:endParaRPr lang="en-US" sz="1900" kern="1200"/>
        </a:p>
      </dsp:txBody>
      <dsp:txXfrm>
        <a:off x="1228411" y="621955"/>
        <a:ext cx="1919362" cy="1919362"/>
      </dsp:txXfrm>
    </dsp:sp>
    <dsp:sp modelId="{910682D0-47C5-7E41-9679-223FB869CF37}">
      <dsp:nvSpPr>
        <dsp:cNvPr id="0" name=""/>
        <dsp:cNvSpPr/>
      </dsp:nvSpPr>
      <dsp:spPr>
        <a:xfrm>
          <a:off x="3415225" y="518122"/>
          <a:ext cx="2127028" cy="212702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b="1" kern="1200"/>
            <a:t>Phishing:</a:t>
          </a:r>
          <a:r>
            <a:rPr lang="en-MY" sz="1900" kern="1200"/>
            <a:t> Fraudulent emails to steal information</a:t>
          </a:r>
          <a:endParaRPr lang="en-US" sz="1900" kern="1200"/>
        </a:p>
      </dsp:txBody>
      <dsp:txXfrm>
        <a:off x="3519058" y="621955"/>
        <a:ext cx="1919362" cy="1919362"/>
      </dsp:txXfrm>
    </dsp:sp>
    <dsp:sp modelId="{027537C5-F016-BD41-8AB3-8B6B8FF78A09}">
      <dsp:nvSpPr>
        <dsp:cNvPr id="0" name=""/>
        <dsp:cNvSpPr/>
      </dsp:nvSpPr>
      <dsp:spPr>
        <a:xfrm>
          <a:off x="1124578" y="2808768"/>
          <a:ext cx="2127028" cy="212702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b="1" kern="1200"/>
            <a:t>DDoS:</a:t>
          </a:r>
          <a:r>
            <a:rPr lang="en-MY" sz="1900" kern="1200"/>
            <a:t> Overwhelming systems with excessive traffic</a:t>
          </a:r>
          <a:endParaRPr lang="en-US" sz="1900" kern="1200"/>
        </a:p>
      </dsp:txBody>
      <dsp:txXfrm>
        <a:off x="1228411" y="2912601"/>
        <a:ext cx="1919362" cy="1919362"/>
      </dsp:txXfrm>
    </dsp:sp>
    <dsp:sp modelId="{A1488566-A35A-FE43-9139-2DBD9FE4C3F1}">
      <dsp:nvSpPr>
        <dsp:cNvPr id="0" name=""/>
        <dsp:cNvSpPr/>
      </dsp:nvSpPr>
      <dsp:spPr>
        <a:xfrm>
          <a:off x="3415225" y="2808768"/>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b="1" kern="1200"/>
            <a:t>Man-in-the-Middle:</a:t>
          </a:r>
          <a:r>
            <a:rPr lang="en-MY" sz="1900" kern="1200"/>
            <a:t> Intercepting communications</a:t>
          </a:r>
          <a:endParaRPr lang="en-US" sz="1900" kern="1200"/>
        </a:p>
      </dsp:txBody>
      <dsp:txXfrm>
        <a:off x="3519058" y="2912601"/>
        <a:ext cx="1919362" cy="191936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6C2449-4269-4F7F-88F9-5F591E0EEF60}">
      <dsp:nvSpPr>
        <dsp:cNvPr id="0" name=""/>
        <dsp:cNvSpPr/>
      </dsp:nvSpPr>
      <dsp:spPr>
        <a:xfrm>
          <a:off x="282221" y="159118"/>
          <a:ext cx="1371985" cy="137198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32E0BE-EF3A-48C0-AB23-80246536351B}">
      <dsp:nvSpPr>
        <dsp:cNvPr id="0" name=""/>
        <dsp:cNvSpPr/>
      </dsp:nvSpPr>
      <dsp:spPr>
        <a:xfrm>
          <a:off x="570337" y="447234"/>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B73F03-9162-4E7B-AC7C-8A088272DB19}">
      <dsp:nvSpPr>
        <dsp:cNvPr id="0" name=""/>
        <dsp:cNvSpPr/>
      </dsp:nvSpPr>
      <dsp:spPr>
        <a:xfrm>
          <a:off x="1948202" y="159118"/>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Data breaches leading to loss of sensitive information</a:t>
          </a:r>
          <a:endParaRPr lang="en-US" sz="2400" kern="1200"/>
        </a:p>
      </dsp:txBody>
      <dsp:txXfrm>
        <a:off x="1948202" y="159118"/>
        <a:ext cx="3233964" cy="1371985"/>
      </dsp:txXfrm>
    </dsp:sp>
    <dsp:sp modelId="{A3ED65EF-698E-4E46-86B6-4B233AD08CA0}">
      <dsp:nvSpPr>
        <dsp:cNvPr id="0" name=""/>
        <dsp:cNvSpPr/>
      </dsp:nvSpPr>
      <dsp:spPr>
        <a:xfrm>
          <a:off x="5745661" y="159118"/>
          <a:ext cx="1371985" cy="137198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12110B-D0DC-4F28-881B-D9860202B361}">
      <dsp:nvSpPr>
        <dsp:cNvPr id="0" name=""/>
        <dsp:cNvSpPr/>
      </dsp:nvSpPr>
      <dsp:spPr>
        <a:xfrm>
          <a:off x="6033778" y="447234"/>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C2A411-555D-49D0-8CE4-4EDA43544FD0}">
      <dsp:nvSpPr>
        <dsp:cNvPr id="0" name=""/>
        <dsp:cNvSpPr/>
      </dsp:nvSpPr>
      <dsp:spPr>
        <a:xfrm>
          <a:off x="7411643" y="159118"/>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Financial losses due to business disruption</a:t>
          </a:r>
          <a:endParaRPr lang="en-US" sz="2400" kern="1200"/>
        </a:p>
      </dsp:txBody>
      <dsp:txXfrm>
        <a:off x="7411643" y="159118"/>
        <a:ext cx="3233964" cy="1371985"/>
      </dsp:txXfrm>
    </dsp:sp>
    <dsp:sp modelId="{6AAED15A-A27D-45FE-B102-A9EFDF484A47}">
      <dsp:nvSpPr>
        <dsp:cNvPr id="0" name=""/>
        <dsp:cNvSpPr/>
      </dsp:nvSpPr>
      <dsp:spPr>
        <a:xfrm>
          <a:off x="282221" y="2158301"/>
          <a:ext cx="1371985" cy="137198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2A0F41-0D04-4308-AEDE-EA260E1B0BCB}">
      <dsp:nvSpPr>
        <dsp:cNvPr id="0" name=""/>
        <dsp:cNvSpPr/>
      </dsp:nvSpPr>
      <dsp:spPr>
        <a:xfrm>
          <a:off x="570337" y="2446418"/>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9E2642-BD25-4C9A-849F-8F917F639504}">
      <dsp:nvSpPr>
        <dsp:cNvPr id="0" name=""/>
        <dsp:cNvSpPr/>
      </dsp:nvSpPr>
      <dsp:spPr>
        <a:xfrm>
          <a:off x="1948202" y="2158301"/>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Reputational damage affecting customer trust</a:t>
          </a:r>
          <a:endParaRPr lang="en-US" sz="2400" kern="1200"/>
        </a:p>
      </dsp:txBody>
      <dsp:txXfrm>
        <a:off x="1948202" y="2158301"/>
        <a:ext cx="3233964" cy="1371985"/>
      </dsp:txXfrm>
    </dsp:sp>
    <dsp:sp modelId="{7D33DC65-DBC5-4BB4-ACF7-51C4D6EC4421}">
      <dsp:nvSpPr>
        <dsp:cNvPr id="0" name=""/>
        <dsp:cNvSpPr/>
      </dsp:nvSpPr>
      <dsp:spPr>
        <a:xfrm>
          <a:off x="5745661" y="2158301"/>
          <a:ext cx="1371985" cy="137198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5C84AB-C0D5-4542-9BB1-EC501D96AFD2}">
      <dsp:nvSpPr>
        <dsp:cNvPr id="0" name=""/>
        <dsp:cNvSpPr/>
      </dsp:nvSpPr>
      <dsp:spPr>
        <a:xfrm>
          <a:off x="6033778" y="2446418"/>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D55D44-DC2B-43FE-95E7-EDB6412C167D}">
      <dsp:nvSpPr>
        <dsp:cNvPr id="0" name=""/>
        <dsp:cNvSpPr/>
      </dsp:nvSpPr>
      <dsp:spPr>
        <a:xfrm>
          <a:off x="7411643" y="2158301"/>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MY" sz="2400" kern="1200"/>
            <a:t>Legal consequences from non-compliance</a:t>
          </a:r>
          <a:endParaRPr lang="en-US" sz="2400" kern="1200"/>
        </a:p>
      </dsp:txBody>
      <dsp:txXfrm>
        <a:off x="7411643" y="2158301"/>
        <a:ext cx="3233964" cy="137198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244078-A7E2-4624-BBD7-55570A34C5BA}">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56F3CD-A824-42D9-B7E8-89AC7AB882D7}">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312466-D339-45D2-9045-7D7EB676D1B3}">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b="1" kern="1200"/>
            <a:t>Unauthorized Access:</a:t>
          </a:r>
          <a:r>
            <a:rPr lang="en-MY" sz="2200" kern="1200"/>
            <a:t> Gaining entry without permission</a:t>
          </a:r>
          <a:endParaRPr lang="en-US" sz="2200" kern="1200"/>
        </a:p>
      </dsp:txBody>
      <dsp:txXfrm>
        <a:off x="1339618" y="2288"/>
        <a:ext cx="5024605" cy="1159843"/>
      </dsp:txXfrm>
    </dsp:sp>
    <dsp:sp modelId="{94018048-B0ED-4026-9C2E-6BCE44D875E9}">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44719-191B-4FFC-98C7-C955A4BBB5EB}">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721082-6D49-40E4-A062-6AC03D420022}">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b="1" kern="1200"/>
            <a:t>Privilege Escalation:</a:t>
          </a:r>
          <a:r>
            <a:rPr lang="en-MY" sz="2200" kern="1200"/>
            <a:t> Increasing access to sensitive areas</a:t>
          </a:r>
          <a:endParaRPr lang="en-US" sz="2200" kern="1200"/>
        </a:p>
      </dsp:txBody>
      <dsp:txXfrm>
        <a:off x="1339618" y="1452092"/>
        <a:ext cx="5024605" cy="1159843"/>
      </dsp:txXfrm>
    </dsp:sp>
    <dsp:sp modelId="{2CE90FAD-34E9-494F-AFD7-8F4AF8D3478B}">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A5E59D-2474-4B1C-862D-05D9DD7438F0}">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E69565-14AA-4FC6-8ABB-04817787DC00}">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b="1" kern="1200"/>
            <a:t>Insider Threats:</a:t>
          </a:r>
          <a:r>
            <a:rPr lang="en-MY" sz="2200" kern="1200"/>
            <a:t> Employees misusing access</a:t>
          </a:r>
          <a:endParaRPr lang="en-US" sz="2200" kern="1200"/>
        </a:p>
      </dsp:txBody>
      <dsp:txXfrm>
        <a:off x="1339618" y="2901896"/>
        <a:ext cx="5024605" cy="1159843"/>
      </dsp:txXfrm>
    </dsp:sp>
    <dsp:sp modelId="{9BD4F6F3-377A-4C8F-9DB7-83AA342E2AFE}">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63DC8F-6224-42E2-B822-C8A1601620CA}">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596512-8C8E-43B7-BD53-4A8E9C1DF3F8}">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b="1" kern="1200"/>
            <a:t>Application Vulnerabilities:</a:t>
          </a:r>
          <a:r>
            <a:rPr lang="en-MY" sz="2200" kern="1200"/>
            <a:t> Exploiting bugs in software</a:t>
          </a:r>
          <a:endParaRPr lang="en-US" sz="2200" kern="1200"/>
        </a:p>
      </dsp:txBody>
      <dsp:txXfrm>
        <a:off x="1339618" y="4351700"/>
        <a:ext cx="5024605" cy="115984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314D12-7A03-44DE-AF85-32DBB50C8BD1}">
      <dsp:nvSpPr>
        <dsp:cNvPr id="0" name=""/>
        <dsp:cNvSpPr/>
      </dsp:nvSpPr>
      <dsp:spPr>
        <a:xfrm>
          <a:off x="1448517" y="3918"/>
          <a:ext cx="1282954" cy="1282954"/>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314C4D-32FF-4A09-B443-1B6623C0667E}">
      <dsp:nvSpPr>
        <dsp:cNvPr id="0" name=""/>
        <dsp:cNvSpPr/>
      </dsp:nvSpPr>
      <dsp:spPr>
        <a:xfrm>
          <a:off x="1721933" y="277335"/>
          <a:ext cx="736121" cy="7361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1D270E-57D6-4937-BFEB-0E06EE50F2F0}">
      <dsp:nvSpPr>
        <dsp:cNvPr id="0" name=""/>
        <dsp:cNvSpPr/>
      </dsp:nvSpPr>
      <dsp:spPr>
        <a:xfrm>
          <a:off x="1038392" y="1686481"/>
          <a:ext cx="210320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Packet Sniffing:</a:t>
          </a:r>
          <a:r>
            <a:rPr lang="en-MY" sz="1200" kern="1200"/>
            <a:t> Capturing data packets during transmission</a:t>
          </a:r>
          <a:endParaRPr lang="en-US" sz="1200" kern="1200"/>
        </a:p>
      </dsp:txBody>
      <dsp:txXfrm>
        <a:off x="1038392" y="1686481"/>
        <a:ext cx="2103203" cy="720000"/>
      </dsp:txXfrm>
    </dsp:sp>
    <dsp:sp modelId="{BC40B852-994F-4AD5-B723-11FFEC974810}">
      <dsp:nvSpPr>
        <dsp:cNvPr id="0" name=""/>
        <dsp:cNvSpPr/>
      </dsp:nvSpPr>
      <dsp:spPr>
        <a:xfrm>
          <a:off x="3919781" y="3918"/>
          <a:ext cx="1282954" cy="1282954"/>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390B74-AEA8-438A-9C7A-B39FF0A1A6D5}">
      <dsp:nvSpPr>
        <dsp:cNvPr id="0" name=""/>
        <dsp:cNvSpPr/>
      </dsp:nvSpPr>
      <dsp:spPr>
        <a:xfrm>
          <a:off x="4193197" y="277335"/>
          <a:ext cx="736121" cy="7361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D8555D-4250-430F-A580-B778B3776DDE}">
      <dsp:nvSpPr>
        <dsp:cNvPr id="0" name=""/>
        <dsp:cNvSpPr/>
      </dsp:nvSpPr>
      <dsp:spPr>
        <a:xfrm>
          <a:off x="3509656" y="1686481"/>
          <a:ext cx="210320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IP Spoofing:</a:t>
          </a:r>
          <a:r>
            <a:rPr lang="en-MY" sz="1200" kern="1200"/>
            <a:t> Impersonating trusted devices</a:t>
          </a:r>
          <a:endParaRPr lang="en-US" sz="1200" kern="1200"/>
        </a:p>
      </dsp:txBody>
      <dsp:txXfrm>
        <a:off x="3509656" y="1686481"/>
        <a:ext cx="2103203" cy="720000"/>
      </dsp:txXfrm>
    </dsp:sp>
    <dsp:sp modelId="{4CD55AEE-E094-416D-BCA8-8FF9B27DAD43}">
      <dsp:nvSpPr>
        <dsp:cNvPr id="0" name=""/>
        <dsp:cNvSpPr/>
      </dsp:nvSpPr>
      <dsp:spPr>
        <a:xfrm>
          <a:off x="1448517" y="2932282"/>
          <a:ext cx="1282954" cy="128295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66476C-10FF-4F0A-8E46-6E7AA21D51A5}">
      <dsp:nvSpPr>
        <dsp:cNvPr id="0" name=""/>
        <dsp:cNvSpPr/>
      </dsp:nvSpPr>
      <dsp:spPr>
        <a:xfrm>
          <a:off x="1721933" y="3205698"/>
          <a:ext cx="736121" cy="7361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62A3B1-2396-42FB-A669-315D3F202190}">
      <dsp:nvSpPr>
        <dsp:cNvPr id="0" name=""/>
        <dsp:cNvSpPr/>
      </dsp:nvSpPr>
      <dsp:spPr>
        <a:xfrm>
          <a:off x="1038392" y="4614845"/>
          <a:ext cx="210320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DNS Poisoning:</a:t>
          </a:r>
          <a:r>
            <a:rPr lang="en-MY" sz="1200" kern="1200"/>
            <a:t> Redirecting traffic to malicious sites</a:t>
          </a:r>
          <a:endParaRPr lang="en-US" sz="1200" kern="1200"/>
        </a:p>
      </dsp:txBody>
      <dsp:txXfrm>
        <a:off x="1038392" y="4614845"/>
        <a:ext cx="2103203" cy="720000"/>
      </dsp:txXfrm>
    </dsp:sp>
    <dsp:sp modelId="{AE12FBC1-EC52-42FC-86BE-FDA3EA9B4A49}">
      <dsp:nvSpPr>
        <dsp:cNvPr id="0" name=""/>
        <dsp:cNvSpPr/>
      </dsp:nvSpPr>
      <dsp:spPr>
        <a:xfrm>
          <a:off x="3919781" y="2932282"/>
          <a:ext cx="1282954" cy="1282954"/>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A7FAEC-3EB7-4E83-B7B4-3BB236E2BAE5}">
      <dsp:nvSpPr>
        <dsp:cNvPr id="0" name=""/>
        <dsp:cNvSpPr/>
      </dsp:nvSpPr>
      <dsp:spPr>
        <a:xfrm>
          <a:off x="4193197" y="3205698"/>
          <a:ext cx="736121" cy="7361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E40147-CB29-42D1-A509-9DBA294249E4}">
      <dsp:nvSpPr>
        <dsp:cNvPr id="0" name=""/>
        <dsp:cNvSpPr/>
      </dsp:nvSpPr>
      <dsp:spPr>
        <a:xfrm>
          <a:off x="3509656" y="4614845"/>
          <a:ext cx="210320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Zero-Day Exploits:</a:t>
          </a:r>
          <a:r>
            <a:rPr lang="en-MY" sz="1200" kern="1200"/>
            <a:t> Attacks exploiting undisclosed vulnerabilities</a:t>
          </a:r>
          <a:endParaRPr lang="en-US" sz="1200" kern="1200"/>
        </a:p>
      </dsp:txBody>
      <dsp:txXfrm>
        <a:off x="3509656" y="4614845"/>
        <a:ext cx="2103203" cy="72000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B59742-D566-4740-91E5-B5F198A3F1E0}">
      <dsp:nvSpPr>
        <dsp:cNvPr id="0" name=""/>
        <dsp:cNvSpPr/>
      </dsp:nvSpPr>
      <dsp:spPr>
        <a:xfrm>
          <a:off x="813044" y="25559"/>
          <a:ext cx="1620455" cy="1620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02F6C2-9AD4-4684-85EA-56FE906ECBF1}">
      <dsp:nvSpPr>
        <dsp:cNvPr id="0" name=""/>
        <dsp:cNvSpPr/>
      </dsp:nvSpPr>
      <dsp:spPr>
        <a:xfrm>
          <a:off x="1158387" y="370901"/>
          <a:ext cx="929769" cy="9297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F15B7C-72C5-44C7-8CF5-C096839ACDFE}">
      <dsp:nvSpPr>
        <dsp:cNvPr id="0" name=""/>
        <dsp:cNvSpPr/>
      </dsp:nvSpPr>
      <dsp:spPr>
        <a:xfrm>
          <a:off x="295030" y="2150746"/>
          <a:ext cx="26564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Secure Protocols:</a:t>
          </a:r>
          <a:r>
            <a:rPr lang="en-MY" sz="1700" kern="1200"/>
            <a:t> Use HTTPS and VPNs for encryption</a:t>
          </a:r>
          <a:endParaRPr lang="en-US" sz="1700" kern="1200"/>
        </a:p>
      </dsp:txBody>
      <dsp:txXfrm>
        <a:off x="295030" y="2150746"/>
        <a:ext cx="2656483" cy="720000"/>
      </dsp:txXfrm>
    </dsp:sp>
    <dsp:sp modelId="{90A6E4F6-688D-4644-AFE7-6F8E3710DFA5}">
      <dsp:nvSpPr>
        <dsp:cNvPr id="0" name=""/>
        <dsp:cNvSpPr/>
      </dsp:nvSpPr>
      <dsp:spPr>
        <a:xfrm>
          <a:off x="3934413" y="25559"/>
          <a:ext cx="1620455" cy="1620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59BE81-998B-4ECB-AA64-04AA43B9BC6C}">
      <dsp:nvSpPr>
        <dsp:cNvPr id="0" name=""/>
        <dsp:cNvSpPr/>
      </dsp:nvSpPr>
      <dsp:spPr>
        <a:xfrm>
          <a:off x="4279756" y="370901"/>
          <a:ext cx="929769" cy="9297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7F8A87-0530-4FD7-926F-7EBF8679FD50}">
      <dsp:nvSpPr>
        <dsp:cNvPr id="0" name=""/>
        <dsp:cNvSpPr/>
      </dsp:nvSpPr>
      <dsp:spPr>
        <a:xfrm>
          <a:off x="3416398" y="2150746"/>
          <a:ext cx="26564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Network Segmentation:</a:t>
          </a:r>
          <a:r>
            <a:rPr lang="en-MY" sz="1700" kern="1200"/>
            <a:t> Isolate sensitive systems</a:t>
          </a:r>
          <a:endParaRPr lang="en-US" sz="1700" kern="1200"/>
        </a:p>
      </dsp:txBody>
      <dsp:txXfrm>
        <a:off x="3416398" y="2150746"/>
        <a:ext cx="2656483" cy="720000"/>
      </dsp:txXfrm>
    </dsp:sp>
    <dsp:sp modelId="{370B8C2A-8DAA-4E18-A9A1-E58A640AFB44}">
      <dsp:nvSpPr>
        <dsp:cNvPr id="0" name=""/>
        <dsp:cNvSpPr/>
      </dsp:nvSpPr>
      <dsp:spPr>
        <a:xfrm>
          <a:off x="813044" y="3534866"/>
          <a:ext cx="1620455" cy="1620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7D13B4-4858-4C38-955F-0A8DFBD8A950}">
      <dsp:nvSpPr>
        <dsp:cNvPr id="0" name=""/>
        <dsp:cNvSpPr/>
      </dsp:nvSpPr>
      <dsp:spPr>
        <a:xfrm>
          <a:off x="1158387" y="3880209"/>
          <a:ext cx="929769" cy="9297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4B0926-ACA4-4310-82AE-20DFEEE9FB87}">
      <dsp:nvSpPr>
        <dsp:cNvPr id="0" name=""/>
        <dsp:cNvSpPr/>
      </dsp:nvSpPr>
      <dsp:spPr>
        <a:xfrm>
          <a:off x="295030" y="5660053"/>
          <a:ext cx="26564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Firewalls and IPS:</a:t>
          </a:r>
          <a:r>
            <a:rPr lang="en-MY" sz="1700" kern="1200"/>
            <a:t> Block unauthorized traffic</a:t>
          </a:r>
          <a:endParaRPr lang="en-US" sz="1700" kern="1200"/>
        </a:p>
      </dsp:txBody>
      <dsp:txXfrm>
        <a:off x="295030" y="5660053"/>
        <a:ext cx="2656483" cy="720000"/>
      </dsp:txXfrm>
    </dsp:sp>
    <dsp:sp modelId="{27F50494-4459-43FF-94C5-9ED93F84CFDA}">
      <dsp:nvSpPr>
        <dsp:cNvPr id="0" name=""/>
        <dsp:cNvSpPr/>
      </dsp:nvSpPr>
      <dsp:spPr>
        <a:xfrm>
          <a:off x="3934413" y="3534866"/>
          <a:ext cx="1620455" cy="162045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C48642-A5A3-4D7F-B992-FB5634D74907}">
      <dsp:nvSpPr>
        <dsp:cNvPr id="0" name=""/>
        <dsp:cNvSpPr/>
      </dsp:nvSpPr>
      <dsp:spPr>
        <a:xfrm>
          <a:off x="4279756" y="3880209"/>
          <a:ext cx="929769" cy="9297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7246B2-BEB6-4D37-92C1-CCBA61704313}">
      <dsp:nvSpPr>
        <dsp:cNvPr id="0" name=""/>
        <dsp:cNvSpPr/>
      </dsp:nvSpPr>
      <dsp:spPr>
        <a:xfrm>
          <a:off x="3416398" y="5660053"/>
          <a:ext cx="26564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Patch Management:</a:t>
          </a:r>
          <a:r>
            <a:rPr lang="en-MY" sz="1700" kern="1200"/>
            <a:t> Regular software updates</a:t>
          </a:r>
          <a:endParaRPr lang="en-US" sz="1700" kern="1200"/>
        </a:p>
      </dsp:txBody>
      <dsp:txXfrm>
        <a:off x="3416398" y="5660053"/>
        <a:ext cx="2656483" cy="72000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370CD-89B7-4E64-885D-8B145A90D52F}">
      <dsp:nvSpPr>
        <dsp:cNvPr id="0" name=""/>
        <dsp:cNvSpPr/>
      </dsp:nvSpPr>
      <dsp:spPr>
        <a:xfrm>
          <a:off x="0" y="908268"/>
          <a:ext cx="6245265"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4CB5B1-E27A-4152-9FAB-EF17604C3B88}">
      <dsp:nvSpPr>
        <dsp:cNvPr id="0" name=""/>
        <dsp:cNvSpPr/>
      </dsp:nvSpPr>
      <dsp:spPr>
        <a:xfrm>
          <a:off x="507233" y="1285549"/>
          <a:ext cx="922242" cy="922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1BCCAC-2FB9-422C-85BD-8889356FD8B2}">
      <dsp:nvSpPr>
        <dsp:cNvPr id="0" name=""/>
        <dsp:cNvSpPr/>
      </dsp:nvSpPr>
      <dsp:spPr>
        <a:xfrm>
          <a:off x="1936708" y="908268"/>
          <a:ext cx="4308556"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1111250">
            <a:lnSpc>
              <a:spcPct val="90000"/>
            </a:lnSpc>
            <a:spcBef>
              <a:spcPct val="0"/>
            </a:spcBef>
            <a:spcAft>
              <a:spcPct val="35000"/>
            </a:spcAft>
            <a:buNone/>
          </a:pPr>
          <a:r>
            <a:rPr lang="en-MY" sz="2500" b="1" kern="1200"/>
            <a:t>Traditional Model:</a:t>
          </a:r>
          <a:r>
            <a:rPr lang="en-MY" sz="2500" kern="1200"/>
            <a:t> Buy a license, install software on a local machine.</a:t>
          </a:r>
          <a:endParaRPr lang="en-US" sz="2500" kern="1200"/>
        </a:p>
      </dsp:txBody>
      <dsp:txXfrm>
        <a:off x="1936708" y="908268"/>
        <a:ext cx="4308556" cy="1676804"/>
      </dsp:txXfrm>
    </dsp:sp>
    <dsp:sp modelId="{20AF4748-82E5-4094-B36A-725FB28F3102}">
      <dsp:nvSpPr>
        <dsp:cNvPr id="0" name=""/>
        <dsp:cNvSpPr/>
      </dsp:nvSpPr>
      <dsp:spPr>
        <a:xfrm>
          <a:off x="0" y="3004274"/>
          <a:ext cx="6245265"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6A9381-88E1-4CB1-89B3-2C98C5D7441C}">
      <dsp:nvSpPr>
        <dsp:cNvPr id="0" name=""/>
        <dsp:cNvSpPr/>
      </dsp:nvSpPr>
      <dsp:spPr>
        <a:xfrm>
          <a:off x="507233" y="3381554"/>
          <a:ext cx="922242" cy="922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BD6198-8843-4F2B-9E62-033F9E546D55}">
      <dsp:nvSpPr>
        <dsp:cNvPr id="0" name=""/>
        <dsp:cNvSpPr/>
      </dsp:nvSpPr>
      <dsp:spPr>
        <a:xfrm>
          <a:off x="1936708" y="3004274"/>
          <a:ext cx="4308556"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1111250">
            <a:lnSpc>
              <a:spcPct val="90000"/>
            </a:lnSpc>
            <a:spcBef>
              <a:spcPct val="0"/>
            </a:spcBef>
            <a:spcAft>
              <a:spcPct val="35000"/>
            </a:spcAft>
            <a:buNone/>
          </a:pPr>
          <a:r>
            <a:rPr lang="en-MY" sz="2500" b="1" kern="1200"/>
            <a:t>SaaS Model:</a:t>
          </a:r>
          <a:r>
            <a:rPr lang="en-MY" sz="2500" kern="1200"/>
            <a:t> Access software through a web browser, pay as you go.</a:t>
          </a:r>
          <a:endParaRPr lang="en-US" sz="2500" kern="1200"/>
        </a:p>
      </dsp:txBody>
      <dsp:txXfrm>
        <a:off x="1936708" y="3004274"/>
        <a:ext cx="4308556" cy="1676804"/>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E015B3-BC6C-44F8-ABC7-860CBEE1DF1B}">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92550E-FE8A-4F73-9363-184A9E79AA99}">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9AB8BC-A171-4C45-BEDE-51DD677B1065}">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Multi-Tenancy:</a:t>
          </a:r>
          <a:r>
            <a:rPr lang="en-MY" sz="2100" kern="1200"/>
            <a:t> A single instance serves multiple customers.</a:t>
          </a:r>
          <a:endParaRPr lang="en-US" sz="2100" kern="1200"/>
        </a:p>
      </dsp:txBody>
      <dsp:txXfrm>
        <a:off x="1339618" y="2288"/>
        <a:ext cx="5024605" cy="1159843"/>
      </dsp:txXfrm>
    </dsp:sp>
    <dsp:sp modelId="{1BFA4C71-AAE2-41A1-AF8E-8B191FE87FAD}">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C41118-8832-4845-A811-74594307FF1F}">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8B8251-6710-4862-A22B-2F96E8B918B8}">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Scalability:</a:t>
          </a:r>
          <a:r>
            <a:rPr lang="en-MY" sz="2100" kern="1200"/>
            <a:t> Can handle thousands of users without performance drop.</a:t>
          </a:r>
          <a:endParaRPr lang="en-US" sz="2100" kern="1200"/>
        </a:p>
      </dsp:txBody>
      <dsp:txXfrm>
        <a:off x="1339618" y="1452092"/>
        <a:ext cx="5024605" cy="1159843"/>
      </dsp:txXfrm>
    </dsp:sp>
    <dsp:sp modelId="{7F602CD6-3730-4C19-A9F3-F38B8F120ADF}">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161A61-E33A-482D-99D8-A70170F0808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49AE6B-4718-432C-8822-967808EFED73}">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Automatic Updates:</a:t>
          </a:r>
          <a:r>
            <a:rPr lang="en-MY" sz="2100" kern="1200"/>
            <a:t> No manual upgrades needed.</a:t>
          </a:r>
          <a:endParaRPr lang="en-US" sz="2100" kern="1200"/>
        </a:p>
      </dsp:txBody>
      <dsp:txXfrm>
        <a:off x="1339618" y="2901896"/>
        <a:ext cx="5024605" cy="1159843"/>
      </dsp:txXfrm>
    </dsp:sp>
    <dsp:sp modelId="{00A1154F-C4FE-4979-89D1-861E986257FE}">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805985-F543-4E14-A267-A4F79951565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31CDE0-91E8-4E79-A703-FE33ACE8C2D7}">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Security &amp; Compliance:</a:t>
          </a:r>
          <a:r>
            <a:rPr lang="en-MY" sz="2100" kern="1200"/>
            <a:t> Data encryption and access control managed by the provider.</a:t>
          </a:r>
          <a:endParaRPr lang="en-US" sz="2100" kern="1200"/>
        </a:p>
      </dsp:txBody>
      <dsp:txXfrm>
        <a:off x="1339618" y="4351700"/>
        <a:ext cx="5024605" cy="115984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51E0F2-2496-7241-B733-6286EFB6DB2D}">
      <dsp:nvSpPr>
        <dsp:cNvPr id="0" name=""/>
        <dsp:cNvSpPr/>
      </dsp:nvSpPr>
      <dsp:spPr>
        <a:xfrm>
          <a:off x="0" y="21455"/>
          <a:ext cx="6364224" cy="10342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MY" sz="2600" b="1" kern="1200"/>
            <a:t>Cost-Effective:</a:t>
          </a:r>
          <a:r>
            <a:rPr lang="en-MY" sz="2600" kern="1200"/>
            <a:t> No upfront software purchase.</a:t>
          </a:r>
          <a:endParaRPr lang="en-US" sz="2600" kern="1200"/>
        </a:p>
      </dsp:txBody>
      <dsp:txXfrm>
        <a:off x="50489" y="71944"/>
        <a:ext cx="6263246" cy="933302"/>
      </dsp:txXfrm>
    </dsp:sp>
    <dsp:sp modelId="{1288F790-02A7-0342-BBC5-58E8B40D2D3D}">
      <dsp:nvSpPr>
        <dsp:cNvPr id="0" name=""/>
        <dsp:cNvSpPr/>
      </dsp:nvSpPr>
      <dsp:spPr>
        <a:xfrm>
          <a:off x="0" y="1130615"/>
          <a:ext cx="6364224" cy="103428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MY" sz="2600" b="1" kern="1200"/>
            <a:t>Accessibility:</a:t>
          </a:r>
          <a:r>
            <a:rPr lang="en-MY" sz="2600" kern="1200"/>
            <a:t> Use from any device, anywhere.</a:t>
          </a:r>
          <a:endParaRPr lang="en-US" sz="2600" kern="1200"/>
        </a:p>
      </dsp:txBody>
      <dsp:txXfrm>
        <a:off x="50489" y="1181104"/>
        <a:ext cx="6263246" cy="933302"/>
      </dsp:txXfrm>
    </dsp:sp>
    <dsp:sp modelId="{1B8D5800-1211-6848-A53E-4DD21C637436}">
      <dsp:nvSpPr>
        <dsp:cNvPr id="0" name=""/>
        <dsp:cNvSpPr/>
      </dsp:nvSpPr>
      <dsp:spPr>
        <a:xfrm>
          <a:off x="0" y="2239775"/>
          <a:ext cx="6364224" cy="103428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MY" sz="2600" b="1" kern="1200"/>
            <a:t>Scalability:</a:t>
          </a:r>
          <a:r>
            <a:rPr lang="en-MY" sz="2600" kern="1200"/>
            <a:t> Grow or shrink user base easily.</a:t>
          </a:r>
          <a:endParaRPr lang="en-US" sz="2600" kern="1200"/>
        </a:p>
      </dsp:txBody>
      <dsp:txXfrm>
        <a:off x="50489" y="2290264"/>
        <a:ext cx="6263246" cy="933302"/>
      </dsp:txXfrm>
    </dsp:sp>
    <dsp:sp modelId="{660F5C0B-6B2E-F844-ADAA-8EE9F51B07BD}">
      <dsp:nvSpPr>
        <dsp:cNvPr id="0" name=""/>
        <dsp:cNvSpPr/>
      </dsp:nvSpPr>
      <dsp:spPr>
        <a:xfrm>
          <a:off x="0" y="3348936"/>
          <a:ext cx="6364224" cy="103428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MY" sz="2600" b="1" kern="1200"/>
            <a:t>Security:</a:t>
          </a:r>
          <a:r>
            <a:rPr lang="en-MY" sz="2600" kern="1200"/>
            <a:t> Handled by professionals.</a:t>
          </a:r>
          <a:endParaRPr lang="en-US" sz="2600" kern="1200"/>
        </a:p>
      </dsp:txBody>
      <dsp:txXfrm>
        <a:off x="50489" y="3399425"/>
        <a:ext cx="6263246" cy="933302"/>
      </dsp:txXfrm>
    </dsp:sp>
    <dsp:sp modelId="{F016ECA1-8FBB-D74E-A4F8-BFECE31BB948}">
      <dsp:nvSpPr>
        <dsp:cNvPr id="0" name=""/>
        <dsp:cNvSpPr/>
      </dsp:nvSpPr>
      <dsp:spPr>
        <a:xfrm>
          <a:off x="0" y="4458096"/>
          <a:ext cx="6364224" cy="103428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MY" sz="2600" b="1" kern="1200"/>
            <a:t>No Maintenance:</a:t>
          </a:r>
          <a:r>
            <a:rPr lang="en-MY" sz="2600" kern="1200"/>
            <a:t> No need to update or patch software.</a:t>
          </a:r>
          <a:endParaRPr lang="en-US" sz="2600" kern="1200"/>
        </a:p>
      </dsp:txBody>
      <dsp:txXfrm>
        <a:off x="50489" y="4508585"/>
        <a:ext cx="6263246" cy="933302"/>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D96DE-3DD8-4C38-8763-0120872D4C29}">
      <dsp:nvSpPr>
        <dsp:cNvPr id="0" name=""/>
        <dsp:cNvSpPr/>
      </dsp:nvSpPr>
      <dsp:spPr>
        <a:xfrm>
          <a:off x="973190" y="9867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B89EE0-5505-4C93-8695-893C93150459}">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EEFBFB-C332-4450-B48B-A555CD6B9A1B}">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MY" sz="1300" b="1" kern="1200"/>
            <a:t>Internet Dependency:</a:t>
          </a:r>
          <a:r>
            <a:rPr lang="en-MY" sz="1300" kern="1200"/>
            <a:t> No internet = no access.</a:t>
          </a:r>
          <a:endParaRPr lang="en-US" sz="1300" kern="1200"/>
        </a:p>
      </dsp:txBody>
      <dsp:txXfrm>
        <a:off x="569079" y="2644614"/>
        <a:ext cx="2072362" cy="720000"/>
      </dsp:txXfrm>
    </dsp:sp>
    <dsp:sp modelId="{FDB37E15-8B7D-448E-9F9D-51E3330E25F0}">
      <dsp:nvSpPr>
        <dsp:cNvPr id="0" name=""/>
        <dsp:cNvSpPr/>
      </dsp:nvSpPr>
      <dsp:spPr>
        <a:xfrm>
          <a:off x="3408216" y="9867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7D1412-D13C-4D5A-AF7A-273916B43A71}">
      <dsp:nvSpPr>
        <dsp:cNvPr id="0" name=""/>
        <dsp:cNvSpPr/>
      </dsp:nvSpPr>
      <dsp:spPr>
        <a:xfrm>
          <a:off x="3677623" y="1256131"/>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4466B3-70E0-493C-A0E2-C1C7FBBBFFEE}">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MY" sz="1300" b="1" kern="1200"/>
            <a:t>Limited Customization:</a:t>
          </a:r>
          <a:r>
            <a:rPr lang="en-MY" sz="1300" kern="1200"/>
            <a:t> Some SaaS apps have restrictions.</a:t>
          </a:r>
          <a:endParaRPr lang="en-US" sz="1300" kern="1200"/>
        </a:p>
      </dsp:txBody>
      <dsp:txXfrm>
        <a:off x="3004105" y="2644614"/>
        <a:ext cx="2072362" cy="720000"/>
      </dsp:txXfrm>
    </dsp:sp>
    <dsp:sp modelId="{000992CE-E06E-4828-BD5F-5669250E0A7A}">
      <dsp:nvSpPr>
        <dsp:cNvPr id="0" name=""/>
        <dsp:cNvSpPr/>
      </dsp:nvSpPr>
      <dsp:spPr>
        <a:xfrm>
          <a:off x="5843242" y="9867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A9342D-9394-480F-92B2-58C0453CB1E5}">
      <dsp:nvSpPr>
        <dsp:cNvPr id="0" name=""/>
        <dsp:cNvSpPr/>
      </dsp:nvSpPr>
      <dsp:spPr>
        <a:xfrm>
          <a:off x="6112649" y="1256131"/>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63497B-4265-41ED-A84D-3E8B992256D0}">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MY" sz="1300" b="1" kern="1200"/>
            <a:t>Security Concerns:</a:t>
          </a:r>
          <a:r>
            <a:rPr lang="en-MY" sz="1300" kern="1200"/>
            <a:t> Data is stored by a third-party provider.</a:t>
          </a:r>
          <a:endParaRPr lang="en-US" sz="1300" kern="1200"/>
        </a:p>
      </dsp:txBody>
      <dsp:txXfrm>
        <a:off x="5439131" y="2644614"/>
        <a:ext cx="2072362" cy="720000"/>
      </dsp:txXfrm>
    </dsp:sp>
    <dsp:sp modelId="{42ADBD90-BFBB-4FC9-AFED-1DD3E75FCC0B}">
      <dsp:nvSpPr>
        <dsp:cNvPr id="0" name=""/>
        <dsp:cNvSpPr/>
      </dsp:nvSpPr>
      <dsp:spPr>
        <a:xfrm>
          <a:off x="8278268" y="9867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3C3FF2-F231-4354-A8A5-FF66DE04CB49}">
      <dsp:nvSpPr>
        <dsp:cNvPr id="0" name=""/>
        <dsp:cNvSpPr/>
      </dsp:nvSpPr>
      <dsp:spPr>
        <a:xfrm>
          <a:off x="8547675" y="1256131"/>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0FEF6E-34C1-4ECA-A9CA-026F45F36395}">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MY" sz="1300" b="1" kern="1200"/>
            <a:t>Vendor Lock-in:</a:t>
          </a:r>
          <a:r>
            <a:rPr lang="en-MY" sz="1300" kern="1200"/>
            <a:t> Difficult to migrate to another provider.</a:t>
          </a:r>
          <a:endParaRPr lang="en-US" sz="1300" kern="1200"/>
        </a:p>
      </dsp:txBody>
      <dsp:txXfrm>
        <a:off x="7874157" y="2644614"/>
        <a:ext cx="2072362" cy="72000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203BA-B3D3-4B59-98B7-10CE072ED000}">
      <dsp:nvSpPr>
        <dsp:cNvPr id="0" name=""/>
        <dsp:cNvSpPr/>
      </dsp:nvSpPr>
      <dsp:spPr>
        <a:xfrm>
          <a:off x="679050" y="578168"/>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6BD442-BDB2-411C-A7FA-9C146D7425FE}">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909B54-7653-46A4-AEAE-9220D1934A0F}">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Subscription-based (Monthly/Yearly)</a:t>
          </a:r>
          <a:r>
            <a:rPr lang="en-MY" sz="1700" kern="1200"/>
            <a:t> – Netflix, Office 365</a:t>
          </a:r>
          <a:endParaRPr lang="en-US" sz="1700" kern="1200"/>
        </a:p>
      </dsp:txBody>
      <dsp:txXfrm>
        <a:off x="75768" y="3053169"/>
        <a:ext cx="3093750" cy="720000"/>
      </dsp:txXfrm>
    </dsp:sp>
    <dsp:sp modelId="{98EF8C33-3E01-4632-B527-2A36B8416B07}">
      <dsp:nvSpPr>
        <dsp:cNvPr id="0" name=""/>
        <dsp:cNvSpPr/>
      </dsp:nvSpPr>
      <dsp:spPr>
        <a:xfrm>
          <a:off x="4314206" y="578168"/>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F26792-0450-4F8F-BD55-BA2915A81BEF}">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ACA567-7A10-4D54-9757-9F4A5AEA1A90}">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Pay-as-you-go (Usage-based)</a:t>
          </a:r>
          <a:r>
            <a:rPr lang="en-MY" sz="1700" kern="1200"/>
            <a:t> – AWS Lambda, Twilio</a:t>
          </a:r>
          <a:endParaRPr lang="en-US" sz="1700" kern="1200"/>
        </a:p>
      </dsp:txBody>
      <dsp:txXfrm>
        <a:off x="3710925" y="3053169"/>
        <a:ext cx="3093750" cy="720000"/>
      </dsp:txXfrm>
    </dsp:sp>
    <dsp:sp modelId="{0FA6B782-CE0B-4A13-891F-94C24AE209AA}">
      <dsp:nvSpPr>
        <dsp:cNvPr id="0" name=""/>
        <dsp:cNvSpPr/>
      </dsp:nvSpPr>
      <dsp:spPr>
        <a:xfrm>
          <a:off x="7949362" y="578168"/>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9D6E4F-653E-496F-8190-E4F32922B7BD}">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03798D-C1E2-4355-B905-BCD20D126D18}">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Freemium (Basic free, paid premium features)</a:t>
          </a:r>
          <a:r>
            <a:rPr lang="en-MY" sz="1700" kern="1200"/>
            <a:t> – Dropbox, Slack</a:t>
          </a:r>
          <a:endParaRPr lang="en-US" sz="1700" kern="1200"/>
        </a:p>
      </dsp:txBody>
      <dsp:txXfrm>
        <a:off x="7346081" y="3053169"/>
        <a:ext cx="3093750" cy="72000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D5CB90-047E-4740-B168-713E47DC380F}">
      <dsp:nvSpPr>
        <dsp:cNvPr id="0" name=""/>
        <dsp:cNvSpPr/>
      </dsp:nvSpPr>
      <dsp:spPr>
        <a:xfrm>
          <a:off x="559800" y="534037"/>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820801-0213-4663-B416-82E6E6AF6DFB}">
      <dsp:nvSpPr>
        <dsp:cNvPr id="0" name=""/>
        <dsp:cNvSpPr/>
      </dsp:nvSpPr>
      <dsp:spPr>
        <a:xfrm>
          <a:off x="559800" y="21872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MY" sz="3600" b="1" kern="1200"/>
            <a:t>Productivity SaaS</a:t>
          </a:r>
          <a:endParaRPr lang="en-US" sz="3600" kern="1200"/>
        </a:p>
      </dsp:txBody>
      <dsp:txXfrm>
        <a:off x="559800" y="2187217"/>
        <a:ext cx="4320000" cy="648000"/>
      </dsp:txXfrm>
    </dsp:sp>
    <dsp:sp modelId="{2D02A4B2-72B6-494C-B11A-BFD5FC56616C}">
      <dsp:nvSpPr>
        <dsp:cNvPr id="0" name=""/>
        <dsp:cNvSpPr/>
      </dsp:nvSpPr>
      <dsp:spPr>
        <a:xfrm>
          <a:off x="559800" y="2900883"/>
          <a:ext cx="4320000" cy="91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MY" sz="1700" kern="1200"/>
            <a:t>Google Workspace (Docs, Sheets, Slides)</a:t>
          </a:r>
          <a:endParaRPr lang="en-US" sz="1700" kern="1200"/>
        </a:p>
        <a:p>
          <a:pPr marL="0" lvl="0" indent="0" algn="l" defTabSz="755650">
            <a:lnSpc>
              <a:spcPct val="90000"/>
            </a:lnSpc>
            <a:spcBef>
              <a:spcPct val="0"/>
            </a:spcBef>
            <a:spcAft>
              <a:spcPct val="35000"/>
            </a:spcAft>
            <a:buNone/>
          </a:pPr>
          <a:r>
            <a:rPr lang="en-MY" sz="1700" kern="1200"/>
            <a:t>Microsoft 365</a:t>
          </a:r>
          <a:endParaRPr lang="en-US" sz="1700" kern="1200"/>
        </a:p>
        <a:p>
          <a:pPr marL="0" lvl="0" indent="0" algn="l" defTabSz="755650">
            <a:lnSpc>
              <a:spcPct val="90000"/>
            </a:lnSpc>
            <a:spcBef>
              <a:spcPct val="0"/>
            </a:spcBef>
            <a:spcAft>
              <a:spcPct val="35000"/>
            </a:spcAft>
            <a:buNone/>
          </a:pPr>
          <a:r>
            <a:rPr lang="en-MY" sz="1700" kern="1200"/>
            <a:t>Dropbox</a:t>
          </a:r>
          <a:endParaRPr lang="en-US" sz="1700" kern="1200"/>
        </a:p>
      </dsp:txBody>
      <dsp:txXfrm>
        <a:off x="559800" y="2900883"/>
        <a:ext cx="4320000" cy="916417"/>
      </dsp:txXfrm>
    </dsp:sp>
    <dsp:sp modelId="{50A8081B-D9D1-491C-835F-8CA4F30611AD}">
      <dsp:nvSpPr>
        <dsp:cNvPr id="0" name=""/>
        <dsp:cNvSpPr/>
      </dsp:nvSpPr>
      <dsp:spPr>
        <a:xfrm>
          <a:off x="5635800" y="534037"/>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03B643-BE8C-443B-B9C5-6A4044979ABA}">
      <dsp:nvSpPr>
        <dsp:cNvPr id="0" name=""/>
        <dsp:cNvSpPr/>
      </dsp:nvSpPr>
      <dsp:spPr>
        <a:xfrm>
          <a:off x="5635800" y="21872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MY" sz="3600" b="1" kern="1200"/>
            <a:t>CRM SaaS</a:t>
          </a:r>
          <a:endParaRPr lang="en-US" sz="3600" kern="1200"/>
        </a:p>
      </dsp:txBody>
      <dsp:txXfrm>
        <a:off x="5635800" y="2187217"/>
        <a:ext cx="4320000" cy="648000"/>
      </dsp:txXfrm>
    </dsp:sp>
    <dsp:sp modelId="{7A92FF53-548C-4430-8657-3E30090AB28A}">
      <dsp:nvSpPr>
        <dsp:cNvPr id="0" name=""/>
        <dsp:cNvSpPr/>
      </dsp:nvSpPr>
      <dsp:spPr>
        <a:xfrm>
          <a:off x="5635800" y="2900883"/>
          <a:ext cx="4320000" cy="91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MY" sz="1700" kern="1200"/>
            <a:t>Salesforce</a:t>
          </a:r>
          <a:endParaRPr lang="en-US" sz="1700" kern="1200"/>
        </a:p>
        <a:p>
          <a:pPr marL="0" lvl="0" indent="0" algn="l" defTabSz="755650">
            <a:lnSpc>
              <a:spcPct val="90000"/>
            </a:lnSpc>
            <a:spcBef>
              <a:spcPct val="0"/>
            </a:spcBef>
            <a:spcAft>
              <a:spcPct val="35000"/>
            </a:spcAft>
            <a:buNone/>
          </a:pPr>
          <a:r>
            <a:rPr lang="en-MY" sz="1700" kern="1200"/>
            <a:t>HubSpot</a:t>
          </a:r>
          <a:endParaRPr lang="en-US" sz="1700" kern="1200"/>
        </a:p>
        <a:p>
          <a:pPr marL="0" lvl="0" indent="0" algn="l" defTabSz="755650">
            <a:lnSpc>
              <a:spcPct val="90000"/>
            </a:lnSpc>
            <a:spcBef>
              <a:spcPct val="0"/>
            </a:spcBef>
            <a:spcAft>
              <a:spcPct val="35000"/>
            </a:spcAft>
            <a:buNone/>
          </a:pPr>
          <a:r>
            <a:rPr lang="en-MY" sz="1700" kern="1200"/>
            <a:t>Zoho CRM</a:t>
          </a:r>
          <a:endParaRPr lang="en-US" sz="1700" kern="1200"/>
        </a:p>
      </dsp:txBody>
      <dsp:txXfrm>
        <a:off x="5635800" y="2900883"/>
        <a:ext cx="4320000" cy="916417"/>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F12E2-27D3-4A81-9FFC-4E3EAB2B90F7}">
      <dsp:nvSpPr>
        <dsp:cNvPr id="0" name=""/>
        <dsp:cNvSpPr/>
      </dsp:nvSpPr>
      <dsp:spPr>
        <a:xfrm>
          <a:off x="559800" y="534037"/>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34B472-5014-43CC-B856-D71DAB7CFC74}">
      <dsp:nvSpPr>
        <dsp:cNvPr id="0" name=""/>
        <dsp:cNvSpPr/>
      </dsp:nvSpPr>
      <dsp:spPr>
        <a:xfrm>
          <a:off x="559800" y="21872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11300">
            <a:lnSpc>
              <a:spcPct val="90000"/>
            </a:lnSpc>
            <a:spcBef>
              <a:spcPct val="0"/>
            </a:spcBef>
            <a:spcAft>
              <a:spcPct val="35000"/>
            </a:spcAft>
            <a:buNone/>
            <a:defRPr b="1"/>
          </a:pPr>
          <a:r>
            <a:rPr lang="en-MY" sz="3400" kern="1200"/>
            <a:t>Communication SaaS</a:t>
          </a:r>
          <a:endParaRPr lang="en-US" sz="3400" kern="1200"/>
        </a:p>
      </dsp:txBody>
      <dsp:txXfrm>
        <a:off x="559800" y="2187217"/>
        <a:ext cx="4320000" cy="648000"/>
      </dsp:txXfrm>
    </dsp:sp>
    <dsp:sp modelId="{90B2D88F-9044-4B24-8DC0-80BA02D772F0}">
      <dsp:nvSpPr>
        <dsp:cNvPr id="0" name=""/>
        <dsp:cNvSpPr/>
      </dsp:nvSpPr>
      <dsp:spPr>
        <a:xfrm>
          <a:off x="559800" y="2900883"/>
          <a:ext cx="4320000" cy="91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MY" sz="1700" kern="1200"/>
            <a:t>Slack</a:t>
          </a:r>
          <a:endParaRPr lang="en-US" sz="1700" kern="1200"/>
        </a:p>
        <a:p>
          <a:pPr marL="0" lvl="0" indent="0" algn="l" defTabSz="755650">
            <a:lnSpc>
              <a:spcPct val="90000"/>
            </a:lnSpc>
            <a:spcBef>
              <a:spcPct val="0"/>
            </a:spcBef>
            <a:spcAft>
              <a:spcPct val="35000"/>
            </a:spcAft>
            <a:buNone/>
          </a:pPr>
          <a:r>
            <a:rPr lang="en-MY" sz="1700" kern="1200"/>
            <a:t>Zoom</a:t>
          </a:r>
          <a:endParaRPr lang="en-US" sz="1700" kern="1200"/>
        </a:p>
        <a:p>
          <a:pPr marL="0" lvl="0" indent="0" algn="l" defTabSz="755650">
            <a:lnSpc>
              <a:spcPct val="90000"/>
            </a:lnSpc>
            <a:spcBef>
              <a:spcPct val="0"/>
            </a:spcBef>
            <a:spcAft>
              <a:spcPct val="35000"/>
            </a:spcAft>
            <a:buNone/>
          </a:pPr>
          <a:r>
            <a:rPr lang="en-MY" sz="1700" kern="1200"/>
            <a:t>Microsoft Teams</a:t>
          </a:r>
          <a:endParaRPr lang="en-US" sz="1700" kern="1200"/>
        </a:p>
      </dsp:txBody>
      <dsp:txXfrm>
        <a:off x="559800" y="2900883"/>
        <a:ext cx="4320000" cy="916417"/>
      </dsp:txXfrm>
    </dsp:sp>
    <dsp:sp modelId="{32412ABE-5CDF-44E7-9A36-B78FFA621665}">
      <dsp:nvSpPr>
        <dsp:cNvPr id="0" name=""/>
        <dsp:cNvSpPr/>
      </dsp:nvSpPr>
      <dsp:spPr>
        <a:xfrm>
          <a:off x="5635800" y="534037"/>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73EB76-FE8F-41BD-876E-8A21ED770DD2}">
      <dsp:nvSpPr>
        <dsp:cNvPr id="0" name=""/>
        <dsp:cNvSpPr/>
      </dsp:nvSpPr>
      <dsp:spPr>
        <a:xfrm>
          <a:off x="5635800" y="21872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11300">
            <a:lnSpc>
              <a:spcPct val="90000"/>
            </a:lnSpc>
            <a:spcBef>
              <a:spcPct val="0"/>
            </a:spcBef>
            <a:spcAft>
              <a:spcPct val="35000"/>
            </a:spcAft>
            <a:buNone/>
            <a:defRPr b="1"/>
          </a:pPr>
          <a:r>
            <a:rPr lang="en-MY" sz="3400" kern="1200"/>
            <a:t>E-commerce SaaS</a:t>
          </a:r>
          <a:endParaRPr lang="en-US" sz="3400" kern="1200"/>
        </a:p>
      </dsp:txBody>
      <dsp:txXfrm>
        <a:off x="5635800" y="2187217"/>
        <a:ext cx="4320000" cy="648000"/>
      </dsp:txXfrm>
    </dsp:sp>
    <dsp:sp modelId="{7CB7EB19-6359-4E54-940B-0B83514349AD}">
      <dsp:nvSpPr>
        <dsp:cNvPr id="0" name=""/>
        <dsp:cNvSpPr/>
      </dsp:nvSpPr>
      <dsp:spPr>
        <a:xfrm>
          <a:off x="5635800" y="2900883"/>
          <a:ext cx="4320000" cy="91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MY" sz="1700" kern="1200"/>
            <a:t>Shopify</a:t>
          </a:r>
          <a:endParaRPr lang="en-US" sz="1700" kern="1200"/>
        </a:p>
        <a:p>
          <a:pPr marL="0" lvl="0" indent="0" algn="l" defTabSz="755650">
            <a:lnSpc>
              <a:spcPct val="90000"/>
            </a:lnSpc>
            <a:spcBef>
              <a:spcPct val="0"/>
            </a:spcBef>
            <a:spcAft>
              <a:spcPct val="35000"/>
            </a:spcAft>
            <a:buNone/>
          </a:pPr>
          <a:r>
            <a:rPr lang="en-MY" sz="1700" kern="1200"/>
            <a:t>BigCommerce</a:t>
          </a:r>
          <a:endParaRPr lang="en-US" sz="1700" kern="1200"/>
        </a:p>
        <a:p>
          <a:pPr marL="0" lvl="0" indent="0" algn="l" defTabSz="755650">
            <a:lnSpc>
              <a:spcPct val="90000"/>
            </a:lnSpc>
            <a:spcBef>
              <a:spcPct val="0"/>
            </a:spcBef>
            <a:spcAft>
              <a:spcPct val="35000"/>
            </a:spcAft>
            <a:buNone/>
          </a:pPr>
          <a:r>
            <a:rPr lang="en-MY" sz="1700" kern="1200"/>
            <a:t>Wix</a:t>
          </a:r>
          <a:endParaRPr lang="en-US" sz="1700" kern="1200"/>
        </a:p>
      </dsp:txBody>
      <dsp:txXfrm>
        <a:off x="5635800" y="2900883"/>
        <a:ext cx="4320000" cy="91641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32226-6621-B544-AD4C-5E56782CA32C}">
      <dsp:nvSpPr>
        <dsp:cNvPr id="0" name=""/>
        <dsp:cNvSpPr/>
      </dsp:nvSpPr>
      <dsp:spPr>
        <a:xfrm>
          <a:off x="0" y="3720030"/>
          <a:ext cx="2626614" cy="813851"/>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805" tIns="135128" rIns="186805" bIns="135128" numCol="1" spcCol="1270" anchor="ctr" anchorCtr="0">
          <a:noAutofit/>
        </a:bodyPr>
        <a:lstStyle/>
        <a:p>
          <a:pPr marL="0" lvl="0" indent="0" algn="ctr" defTabSz="844550">
            <a:lnSpc>
              <a:spcPct val="90000"/>
            </a:lnSpc>
            <a:spcBef>
              <a:spcPct val="0"/>
            </a:spcBef>
            <a:spcAft>
              <a:spcPct val="35000"/>
            </a:spcAft>
            <a:buNone/>
          </a:pPr>
          <a:r>
            <a:rPr lang="en-MY" sz="1900" b="1" kern="1200"/>
            <a:t>4. SaaS in Cybersecurity</a:t>
          </a:r>
          <a:endParaRPr lang="en-US" sz="1900" kern="1200"/>
        </a:p>
      </dsp:txBody>
      <dsp:txXfrm>
        <a:off x="0" y="3720030"/>
        <a:ext cx="2626614" cy="813851"/>
      </dsp:txXfrm>
    </dsp:sp>
    <dsp:sp modelId="{76388E5B-26C9-7A4F-9122-C07563906F59}">
      <dsp:nvSpPr>
        <dsp:cNvPr id="0" name=""/>
        <dsp:cNvSpPr/>
      </dsp:nvSpPr>
      <dsp:spPr>
        <a:xfrm>
          <a:off x="2626614" y="3720030"/>
          <a:ext cx="7879842" cy="81385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840" tIns="165100" rIns="159840" bIns="165100" numCol="1" spcCol="1270" anchor="ctr" anchorCtr="0">
          <a:noAutofit/>
        </a:bodyPr>
        <a:lstStyle/>
        <a:p>
          <a:pPr marL="0" lvl="0" indent="0" algn="l" defTabSz="577850">
            <a:lnSpc>
              <a:spcPct val="90000"/>
            </a:lnSpc>
            <a:spcBef>
              <a:spcPct val="0"/>
            </a:spcBef>
            <a:spcAft>
              <a:spcPct val="35000"/>
            </a:spcAft>
            <a:buNone/>
          </a:pPr>
          <a:r>
            <a:rPr lang="en-MY" sz="1300" kern="1200"/>
            <a:t>Cloud-based security solutions (Cloudflare, Norton)</a:t>
          </a:r>
          <a:endParaRPr lang="en-US" sz="1300" kern="1200"/>
        </a:p>
      </dsp:txBody>
      <dsp:txXfrm>
        <a:off x="2626614" y="3720030"/>
        <a:ext cx="7879842" cy="813851"/>
      </dsp:txXfrm>
    </dsp:sp>
    <dsp:sp modelId="{12D712E6-D4F6-CB49-BF8D-A1D8400FB7D2}">
      <dsp:nvSpPr>
        <dsp:cNvPr id="0" name=""/>
        <dsp:cNvSpPr/>
      </dsp:nvSpPr>
      <dsp:spPr>
        <a:xfrm rot="10800000">
          <a:off x="0" y="2480534"/>
          <a:ext cx="2626614" cy="1251703"/>
        </a:xfrm>
        <a:prstGeom prst="upArrowCallout">
          <a:avLst>
            <a:gd name="adj1" fmla="val 5000"/>
            <a:gd name="adj2" fmla="val 10000"/>
            <a:gd name="adj3" fmla="val 15000"/>
            <a:gd name="adj4" fmla="val 64977"/>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805" tIns="135128" rIns="186805" bIns="135128" numCol="1" spcCol="1270" anchor="ctr" anchorCtr="0">
          <a:noAutofit/>
        </a:bodyPr>
        <a:lstStyle/>
        <a:p>
          <a:pPr marL="0" lvl="0" indent="0" algn="ctr" defTabSz="844550">
            <a:lnSpc>
              <a:spcPct val="90000"/>
            </a:lnSpc>
            <a:spcBef>
              <a:spcPct val="0"/>
            </a:spcBef>
            <a:spcAft>
              <a:spcPct val="35000"/>
            </a:spcAft>
            <a:buNone/>
          </a:pPr>
          <a:r>
            <a:rPr lang="en-MY" sz="1900" b="1" kern="1200"/>
            <a:t>3. SaaS in Healthcare</a:t>
          </a:r>
          <a:endParaRPr lang="en-US" sz="1900" kern="1200"/>
        </a:p>
      </dsp:txBody>
      <dsp:txXfrm rot="-10800000">
        <a:off x="0" y="2480534"/>
        <a:ext cx="2626614" cy="813607"/>
      </dsp:txXfrm>
    </dsp:sp>
    <dsp:sp modelId="{8BE98EFD-AD2C-3144-BE80-997943B0823F}">
      <dsp:nvSpPr>
        <dsp:cNvPr id="0" name=""/>
        <dsp:cNvSpPr/>
      </dsp:nvSpPr>
      <dsp:spPr>
        <a:xfrm>
          <a:off x="2626614" y="2480534"/>
          <a:ext cx="7879842" cy="813607"/>
        </a:xfrm>
        <a:prstGeom prst="rect">
          <a:avLst/>
        </a:prstGeom>
        <a:solidFill>
          <a:schemeClr val="accent5">
            <a:tint val="40000"/>
            <a:alpha val="90000"/>
            <a:hueOff val="-3981555"/>
            <a:satOff val="889"/>
            <a:lumOff val="134"/>
            <a:alphaOff val="0"/>
          </a:schemeClr>
        </a:solidFill>
        <a:ln w="19050" cap="flat" cmpd="sng" algn="ctr">
          <a:solidFill>
            <a:schemeClr val="accent5">
              <a:tint val="40000"/>
              <a:alpha val="90000"/>
              <a:hueOff val="-3981555"/>
              <a:satOff val="889"/>
              <a:lumOff val="1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840" tIns="165100" rIns="159840" bIns="165100" numCol="1" spcCol="1270" anchor="ctr" anchorCtr="0">
          <a:noAutofit/>
        </a:bodyPr>
        <a:lstStyle/>
        <a:p>
          <a:pPr marL="0" lvl="0" indent="0" algn="l" defTabSz="577850">
            <a:lnSpc>
              <a:spcPct val="90000"/>
            </a:lnSpc>
            <a:spcBef>
              <a:spcPct val="0"/>
            </a:spcBef>
            <a:spcAft>
              <a:spcPct val="35000"/>
            </a:spcAft>
            <a:buNone/>
          </a:pPr>
          <a:r>
            <a:rPr lang="en-MY" sz="1300" kern="1200"/>
            <a:t>Electronic Health Records (EHR) systems (Athenahealth)</a:t>
          </a:r>
          <a:endParaRPr lang="en-US" sz="1300" kern="1200"/>
        </a:p>
      </dsp:txBody>
      <dsp:txXfrm>
        <a:off x="2626614" y="2480534"/>
        <a:ext cx="7879842" cy="813607"/>
      </dsp:txXfrm>
    </dsp:sp>
    <dsp:sp modelId="{D6986DE2-6BE6-B941-93B2-022E35C0022F}">
      <dsp:nvSpPr>
        <dsp:cNvPr id="0" name=""/>
        <dsp:cNvSpPr/>
      </dsp:nvSpPr>
      <dsp:spPr>
        <a:xfrm rot="10800000">
          <a:off x="0" y="1241038"/>
          <a:ext cx="2626614" cy="1251703"/>
        </a:xfrm>
        <a:prstGeom prst="upArrowCallout">
          <a:avLst>
            <a:gd name="adj1" fmla="val 5000"/>
            <a:gd name="adj2" fmla="val 10000"/>
            <a:gd name="adj3" fmla="val 15000"/>
            <a:gd name="adj4" fmla="val 64977"/>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805" tIns="135128" rIns="186805" bIns="135128" numCol="1" spcCol="1270" anchor="ctr" anchorCtr="0">
          <a:noAutofit/>
        </a:bodyPr>
        <a:lstStyle/>
        <a:p>
          <a:pPr marL="0" lvl="0" indent="0" algn="ctr" defTabSz="844550">
            <a:lnSpc>
              <a:spcPct val="90000"/>
            </a:lnSpc>
            <a:spcBef>
              <a:spcPct val="0"/>
            </a:spcBef>
            <a:spcAft>
              <a:spcPct val="35000"/>
            </a:spcAft>
            <a:buNone/>
          </a:pPr>
          <a:r>
            <a:rPr lang="en-MY" sz="1900" b="1" kern="1200"/>
            <a:t>2. SaaS in Education</a:t>
          </a:r>
          <a:endParaRPr lang="en-US" sz="1900" kern="1200"/>
        </a:p>
      </dsp:txBody>
      <dsp:txXfrm rot="-10800000">
        <a:off x="0" y="1241038"/>
        <a:ext cx="2626614" cy="813607"/>
      </dsp:txXfrm>
    </dsp:sp>
    <dsp:sp modelId="{2F665E98-5F41-6646-A3BB-1ABAEF18E19E}">
      <dsp:nvSpPr>
        <dsp:cNvPr id="0" name=""/>
        <dsp:cNvSpPr/>
      </dsp:nvSpPr>
      <dsp:spPr>
        <a:xfrm>
          <a:off x="2626614" y="1241038"/>
          <a:ext cx="7879842" cy="813607"/>
        </a:xfrm>
        <a:prstGeom prst="rect">
          <a:avLst/>
        </a:prstGeom>
        <a:solidFill>
          <a:schemeClr val="accent5">
            <a:tint val="40000"/>
            <a:alpha val="90000"/>
            <a:hueOff val="-7963110"/>
            <a:satOff val="1778"/>
            <a:lumOff val="267"/>
            <a:alphaOff val="0"/>
          </a:schemeClr>
        </a:solidFill>
        <a:ln w="19050" cap="flat" cmpd="sng" algn="ctr">
          <a:solidFill>
            <a:schemeClr val="accent5">
              <a:tint val="40000"/>
              <a:alpha val="90000"/>
              <a:hueOff val="-7963110"/>
              <a:satOff val="1778"/>
              <a:lumOff val="2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840" tIns="165100" rIns="159840" bIns="165100" numCol="1" spcCol="1270" anchor="ctr" anchorCtr="0">
          <a:noAutofit/>
        </a:bodyPr>
        <a:lstStyle/>
        <a:p>
          <a:pPr marL="0" lvl="0" indent="0" algn="l" defTabSz="577850">
            <a:lnSpc>
              <a:spcPct val="90000"/>
            </a:lnSpc>
            <a:spcBef>
              <a:spcPct val="0"/>
            </a:spcBef>
            <a:spcAft>
              <a:spcPct val="35000"/>
            </a:spcAft>
            <a:buNone/>
          </a:pPr>
          <a:r>
            <a:rPr lang="en-MY" sz="1300" kern="1200"/>
            <a:t>Online Learning (Coursera, Udemy)</a:t>
          </a:r>
          <a:endParaRPr lang="en-US" sz="1300" kern="1200"/>
        </a:p>
        <a:p>
          <a:pPr marL="0" lvl="0" indent="0" algn="l" defTabSz="577850">
            <a:lnSpc>
              <a:spcPct val="90000"/>
            </a:lnSpc>
            <a:spcBef>
              <a:spcPct val="0"/>
            </a:spcBef>
            <a:spcAft>
              <a:spcPct val="35000"/>
            </a:spcAft>
            <a:buNone/>
          </a:pPr>
          <a:r>
            <a:rPr lang="en-MY" sz="1300" kern="1200"/>
            <a:t>Virtual Classrooms (Google Classroom)</a:t>
          </a:r>
          <a:endParaRPr lang="en-US" sz="1300" kern="1200"/>
        </a:p>
      </dsp:txBody>
      <dsp:txXfrm>
        <a:off x="2626614" y="1241038"/>
        <a:ext cx="7879842" cy="813607"/>
      </dsp:txXfrm>
    </dsp:sp>
    <dsp:sp modelId="{8D53C96E-8238-F64B-BDE9-85144C26D0FF}">
      <dsp:nvSpPr>
        <dsp:cNvPr id="0" name=""/>
        <dsp:cNvSpPr/>
      </dsp:nvSpPr>
      <dsp:spPr>
        <a:xfrm rot="10800000">
          <a:off x="0" y="1541"/>
          <a:ext cx="2626614" cy="1251703"/>
        </a:xfrm>
        <a:prstGeom prst="upArrowCallout">
          <a:avLst>
            <a:gd name="adj1" fmla="val 5000"/>
            <a:gd name="adj2" fmla="val 10000"/>
            <a:gd name="adj3" fmla="val 15000"/>
            <a:gd name="adj4" fmla="val 64977"/>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805" tIns="135128" rIns="186805" bIns="135128" numCol="1" spcCol="1270" anchor="ctr" anchorCtr="0">
          <a:noAutofit/>
        </a:bodyPr>
        <a:lstStyle/>
        <a:p>
          <a:pPr marL="0" lvl="0" indent="0" algn="ctr" defTabSz="844550">
            <a:lnSpc>
              <a:spcPct val="90000"/>
            </a:lnSpc>
            <a:spcBef>
              <a:spcPct val="0"/>
            </a:spcBef>
            <a:spcAft>
              <a:spcPct val="35000"/>
            </a:spcAft>
            <a:buNone/>
          </a:pPr>
          <a:r>
            <a:rPr lang="en-MY" sz="1900" b="1" kern="1200"/>
            <a:t>1. SaaS in Business</a:t>
          </a:r>
          <a:endParaRPr lang="en-US" sz="1900" kern="1200"/>
        </a:p>
      </dsp:txBody>
      <dsp:txXfrm rot="-10800000">
        <a:off x="0" y="1541"/>
        <a:ext cx="2626614" cy="813607"/>
      </dsp:txXfrm>
    </dsp:sp>
    <dsp:sp modelId="{25BE1B00-1C6D-F44E-9D6E-7FC5E8328D99}">
      <dsp:nvSpPr>
        <dsp:cNvPr id="0" name=""/>
        <dsp:cNvSpPr/>
      </dsp:nvSpPr>
      <dsp:spPr>
        <a:xfrm>
          <a:off x="2626614" y="1541"/>
          <a:ext cx="7879842" cy="813607"/>
        </a:xfrm>
        <a:prstGeom prst="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840" tIns="165100" rIns="159840" bIns="165100" numCol="1" spcCol="1270" anchor="ctr" anchorCtr="0">
          <a:noAutofit/>
        </a:bodyPr>
        <a:lstStyle/>
        <a:p>
          <a:pPr marL="0" lvl="0" indent="0" algn="l" defTabSz="577850">
            <a:lnSpc>
              <a:spcPct val="90000"/>
            </a:lnSpc>
            <a:spcBef>
              <a:spcPct val="0"/>
            </a:spcBef>
            <a:spcAft>
              <a:spcPct val="35000"/>
            </a:spcAft>
            <a:buNone/>
          </a:pPr>
          <a:r>
            <a:rPr lang="en-MY" sz="1300" kern="1200"/>
            <a:t>Cloud-based accounting (QuickBooks)</a:t>
          </a:r>
          <a:endParaRPr lang="en-US" sz="1300" kern="1200"/>
        </a:p>
        <a:p>
          <a:pPr marL="0" lvl="0" indent="0" algn="l" defTabSz="577850">
            <a:lnSpc>
              <a:spcPct val="90000"/>
            </a:lnSpc>
            <a:spcBef>
              <a:spcPct val="0"/>
            </a:spcBef>
            <a:spcAft>
              <a:spcPct val="35000"/>
            </a:spcAft>
            <a:buNone/>
          </a:pPr>
          <a:r>
            <a:rPr lang="en-MY" sz="1300" kern="1200"/>
            <a:t>HR &amp; Payroll (BambooHR, Workday)</a:t>
          </a:r>
          <a:endParaRPr lang="en-US" sz="1300" kern="1200"/>
        </a:p>
      </dsp:txBody>
      <dsp:txXfrm>
        <a:off x="2626614" y="1541"/>
        <a:ext cx="7879842" cy="81360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3ED19-89C2-4F60-882D-5E979923BF78}">
      <dsp:nvSpPr>
        <dsp:cNvPr id="0" name=""/>
        <dsp:cNvSpPr/>
      </dsp:nvSpPr>
      <dsp:spPr>
        <a:xfrm>
          <a:off x="1167993" y="421040"/>
          <a:ext cx="1292537" cy="12925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587C50-732A-4C65-A229-6D876F05EFB4}">
      <dsp:nvSpPr>
        <dsp:cNvPr id="0" name=""/>
        <dsp:cNvSpPr/>
      </dsp:nvSpPr>
      <dsp:spPr>
        <a:xfrm>
          <a:off x="378109" y="2068861"/>
          <a:ext cx="2872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b="1" kern="1200"/>
            <a:t>Data Privacy:</a:t>
          </a:r>
          <a:r>
            <a:rPr lang="en-MY" sz="2000" kern="1200"/>
            <a:t> Ensure GDPR &amp; compliance.</a:t>
          </a:r>
          <a:endParaRPr lang="en-US" sz="2000" kern="1200"/>
        </a:p>
      </dsp:txBody>
      <dsp:txXfrm>
        <a:off x="378109" y="2068861"/>
        <a:ext cx="2872305" cy="720000"/>
      </dsp:txXfrm>
    </dsp:sp>
    <dsp:sp modelId="{3A42D17B-AE5C-438A-AC42-DFC151F1F16C}">
      <dsp:nvSpPr>
        <dsp:cNvPr id="0" name=""/>
        <dsp:cNvSpPr/>
      </dsp:nvSpPr>
      <dsp:spPr>
        <a:xfrm>
          <a:off x="4542951" y="421040"/>
          <a:ext cx="1292537" cy="12925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8A8787-086E-4344-9CE9-6372FF568653}">
      <dsp:nvSpPr>
        <dsp:cNvPr id="0" name=""/>
        <dsp:cNvSpPr/>
      </dsp:nvSpPr>
      <dsp:spPr>
        <a:xfrm>
          <a:off x="3753067" y="2068861"/>
          <a:ext cx="2872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b="1" kern="1200"/>
            <a:t>Downtime Risks:</a:t>
          </a:r>
          <a:r>
            <a:rPr lang="en-MY" sz="2000" kern="1200"/>
            <a:t> Choose reliable providers.</a:t>
          </a:r>
          <a:endParaRPr lang="en-US" sz="2000" kern="1200"/>
        </a:p>
      </dsp:txBody>
      <dsp:txXfrm>
        <a:off x="3753067" y="2068861"/>
        <a:ext cx="2872305" cy="720000"/>
      </dsp:txXfrm>
    </dsp:sp>
    <dsp:sp modelId="{67893680-04CD-41BA-8BCA-02D4AECE4A33}">
      <dsp:nvSpPr>
        <dsp:cNvPr id="0" name=""/>
        <dsp:cNvSpPr/>
      </dsp:nvSpPr>
      <dsp:spPr>
        <a:xfrm>
          <a:off x="7917909" y="421040"/>
          <a:ext cx="1292537" cy="12925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881AA8-BCAF-4861-8E41-83B955ECBF11}">
      <dsp:nvSpPr>
        <dsp:cNvPr id="0" name=""/>
        <dsp:cNvSpPr/>
      </dsp:nvSpPr>
      <dsp:spPr>
        <a:xfrm>
          <a:off x="7128025" y="2068861"/>
          <a:ext cx="2872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b="1" kern="1200"/>
            <a:t>Cybersecurity Threats:</a:t>
          </a:r>
          <a:r>
            <a:rPr lang="en-MY" sz="2000" kern="1200"/>
            <a:t> Use MFA, encryption.</a:t>
          </a:r>
          <a:endParaRPr lang="en-US" sz="2000" kern="1200"/>
        </a:p>
      </dsp:txBody>
      <dsp:txXfrm>
        <a:off x="7128025" y="2068861"/>
        <a:ext cx="2872305" cy="72000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69263-2E7F-FC4C-89C7-0AE6E136A352}">
      <dsp:nvSpPr>
        <dsp:cNvPr id="0" name=""/>
        <dsp:cNvSpPr/>
      </dsp:nvSpPr>
      <dsp:spPr>
        <a:xfrm>
          <a:off x="0" y="38658"/>
          <a:ext cx="6798539" cy="11536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MY" sz="2900" kern="1200"/>
            <a:t>- Software that manages virtualized resources in a cloud</a:t>
          </a:r>
          <a:endParaRPr lang="en-US" sz="2900" kern="1200"/>
        </a:p>
      </dsp:txBody>
      <dsp:txXfrm>
        <a:off x="56315" y="94973"/>
        <a:ext cx="6685909" cy="1040990"/>
      </dsp:txXfrm>
    </dsp:sp>
    <dsp:sp modelId="{AFC926C9-B3A0-6143-8CF4-2104FB82CAFC}">
      <dsp:nvSpPr>
        <dsp:cNvPr id="0" name=""/>
        <dsp:cNvSpPr/>
      </dsp:nvSpPr>
      <dsp:spPr>
        <a:xfrm>
          <a:off x="0" y="1275798"/>
          <a:ext cx="6798539" cy="115362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MY" sz="2900" kern="1200"/>
            <a:t>Examples: OpenStack, VMware vSphere, Proxmox, Eucalyptus</a:t>
          </a:r>
          <a:endParaRPr lang="en-US" sz="2900" kern="1200"/>
        </a:p>
      </dsp:txBody>
      <dsp:txXfrm>
        <a:off x="56315" y="1332113"/>
        <a:ext cx="6685909" cy="1040990"/>
      </dsp:txXfrm>
    </dsp:sp>
    <dsp:sp modelId="{66EA2546-FED0-7740-957C-0832935218F9}">
      <dsp:nvSpPr>
        <dsp:cNvPr id="0" name=""/>
        <dsp:cNvSpPr/>
      </dsp:nvSpPr>
      <dsp:spPr>
        <a:xfrm>
          <a:off x="0" y="2512938"/>
          <a:ext cx="6798539" cy="115362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MY" sz="2900" kern="1200"/>
            <a:t>Acts as the “invisible caretaker” of virtual resources</a:t>
          </a:r>
          <a:endParaRPr lang="en-US" sz="2900" kern="1200"/>
        </a:p>
      </dsp:txBody>
      <dsp:txXfrm>
        <a:off x="56315" y="2569253"/>
        <a:ext cx="6685909" cy="104099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FCAD2C-B1CD-4071-B51D-F26B096F3A94}">
      <dsp:nvSpPr>
        <dsp:cNvPr id="0" name=""/>
        <dsp:cNvSpPr/>
      </dsp:nvSpPr>
      <dsp:spPr>
        <a:xfrm>
          <a:off x="438504" y="1295266"/>
          <a:ext cx="715078" cy="7150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24E521-377E-4966-9EAC-56813B317B2D}">
      <dsp:nvSpPr>
        <dsp:cNvPr id="0" name=""/>
        <dsp:cNvSpPr/>
      </dsp:nvSpPr>
      <dsp:spPr>
        <a:xfrm>
          <a:off x="1512" y="2261913"/>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MY" sz="2100" kern="1200"/>
            <a:t>Provisioning VMs</a:t>
          </a:r>
          <a:endParaRPr lang="en-US" sz="2100" kern="1200"/>
        </a:p>
      </dsp:txBody>
      <dsp:txXfrm>
        <a:off x="1512" y="2261913"/>
        <a:ext cx="1589062" cy="635625"/>
      </dsp:txXfrm>
    </dsp:sp>
    <dsp:sp modelId="{7F9AA9FF-CB55-40AA-B372-F091C101A0A6}">
      <dsp:nvSpPr>
        <dsp:cNvPr id="0" name=""/>
        <dsp:cNvSpPr/>
      </dsp:nvSpPr>
      <dsp:spPr>
        <a:xfrm>
          <a:off x="2305652" y="1295266"/>
          <a:ext cx="715078" cy="7150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2E432-B6AE-4ED0-8191-CC47FEBFE4F8}">
      <dsp:nvSpPr>
        <dsp:cNvPr id="0" name=""/>
        <dsp:cNvSpPr/>
      </dsp:nvSpPr>
      <dsp:spPr>
        <a:xfrm>
          <a:off x="1868660" y="2261913"/>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MY" sz="2100" kern="1200"/>
            <a:t>Networking configuration</a:t>
          </a:r>
          <a:endParaRPr lang="en-US" sz="2100" kern="1200"/>
        </a:p>
      </dsp:txBody>
      <dsp:txXfrm>
        <a:off x="1868660" y="2261913"/>
        <a:ext cx="1589062" cy="635625"/>
      </dsp:txXfrm>
    </dsp:sp>
    <dsp:sp modelId="{7A52EBDA-E83E-4E6A-8E84-5F721D732A01}">
      <dsp:nvSpPr>
        <dsp:cNvPr id="0" name=""/>
        <dsp:cNvSpPr/>
      </dsp:nvSpPr>
      <dsp:spPr>
        <a:xfrm>
          <a:off x="4172801" y="1295266"/>
          <a:ext cx="715078" cy="7150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28B45E-6F3E-4D45-9EAC-E03769BA8842}">
      <dsp:nvSpPr>
        <dsp:cNvPr id="0" name=""/>
        <dsp:cNvSpPr/>
      </dsp:nvSpPr>
      <dsp:spPr>
        <a:xfrm>
          <a:off x="3735809" y="2261913"/>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MY" sz="2100" kern="1200"/>
            <a:t>Storage management</a:t>
          </a:r>
          <a:endParaRPr lang="en-US" sz="2100" kern="1200"/>
        </a:p>
      </dsp:txBody>
      <dsp:txXfrm>
        <a:off x="3735809" y="2261913"/>
        <a:ext cx="1589062" cy="635625"/>
      </dsp:txXfrm>
    </dsp:sp>
    <dsp:sp modelId="{D7070543-392E-43FC-8ECF-B2E45B684CD4}">
      <dsp:nvSpPr>
        <dsp:cNvPr id="0" name=""/>
        <dsp:cNvSpPr/>
      </dsp:nvSpPr>
      <dsp:spPr>
        <a:xfrm>
          <a:off x="6039949" y="1295266"/>
          <a:ext cx="715078" cy="7150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5491CA-CEDE-459B-B96D-C6D9C7D2EC3B}">
      <dsp:nvSpPr>
        <dsp:cNvPr id="0" name=""/>
        <dsp:cNvSpPr/>
      </dsp:nvSpPr>
      <dsp:spPr>
        <a:xfrm>
          <a:off x="5602957" y="2261913"/>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MY" sz="2100" kern="1200"/>
            <a:t>Resource scheduling</a:t>
          </a:r>
          <a:endParaRPr lang="en-US" sz="2100" kern="1200"/>
        </a:p>
      </dsp:txBody>
      <dsp:txXfrm>
        <a:off x="5602957" y="2261913"/>
        <a:ext cx="1589062" cy="635625"/>
      </dsp:txXfrm>
    </dsp:sp>
    <dsp:sp modelId="{C72440DA-C8C9-4B87-84AB-7FE0494ACCB3}">
      <dsp:nvSpPr>
        <dsp:cNvPr id="0" name=""/>
        <dsp:cNvSpPr/>
      </dsp:nvSpPr>
      <dsp:spPr>
        <a:xfrm>
          <a:off x="7907098" y="1295266"/>
          <a:ext cx="715078" cy="7150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00FA24-B530-4935-8F92-BBB0B2091219}">
      <dsp:nvSpPr>
        <dsp:cNvPr id="0" name=""/>
        <dsp:cNvSpPr/>
      </dsp:nvSpPr>
      <dsp:spPr>
        <a:xfrm>
          <a:off x="7470105" y="2261913"/>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MY" sz="2100" kern="1200"/>
            <a:t>Monitoring and logging</a:t>
          </a:r>
          <a:endParaRPr lang="en-US" sz="2100" kern="1200"/>
        </a:p>
      </dsp:txBody>
      <dsp:txXfrm>
        <a:off x="7470105" y="2261913"/>
        <a:ext cx="1589062" cy="635625"/>
      </dsp:txXfrm>
    </dsp:sp>
    <dsp:sp modelId="{53D1B5A8-36CA-4AA9-A7F2-54E4B92BA7CD}">
      <dsp:nvSpPr>
        <dsp:cNvPr id="0" name=""/>
        <dsp:cNvSpPr/>
      </dsp:nvSpPr>
      <dsp:spPr>
        <a:xfrm>
          <a:off x="9774246" y="1295266"/>
          <a:ext cx="715078" cy="71507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419467-E32D-492E-87AB-1C3790E0AC6F}">
      <dsp:nvSpPr>
        <dsp:cNvPr id="0" name=""/>
        <dsp:cNvSpPr/>
      </dsp:nvSpPr>
      <dsp:spPr>
        <a:xfrm>
          <a:off x="9337254" y="2261913"/>
          <a:ext cx="1589062" cy="63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MY" sz="2100" kern="1200"/>
            <a:t>APIs for automation</a:t>
          </a:r>
          <a:endParaRPr lang="en-US" sz="2100" kern="1200"/>
        </a:p>
      </dsp:txBody>
      <dsp:txXfrm>
        <a:off x="9337254" y="2261913"/>
        <a:ext cx="1589062" cy="635625"/>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39CCA-CF2C-4BE4-9435-6F4F3659E39C}">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6EA188-7D98-4EA9-B5FB-026E6E23C6F9}">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Open-source VIM</a:t>
          </a:r>
          <a:endParaRPr lang="en-US" sz="1700" kern="1200"/>
        </a:p>
      </dsp:txBody>
      <dsp:txXfrm>
        <a:off x="59990" y="2654049"/>
        <a:ext cx="3226223" cy="720000"/>
      </dsp:txXfrm>
    </dsp:sp>
    <dsp:sp modelId="{4A5C7F30-794A-415D-9770-064BBCDE1DC5}">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8F6441-3146-43A2-B471-8C7AD2D46D61}">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Modular: Nova (compute), Neutron (network), Cinder (storage)</a:t>
          </a:r>
          <a:endParaRPr lang="en-US" sz="1700" kern="1200"/>
        </a:p>
      </dsp:txBody>
      <dsp:txXfrm>
        <a:off x="3850802" y="2654049"/>
        <a:ext cx="3226223" cy="720000"/>
      </dsp:txXfrm>
    </dsp:sp>
    <dsp:sp modelId="{DDA22D5A-3692-4751-B54C-A8D2408F7F9E}">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695FC1-FCAD-4F09-91AE-AB2448E4D21E}">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MY" sz="1700" kern="1200"/>
            <a:t>Scalable and customizable</a:t>
          </a:r>
          <a:endParaRPr lang="en-US" sz="1700" kern="1200"/>
        </a:p>
      </dsp:txBody>
      <dsp:txXfrm>
        <a:off x="7641615" y="2654049"/>
        <a:ext cx="3226223" cy="72000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25545E-9E91-4600-88DC-42ABE33F1FB5}">
      <dsp:nvSpPr>
        <dsp:cNvPr id="0" name=""/>
        <dsp:cNvSpPr/>
      </dsp:nvSpPr>
      <dsp:spPr>
        <a:xfrm>
          <a:off x="610470" y="7450"/>
          <a:ext cx="1887187" cy="188718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D1E3AA-8B98-4C75-A15C-D8486AF3FAA3}">
      <dsp:nvSpPr>
        <dsp:cNvPr id="0" name=""/>
        <dsp:cNvSpPr/>
      </dsp:nvSpPr>
      <dsp:spPr>
        <a:xfrm>
          <a:off x="1012657" y="409638"/>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F090A4-A206-47C2-818E-30401F6CB039}">
      <dsp:nvSpPr>
        <dsp:cNvPr id="0" name=""/>
        <dsp:cNvSpPr/>
      </dsp:nvSpPr>
      <dsp:spPr>
        <a:xfrm>
          <a:off x="7188"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kern="1200"/>
            <a:t>Enterprise-grade</a:t>
          </a:r>
          <a:endParaRPr lang="en-US" sz="1700" kern="1200"/>
        </a:p>
      </dsp:txBody>
      <dsp:txXfrm>
        <a:off x="7188" y="2482451"/>
        <a:ext cx="3093750" cy="720000"/>
      </dsp:txXfrm>
    </dsp:sp>
    <dsp:sp modelId="{6E91443E-4F67-4653-AFDE-C7DAFE8C7027}">
      <dsp:nvSpPr>
        <dsp:cNvPr id="0" name=""/>
        <dsp:cNvSpPr/>
      </dsp:nvSpPr>
      <dsp:spPr>
        <a:xfrm>
          <a:off x="4245626" y="7450"/>
          <a:ext cx="1887187" cy="188718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CAA749-1936-44B0-B17B-762B4AE237CF}">
      <dsp:nvSpPr>
        <dsp:cNvPr id="0" name=""/>
        <dsp:cNvSpPr/>
      </dsp:nvSpPr>
      <dsp:spPr>
        <a:xfrm>
          <a:off x="4647813" y="409638"/>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11DF12-FC80-4158-9B1A-65EB462782F5}">
      <dsp:nvSpPr>
        <dsp:cNvPr id="0" name=""/>
        <dsp:cNvSpPr/>
      </dsp:nvSpPr>
      <dsp:spPr>
        <a:xfrm>
          <a:off x="3642345"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kern="1200"/>
            <a:t>Intuitive GUI</a:t>
          </a:r>
          <a:endParaRPr lang="en-US" sz="1700" kern="1200"/>
        </a:p>
      </dsp:txBody>
      <dsp:txXfrm>
        <a:off x="3642345" y="2482451"/>
        <a:ext cx="3093750" cy="720000"/>
      </dsp:txXfrm>
    </dsp:sp>
    <dsp:sp modelId="{6FA50A97-EB58-45A3-9DA0-8C52D2E589C4}">
      <dsp:nvSpPr>
        <dsp:cNvPr id="0" name=""/>
        <dsp:cNvSpPr/>
      </dsp:nvSpPr>
      <dsp:spPr>
        <a:xfrm>
          <a:off x="7880782" y="7450"/>
          <a:ext cx="1887187" cy="188718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D4E53C-E1E2-445C-B627-644F22D4F28B}">
      <dsp:nvSpPr>
        <dsp:cNvPr id="0" name=""/>
        <dsp:cNvSpPr/>
      </dsp:nvSpPr>
      <dsp:spPr>
        <a:xfrm>
          <a:off x="8282970" y="409638"/>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D7574C-8ED6-4000-99F4-AB880B121E36}">
      <dsp:nvSpPr>
        <dsp:cNvPr id="0" name=""/>
        <dsp:cNvSpPr/>
      </dsp:nvSpPr>
      <dsp:spPr>
        <a:xfrm>
          <a:off x="7277501"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kern="1200"/>
            <a:t>Integration with other VMware tools (vCenter, vSAN)</a:t>
          </a:r>
          <a:endParaRPr lang="en-US" sz="1700" kern="1200"/>
        </a:p>
      </dsp:txBody>
      <dsp:txXfrm>
        <a:off x="7277501" y="2482451"/>
        <a:ext cx="3093750" cy="72000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EAE02-BF7D-40DC-AECB-9E3C0E6BFD85}">
      <dsp:nvSpPr>
        <dsp:cNvPr id="0" name=""/>
        <dsp:cNvSpPr/>
      </dsp:nvSpPr>
      <dsp:spPr>
        <a:xfrm>
          <a:off x="348076" y="663329"/>
          <a:ext cx="1073337" cy="10733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665CE0-0677-4647-9969-70630A7DB96A}">
      <dsp:nvSpPr>
        <dsp:cNvPr id="0" name=""/>
        <dsp:cNvSpPr/>
      </dsp:nvSpPr>
      <dsp:spPr>
        <a:xfrm>
          <a:off x="576820" y="892073"/>
          <a:ext cx="615849" cy="6158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B29FA-630E-4E8B-AE76-FA2502684AFA}">
      <dsp:nvSpPr>
        <dsp:cNvPr id="0" name=""/>
        <dsp:cNvSpPr/>
      </dsp:nvSpPr>
      <dsp:spPr>
        <a:xfrm>
          <a:off x="4960" y="2070986"/>
          <a:ext cx="1759570" cy="70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MY" sz="1600" kern="1200"/>
            <a:t>Isolation between workloads</a:t>
          </a:r>
          <a:endParaRPr lang="en-US" sz="1600" kern="1200"/>
        </a:p>
      </dsp:txBody>
      <dsp:txXfrm>
        <a:off x="4960" y="2070986"/>
        <a:ext cx="1759570" cy="703828"/>
      </dsp:txXfrm>
    </dsp:sp>
    <dsp:sp modelId="{B14DA3C9-1C52-4B9B-B9CC-D8F33046FAE4}">
      <dsp:nvSpPr>
        <dsp:cNvPr id="0" name=""/>
        <dsp:cNvSpPr/>
      </dsp:nvSpPr>
      <dsp:spPr>
        <a:xfrm>
          <a:off x="2415571" y="663329"/>
          <a:ext cx="1073337" cy="10733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CC105C-0FB5-4BD2-8B74-76521668E66C}">
      <dsp:nvSpPr>
        <dsp:cNvPr id="0" name=""/>
        <dsp:cNvSpPr/>
      </dsp:nvSpPr>
      <dsp:spPr>
        <a:xfrm>
          <a:off x="2644316" y="892073"/>
          <a:ext cx="615849" cy="6158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BD8CB9-2BA7-4181-99DC-2C8BCE423AFE}">
      <dsp:nvSpPr>
        <dsp:cNvPr id="0" name=""/>
        <dsp:cNvSpPr/>
      </dsp:nvSpPr>
      <dsp:spPr>
        <a:xfrm>
          <a:off x="2072455" y="2070986"/>
          <a:ext cx="1759570" cy="70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MY" sz="1600" kern="1200"/>
            <a:t>Better utilization of hardware</a:t>
          </a:r>
          <a:endParaRPr lang="en-US" sz="1600" kern="1200"/>
        </a:p>
      </dsp:txBody>
      <dsp:txXfrm>
        <a:off x="2072455" y="2070986"/>
        <a:ext cx="1759570" cy="703828"/>
      </dsp:txXfrm>
    </dsp:sp>
    <dsp:sp modelId="{AA778B12-6AC1-4D34-9369-B028E6311967}">
      <dsp:nvSpPr>
        <dsp:cNvPr id="0" name=""/>
        <dsp:cNvSpPr/>
      </dsp:nvSpPr>
      <dsp:spPr>
        <a:xfrm>
          <a:off x="4483067" y="663329"/>
          <a:ext cx="1073337" cy="107333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3332D9-4BD8-43D6-AA7B-C4E5990ED3AB}">
      <dsp:nvSpPr>
        <dsp:cNvPr id="0" name=""/>
        <dsp:cNvSpPr/>
      </dsp:nvSpPr>
      <dsp:spPr>
        <a:xfrm>
          <a:off x="4711811" y="892073"/>
          <a:ext cx="615849" cy="6158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AF9608-5B4E-48FC-8CA3-500F4A53E766}">
      <dsp:nvSpPr>
        <dsp:cNvPr id="0" name=""/>
        <dsp:cNvSpPr/>
      </dsp:nvSpPr>
      <dsp:spPr>
        <a:xfrm>
          <a:off x="4139950" y="2070986"/>
          <a:ext cx="1759570" cy="70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MY" sz="1600" kern="1200"/>
            <a:t>Snapshot &amp; rollback</a:t>
          </a:r>
          <a:endParaRPr lang="en-US" sz="1600" kern="1200"/>
        </a:p>
      </dsp:txBody>
      <dsp:txXfrm>
        <a:off x="4139950" y="2070986"/>
        <a:ext cx="1759570" cy="703828"/>
      </dsp:txXfrm>
    </dsp:sp>
    <dsp:sp modelId="{E4914779-5DEF-4F44-82EC-253DC571F0EB}">
      <dsp:nvSpPr>
        <dsp:cNvPr id="0" name=""/>
        <dsp:cNvSpPr/>
      </dsp:nvSpPr>
      <dsp:spPr>
        <a:xfrm>
          <a:off x="6550562" y="663329"/>
          <a:ext cx="1073337" cy="107333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00AC1C-BB84-4939-A031-A5F855967496}">
      <dsp:nvSpPr>
        <dsp:cNvPr id="0" name=""/>
        <dsp:cNvSpPr/>
      </dsp:nvSpPr>
      <dsp:spPr>
        <a:xfrm>
          <a:off x="6779306" y="892073"/>
          <a:ext cx="615849" cy="6158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93414E-6ECB-4D34-A825-CC624059152B}">
      <dsp:nvSpPr>
        <dsp:cNvPr id="0" name=""/>
        <dsp:cNvSpPr/>
      </dsp:nvSpPr>
      <dsp:spPr>
        <a:xfrm>
          <a:off x="6207445" y="2070986"/>
          <a:ext cx="1759570" cy="70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MY" sz="1600" kern="1200"/>
            <a:t>Disaster recovery</a:t>
          </a:r>
          <a:endParaRPr lang="en-US" sz="1600" kern="1200"/>
        </a:p>
      </dsp:txBody>
      <dsp:txXfrm>
        <a:off x="6207445" y="2070986"/>
        <a:ext cx="1759570" cy="703828"/>
      </dsp:txXfrm>
    </dsp:sp>
    <dsp:sp modelId="{BD1B8E03-F836-406F-BD9E-BBF8E3B276DD}">
      <dsp:nvSpPr>
        <dsp:cNvPr id="0" name=""/>
        <dsp:cNvSpPr/>
      </dsp:nvSpPr>
      <dsp:spPr>
        <a:xfrm>
          <a:off x="8618057" y="663329"/>
          <a:ext cx="1073337" cy="1073337"/>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8074B3-6D3B-43B7-B890-569443B77E8E}">
      <dsp:nvSpPr>
        <dsp:cNvPr id="0" name=""/>
        <dsp:cNvSpPr/>
      </dsp:nvSpPr>
      <dsp:spPr>
        <a:xfrm>
          <a:off x="8846801" y="892073"/>
          <a:ext cx="615849" cy="6158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405C78-0F34-4075-ACCF-FAF33B851588}">
      <dsp:nvSpPr>
        <dsp:cNvPr id="0" name=""/>
        <dsp:cNvSpPr/>
      </dsp:nvSpPr>
      <dsp:spPr>
        <a:xfrm>
          <a:off x="8274941" y="2070986"/>
          <a:ext cx="1759570" cy="703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MY" sz="1600" kern="1200"/>
            <a:t>Portability</a:t>
          </a:r>
          <a:endParaRPr lang="en-US" sz="1600" kern="1200"/>
        </a:p>
      </dsp:txBody>
      <dsp:txXfrm>
        <a:off x="8274941" y="2070986"/>
        <a:ext cx="1759570" cy="703828"/>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CA663-DDD8-45AD-BEF8-30DFFD8B5546}">
      <dsp:nvSpPr>
        <dsp:cNvPr id="0" name=""/>
        <dsp:cNvSpPr/>
      </dsp:nvSpPr>
      <dsp:spPr>
        <a:xfrm>
          <a:off x="718664"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A92DE7-88AE-41BF-A590-68DCA037FC64}">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4B0714-34F9-4180-9E32-BBEE7E267C01}">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MY" sz="2200" kern="1200"/>
            <a:t>Run multiple OS on one physical machine</a:t>
          </a:r>
          <a:endParaRPr lang="en-US" sz="2200" kern="1200"/>
        </a:p>
      </dsp:txBody>
      <dsp:txXfrm>
        <a:off x="93445" y="3018902"/>
        <a:ext cx="3206250" cy="720000"/>
      </dsp:txXfrm>
    </dsp:sp>
    <dsp:sp modelId="{C644BEEF-1818-45EC-9739-3882695A04BC}">
      <dsp:nvSpPr>
        <dsp:cNvPr id="0" name=""/>
        <dsp:cNvSpPr/>
      </dsp:nvSpPr>
      <dsp:spPr>
        <a:xfrm>
          <a:off x="4486008"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91BD69-DB01-4535-9D93-2C4B17A1EC93}">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FFA7F2-6B24-40EA-94CB-6740C3DF7076}">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MY" sz="2200" kern="1200"/>
            <a:t>Simulate different environments</a:t>
          </a:r>
          <a:endParaRPr lang="en-US" sz="2200" kern="1200"/>
        </a:p>
      </dsp:txBody>
      <dsp:txXfrm>
        <a:off x="3860789" y="3018902"/>
        <a:ext cx="3206250" cy="720000"/>
      </dsp:txXfrm>
    </dsp:sp>
    <dsp:sp modelId="{A364999F-E7E4-47AC-8951-AD00990ACA0E}">
      <dsp:nvSpPr>
        <dsp:cNvPr id="0" name=""/>
        <dsp:cNvSpPr/>
      </dsp:nvSpPr>
      <dsp:spPr>
        <a:xfrm>
          <a:off x="8253352"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73D3DB-AF52-4E33-A509-F55B9C57DB35}">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FEC70B-B065-444F-AFF0-0611851F8BD1}">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MY" sz="2200" kern="1200"/>
            <a:t>Cost-efficient deployment</a:t>
          </a:r>
          <a:endParaRPr lang="en-US" sz="2200" kern="1200"/>
        </a:p>
      </dsp:txBody>
      <dsp:txXfrm>
        <a:off x="7628133" y="3018902"/>
        <a:ext cx="3206250" cy="72000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BAAF00-EA09-4DBD-8CCE-6842A3DFEB6A}">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C79C08-AF24-4188-BFA3-E67C3F72C7FD}">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BE78DD-1D05-4B3A-B372-4CC12867B642}">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MY" sz="2500" kern="1200"/>
            <a:t>Scalability: Clone in minutes</a:t>
          </a:r>
          <a:endParaRPr lang="en-US" sz="2500" kern="1200"/>
        </a:p>
      </dsp:txBody>
      <dsp:txXfrm>
        <a:off x="1819120" y="673"/>
        <a:ext cx="4545103" cy="1574995"/>
      </dsp:txXfrm>
    </dsp:sp>
    <dsp:sp modelId="{78E5981A-50C8-458C-80E1-CF9C58F4F1B3}">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CD1B6A-7970-4E33-81E2-40C76DAB8893}">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E0B511-62A1-406F-9798-CCC7591B6509}">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MY" sz="2500" kern="1200"/>
            <a:t>Load balancing: Migrate VMs based on demand</a:t>
          </a:r>
          <a:endParaRPr lang="en-US" sz="2500" kern="1200"/>
        </a:p>
      </dsp:txBody>
      <dsp:txXfrm>
        <a:off x="1819120" y="1969418"/>
        <a:ext cx="4545103" cy="1574995"/>
      </dsp:txXfrm>
    </dsp:sp>
    <dsp:sp modelId="{3E70B6D4-79BA-4088-AC4D-DE0000B40C9B}">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BAE596-3647-4C0D-907E-349547644655}">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6DC6DD-4145-479D-B852-644AF7BB10D0}">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MY" sz="2500" kern="1200"/>
            <a:t>Maintenance: Update without downtime</a:t>
          </a:r>
          <a:endParaRPr lang="en-US" sz="2500" kern="1200"/>
        </a:p>
      </dsp:txBody>
      <dsp:txXfrm>
        <a:off x="1819120" y="3938162"/>
        <a:ext cx="4545103" cy="1574995"/>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6C5426-7EAD-4D8C-8530-3B9BB49B10B5}">
      <dsp:nvSpPr>
        <dsp:cNvPr id="0" name=""/>
        <dsp:cNvSpPr/>
      </dsp:nvSpPr>
      <dsp:spPr>
        <a:xfrm>
          <a:off x="1078918" y="633965"/>
          <a:ext cx="930634" cy="9306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8860EA-82D3-4A95-A7CF-325AB706CC2F}">
      <dsp:nvSpPr>
        <dsp:cNvPr id="0" name=""/>
        <dsp:cNvSpPr/>
      </dsp:nvSpPr>
      <dsp:spPr>
        <a:xfrm>
          <a:off x="51019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kern="1200"/>
            <a:t>Automated scaling</a:t>
          </a:r>
          <a:endParaRPr lang="en-US" sz="2000" kern="1200"/>
        </a:p>
      </dsp:txBody>
      <dsp:txXfrm>
        <a:off x="510197" y="1855936"/>
        <a:ext cx="2068076" cy="720000"/>
      </dsp:txXfrm>
    </dsp:sp>
    <dsp:sp modelId="{88D2FAB6-1278-4D99-A620-9CE59255F635}">
      <dsp:nvSpPr>
        <dsp:cNvPr id="0" name=""/>
        <dsp:cNvSpPr/>
      </dsp:nvSpPr>
      <dsp:spPr>
        <a:xfrm>
          <a:off x="3508908" y="633965"/>
          <a:ext cx="930634" cy="9306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C46B38-F858-4009-AEBC-DE95D6C30FBB}">
      <dsp:nvSpPr>
        <dsp:cNvPr id="0" name=""/>
        <dsp:cNvSpPr/>
      </dsp:nvSpPr>
      <dsp:spPr>
        <a:xfrm>
          <a:off x="294018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kern="1200"/>
            <a:t>Multi-cloud strategy</a:t>
          </a:r>
          <a:endParaRPr lang="en-US" sz="2000" kern="1200"/>
        </a:p>
      </dsp:txBody>
      <dsp:txXfrm>
        <a:off x="2940187" y="1855936"/>
        <a:ext cx="2068076" cy="720000"/>
      </dsp:txXfrm>
    </dsp:sp>
    <dsp:sp modelId="{DFE7B4F3-220B-4958-B589-A5EBC9D14257}">
      <dsp:nvSpPr>
        <dsp:cNvPr id="0" name=""/>
        <dsp:cNvSpPr/>
      </dsp:nvSpPr>
      <dsp:spPr>
        <a:xfrm>
          <a:off x="5938897" y="633965"/>
          <a:ext cx="930634" cy="9306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F48B18-81A6-461B-9711-94D7A29ADD3E}">
      <dsp:nvSpPr>
        <dsp:cNvPr id="0" name=""/>
        <dsp:cNvSpPr/>
      </dsp:nvSpPr>
      <dsp:spPr>
        <a:xfrm>
          <a:off x="537017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kern="1200"/>
            <a:t>AI-based resource optimization</a:t>
          </a:r>
          <a:endParaRPr lang="en-US" sz="2000" kern="1200"/>
        </a:p>
      </dsp:txBody>
      <dsp:txXfrm>
        <a:off x="5370176" y="1855936"/>
        <a:ext cx="2068076" cy="720000"/>
      </dsp:txXfrm>
    </dsp:sp>
    <dsp:sp modelId="{1B3ABB43-680D-4E4C-86EA-1136203DA38E}">
      <dsp:nvSpPr>
        <dsp:cNvPr id="0" name=""/>
        <dsp:cNvSpPr/>
      </dsp:nvSpPr>
      <dsp:spPr>
        <a:xfrm>
          <a:off x="8368887" y="633965"/>
          <a:ext cx="930634" cy="9306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05305C-0F50-4F66-845C-AAEBA3FAC024}">
      <dsp:nvSpPr>
        <dsp:cNvPr id="0" name=""/>
        <dsp:cNvSpPr/>
      </dsp:nvSpPr>
      <dsp:spPr>
        <a:xfrm>
          <a:off x="780016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MY" sz="2000" kern="1200"/>
            <a:t>Integration with DevOps (CI/CD)</a:t>
          </a:r>
          <a:endParaRPr lang="en-US" sz="2000" kern="1200"/>
        </a:p>
      </dsp:txBody>
      <dsp:txXfrm>
        <a:off x="7800166" y="1855936"/>
        <a:ext cx="2068076" cy="720000"/>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A5C45-31B8-47A2-A027-CE4500016A9F}">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562A4A-23A2-43B3-88F2-DD899380A451}">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8728B5-CF9D-47BC-B627-5E88D571E9A4}">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Hypervisor attacks</a:t>
          </a:r>
          <a:endParaRPr lang="en-US" sz="2200" kern="1200"/>
        </a:p>
      </dsp:txBody>
      <dsp:txXfrm>
        <a:off x="1339618" y="2288"/>
        <a:ext cx="5024605" cy="1159843"/>
      </dsp:txXfrm>
    </dsp:sp>
    <dsp:sp modelId="{DE33E0A9-55D0-47C4-BA04-3BFE4E76D545}">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A78040-9DB6-4F73-AF30-093CA35C4DA9}">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E16B04-BDFD-4BB8-AA06-01D2A92CA457}">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VM escape</a:t>
          </a:r>
          <a:endParaRPr lang="en-US" sz="2200" kern="1200"/>
        </a:p>
      </dsp:txBody>
      <dsp:txXfrm>
        <a:off x="1339618" y="1452092"/>
        <a:ext cx="5024605" cy="1159843"/>
      </dsp:txXfrm>
    </dsp:sp>
    <dsp:sp modelId="{570B0816-5A43-4C65-82F2-9DE6B1840710}">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4778FC-EB23-47AD-A853-AAC69A0B4B80}">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2CE91C-B271-4B97-A644-87CA5B6E841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Insecure APIs</a:t>
          </a:r>
          <a:endParaRPr lang="en-US" sz="2200" kern="1200"/>
        </a:p>
      </dsp:txBody>
      <dsp:txXfrm>
        <a:off x="1339618" y="2901896"/>
        <a:ext cx="5024605" cy="1159843"/>
      </dsp:txXfrm>
    </dsp:sp>
    <dsp:sp modelId="{B4C80F88-3605-4AC0-A1AF-129AB3256F5C}">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D22786-373D-43DF-BF1B-87477CB0FA6D}">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FE4BA8-EEBB-45FA-B670-54829A68B04B}">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MY" sz="2200" kern="1200"/>
            <a:t>Data breaches</a:t>
          </a:r>
          <a:endParaRPr lang="en-US" sz="2200" kern="1200"/>
        </a:p>
      </dsp:txBody>
      <dsp:txXfrm>
        <a:off x="1339618" y="4351700"/>
        <a:ext cx="5024605" cy="1159843"/>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A08B8-D923-43C4-92C4-9283176AC1B5}">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BC4BF1-1CC0-4D54-964C-C55F7E50421D}">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MY" sz="1700" kern="1200"/>
            <a:t>Use automation tools (Ansible, Terraform)</a:t>
          </a:r>
          <a:endParaRPr lang="en-US" sz="1700" kern="1200"/>
        </a:p>
      </dsp:txBody>
      <dsp:txXfrm>
        <a:off x="569079" y="2427788"/>
        <a:ext cx="2072362" cy="720000"/>
      </dsp:txXfrm>
    </dsp:sp>
    <dsp:sp modelId="{2057B35A-FD92-4A66-B6CC-A9E9CEF07D98}">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2142E1-40E2-4E70-B315-EFB535CFA981}">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MY" sz="1700" kern="1200"/>
            <a:t>Monitor usage and set alerts</a:t>
          </a:r>
          <a:endParaRPr lang="en-US" sz="1700" kern="1200"/>
        </a:p>
      </dsp:txBody>
      <dsp:txXfrm>
        <a:off x="3004105" y="2427788"/>
        <a:ext cx="2072362" cy="720000"/>
      </dsp:txXfrm>
    </dsp:sp>
    <dsp:sp modelId="{BF237718-01E5-4DCC-B8A4-A05DF9CBCD94}">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292E82-15D6-4894-BEA1-99D135B97A8F}">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MY" sz="1700" kern="1200"/>
            <a:t>Train staff continuously</a:t>
          </a:r>
          <a:endParaRPr lang="en-US" sz="1700" kern="1200"/>
        </a:p>
      </dsp:txBody>
      <dsp:txXfrm>
        <a:off x="5439131" y="2427788"/>
        <a:ext cx="2072362" cy="720000"/>
      </dsp:txXfrm>
    </dsp:sp>
    <dsp:sp modelId="{B2D23D95-638F-415B-BA1C-FE281F1D4081}">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C1F366-C24A-4718-B75B-4BE76DA4BF1D}">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MY" sz="1700" kern="1200"/>
            <a:t>Use hybrid cloud wisely</a:t>
          </a:r>
          <a:endParaRPr lang="en-US" sz="1700" kern="1200"/>
        </a:p>
      </dsp:txBody>
      <dsp:txXfrm>
        <a:off x="7874157" y="2427788"/>
        <a:ext cx="2072362" cy="720000"/>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6CACD-B3A2-424A-B49D-666ED62852B6}">
      <dsp:nvSpPr>
        <dsp:cNvPr id="0" name=""/>
        <dsp:cNvSpPr/>
      </dsp:nvSpPr>
      <dsp:spPr>
        <a:xfrm>
          <a:off x="0" y="4296"/>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F4DABD-0624-4502-AFA6-FEE7D0B55129}">
      <dsp:nvSpPr>
        <dsp:cNvPr id="0" name=""/>
        <dsp:cNvSpPr/>
      </dsp:nvSpPr>
      <dsp:spPr>
        <a:xfrm>
          <a:off x="276813" y="210190"/>
          <a:ext cx="503296" cy="5032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D3D6DA-8373-4144-973C-73323CCE5257}">
      <dsp:nvSpPr>
        <dsp:cNvPr id="0" name=""/>
        <dsp:cNvSpPr/>
      </dsp:nvSpPr>
      <dsp:spPr>
        <a:xfrm>
          <a:off x="1056922" y="4296"/>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844550">
            <a:lnSpc>
              <a:spcPct val="90000"/>
            </a:lnSpc>
            <a:spcBef>
              <a:spcPct val="0"/>
            </a:spcBef>
            <a:spcAft>
              <a:spcPct val="35000"/>
            </a:spcAft>
            <a:buNone/>
          </a:pPr>
          <a:r>
            <a:rPr lang="en-MY" sz="1900" b="1" kern="1200"/>
            <a:t>Scalability:</a:t>
          </a:r>
          <a:r>
            <a:rPr lang="en-MY" sz="1900" kern="1200"/>
            <a:t> Easily increase or decrease resources.</a:t>
          </a:r>
          <a:endParaRPr lang="en-US" sz="1900" kern="1200"/>
        </a:p>
      </dsp:txBody>
      <dsp:txXfrm>
        <a:off x="1056922" y="4296"/>
        <a:ext cx="5115025" cy="915084"/>
      </dsp:txXfrm>
    </dsp:sp>
    <dsp:sp modelId="{F86C6946-B3E1-4637-A4B2-D4638D278D1A}">
      <dsp:nvSpPr>
        <dsp:cNvPr id="0" name=""/>
        <dsp:cNvSpPr/>
      </dsp:nvSpPr>
      <dsp:spPr>
        <a:xfrm>
          <a:off x="0" y="1148151"/>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DA7198-5F63-43EE-AD7B-C6F4D71DD659}">
      <dsp:nvSpPr>
        <dsp:cNvPr id="0" name=""/>
        <dsp:cNvSpPr/>
      </dsp:nvSpPr>
      <dsp:spPr>
        <a:xfrm>
          <a:off x="276813" y="1354045"/>
          <a:ext cx="503296" cy="5032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BC0CA4-1356-40EF-B95A-40ADB7373903}">
      <dsp:nvSpPr>
        <dsp:cNvPr id="0" name=""/>
        <dsp:cNvSpPr/>
      </dsp:nvSpPr>
      <dsp:spPr>
        <a:xfrm>
          <a:off x="1056922" y="1148151"/>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844550">
            <a:lnSpc>
              <a:spcPct val="90000"/>
            </a:lnSpc>
            <a:spcBef>
              <a:spcPct val="0"/>
            </a:spcBef>
            <a:spcAft>
              <a:spcPct val="35000"/>
            </a:spcAft>
            <a:buNone/>
          </a:pPr>
          <a:r>
            <a:rPr lang="en-MY" sz="1900" b="1" kern="1200"/>
            <a:t>Cost Efficiency:</a:t>
          </a:r>
          <a:r>
            <a:rPr lang="en-MY" sz="1900" kern="1200"/>
            <a:t> Pay-as-you-go pricing reduces capital expenditure.</a:t>
          </a:r>
          <a:endParaRPr lang="en-US" sz="1900" kern="1200"/>
        </a:p>
      </dsp:txBody>
      <dsp:txXfrm>
        <a:off x="1056922" y="1148151"/>
        <a:ext cx="5115025" cy="915084"/>
      </dsp:txXfrm>
    </dsp:sp>
    <dsp:sp modelId="{F9B816FB-92EB-4907-B6D4-8EDA1E04ED64}">
      <dsp:nvSpPr>
        <dsp:cNvPr id="0" name=""/>
        <dsp:cNvSpPr/>
      </dsp:nvSpPr>
      <dsp:spPr>
        <a:xfrm>
          <a:off x="0" y="2292007"/>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C88BB-FCC2-4494-A287-E85C90912EE1}">
      <dsp:nvSpPr>
        <dsp:cNvPr id="0" name=""/>
        <dsp:cNvSpPr/>
      </dsp:nvSpPr>
      <dsp:spPr>
        <a:xfrm>
          <a:off x="276813" y="2497901"/>
          <a:ext cx="503296" cy="5032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8ABF57-2070-426A-BB94-12C14D7B378E}">
      <dsp:nvSpPr>
        <dsp:cNvPr id="0" name=""/>
        <dsp:cNvSpPr/>
      </dsp:nvSpPr>
      <dsp:spPr>
        <a:xfrm>
          <a:off x="1056922" y="2292007"/>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844550">
            <a:lnSpc>
              <a:spcPct val="90000"/>
            </a:lnSpc>
            <a:spcBef>
              <a:spcPct val="0"/>
            </a:spcBef>
            <a:spcAft>
              <a:spcPct val="35000"/>
            </a:spcAft>
            <a:buNone/>
          </a:pPr>
          <a:r>
            <a:rPr lang="en-MY" sz="1900" b="1" kern="1200"/>
            <a:t>Performance:</a:t>
          </a:r>
          <a:r>
            <a:rPr lang="en-MY" sz="1900" kern="1200"/>
            <a:t> Improved speed, performance, and uptime.</a:t>
          </a:r>
          <a:endParaRPr lang="en-US" sz="1900" kern="1200"/>
        </a:p>
      </dsp:txBody>
      <dsp:txXfrm>
        <a:off x="1056922" y="2292007"/>
        <a:ext cx="5115025" cy="915084"/>
      </dsp:txXfrm>
    </dsp:sp>
    <dsp:sp modelId="{B6DE3AFB-83F8-4D47-9B80-0671691FE162}">
      <dsp:nvSpPr>
        <dsp:cNvPr id="0" name=""/>
        <dsp:cNvSpPr/>
      </dsp:nvSpPr>
      <dsp:spPr>
        <a:xfrm>
          <a:off x="0" y="3435863"/>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A51D79-77C5-429A-A239-B6F3C8DB127F}">
      <dsp:nvSpPr>
        <dsp:cNvPr id="0" name=""/>
        <dsp:cNvSpPr/>
      </dsp:nvSpPr>
      <dsp:spPr>
        <a:xfrm>
          <a:off x="276813" y="3641757"/>
          <a:ext cx="503296" cy="5032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AC946A-1D11-4016-A470-66D10FE0156B}">
      <dsp:nvSpPr>
        <dsp:cNvPr id="0" name=""/>
        <dsp:cNvSpPr/>
      </dsp:nvSpPr>
      <dsp:spPr>
        <a:xfrm>
          <a:off x="1056922" y="3435863"/>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844550">
            <a:lnSpc>
              <a:spcPct val="90000"/>
            </a:lnSpc>
            <a:spcBef>
              <a:spcPct val="0"/>
            </a:spcBef>
            <a:spcAft>
              <a:spcPct val="35000"/>
            </a:spcAft>
            <a:buNone/>
          </a:pPr>
          <a:r>
            <a:rPr lang="en-MY" sz="1900" b="1" kern="1200"/>
            <a:t>Disaster Recovery:</a:t>
          </a:r>
          <a:r>
            <a:rPr lang="en-MY" sz="1900" kern="1200"/>
            <a:t> Built-in redundancy and failover options.</a:t>
          </a:r>
          <a:endParaRPr lang="en-US" sz="1900" kern="1200"/>
        </a:p>
      </dsp:txBody>
      <dsp:txXfrm>
        <a:off x="1056922" y="3435863"/>
        <a:ext cx="5115025" cy="915084"/>
      </dsp:txXfrm>
    </dsp:sp>
    <dsp:sp modelId="{F74439FF-9F06-44D5-936D-C31AFF80EA57}">
      <dsp:nvSpPr>
        <dsp:cNvPr id="0" name=""/>
        <dsp:cNvSpPr/>
      </dsp:nvSpPr>
      <dsp:spPr>
        <a:xfrm>
          <a:off x="0" y="4579719"/>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6E01B6-D30B-4FB4-AA6F-3F27102EF4BC}">
      <dsp:nvSpPr>
        <dsp:cNvPr id="0" name=""/>
        <dsp:cNvSpPr/>
      </dsp:nvSpPr>
      <dsp:spPr>
        <a:xfrm>
          <a:off x="276813" y="4785613"/>
          <a:ext cx="503296" cy="50329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1CB933-658A-4240-9868-14C2F46B0078}">
      <dsp:nvSpPr>
        <dsp:cNvPr id="0" name=""/>
        <dsp:cNvSpPr/>
      </dsp:nvSpPr>
      <dsp:spPr>
        <a:xfrm>
          <a:off x="1056922" y="4579719"/>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844550">
            <a:lnSpc>
              <a:spcPct val="90000"/>
            </a:lnSpc>
            <a:spcBef>
              <a:spcPct val="0"/>
            </a:spcBef>
            <a:spcAft>
              <a:spcPct val="35000"/>
            </a:spcAft>
            <a:buNone/>
          </a:pPr>
          <a:r>
            <a:rPr lang="en-MY" sz="1900" b="1" kern="1200"/>
            <a:t>Remote Access:</a:t>
          </a:r>
          <a:r>
            <a:rPr lang="en-MY" sz="1900" kern="1200"/>
            <a:t> Access from anywhere using internet.</a:t>
          </a:r>
          <a:endParaRPr lang="en-US" sz="1900" kern="1200"/>
        </a:p>
      </dsp:txBody>
      <dsp:txXfrm>
        <a:off x="1056922" y="4579719"/>
        <a:ext cx="5115025" cy="915084"/>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CAF16-CF07-4313-8147-7A458CB0EEA2}">
      <dsp:nvSpPr>
        <dsp:cNvPr id="0" name=""/>
        <dsp:cNvSpPr/>
      </dsp:nvSpPr>
      <dsp:spPr>
        <a:xfrm>
          <a:off x="880822" y="602250"/>
          <a:ext cx="1435205" cy="14352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BDF23B-B7ED-4D5C-9087-FEED5D9261AC}">
      <dsp:nvSpPr>
        <dsp:cNvPr id="0" name=""/>
        <dsp:cNvSpPr/>
      </dsp:nvSpPr>
      <dsp:spPr>
        <a:xfrm>
          <a:off x="3752" y="2417899"/>
          <a:ext cx="318934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b="1" kern="1200"/>
            <a:t>IaaS (Infrastructure as a Service):</a:t>
          </a:r>
          <a:r>
            <a:rPr lang="en-MY" sz="1300" kern="1200"/>
            <a:t> Provides virtualized computing resources via the internet (e.g., AWS EC2, Azure VM).</a:t>
          </a:r>
          <a:endParaRPr lang="en-US" sz="1300" kern="1200"/>
        </a:p>
      </dsp:txBody>
      <dsp:txXfrm>
        <a:off x="3752" y="2417899"/>
        <a:ext cx="3189345" cy="720000"/>
      </dsp:txXfrm>
    </dsp:sp>
    <dsp:sp modelId="{ECA86523-C9F5-44FF-BF3C-AE71D550C835}">
      <dsp:nvSpPr>
        <dsp:cNvPr id="0" name=""/>
        <dsp:cNvSpPr/>
      </dsp:nvSpPr>
      <dsp:spPr>
        <a:xfrm>
          <a:off x="4628303" y="602250"/>
          <a:ext cx="1435205" cy="14352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F66974-3768-425B-A9E0-175DAE6B86A4}">
      <dsp:nvSpPr>
        <dsp:cNvPr id="0" name=""/>
        <dsp:cNvSpPr/>
      </dsp:nvSpPr>
      <dsp:spPr>
        <a:xfrm>
          <a:off x="3751233" y="2417899"/>
          <a:ext cx="318934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b="1" kern="1200"/>
            <a:t>PaaS (Platform as a Service):</a:t>
          </a:r>
          <a:r>
            <a:rPr lang="en-MY" sz="1300" kern="1200"/>
            <a:t> Offers hardware and software tools for application development (e.g., Google App Engine).</a:t>
          </a:r>
          <a:endParaRPr lang="en-US" sz="1300" kern="1200"/>
        </a:p>
      </dsp:txBody>
      <dsp:txXfrm>
        <a:off x="3751233" y="2417899"/>
        <a:ext cx="3189345" cy="720000"/>
      </dsp:txXfrm>
    </dsp:sp>
    <dsp:sp modelId="{18999FF9-FA0D-478C-B546-F51FCEDAE7AB}">
      <dsp:nvSpPr>
        <dsp:cNvPr id="0" name=""/>
        <dsp:cNvSpPr/>
      </dsp:nvSpPr>
      <dsp:spPr>
        <a:xfrm>
          <a:off x="8375784" y="602250"/>
          <a:ext cx="1435205" cy="14352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571A93-A19F-4677-91DC-09C892765AAD}">
      <dsp:nvSpPr>
        <dsp:cNvPr id="0" name=""/>
        <dsp:cNvSpPr/>
      </dsp:nvSpPr>
      <dsp:spPr>
        <a:xfrm>
          <a:off x="7498714" y="2417899"/>
          <a:ext cx="318934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MY" sz="1300" b="1" kern="1200"/>
            <a:t>SaaS (Software as a Service):</a:t>
          </a:r>
          <a:r>
            <a:rPr lang="en-MY" sz="1300" kern="1200"/>
            <a:t> Delivers software applications over the internet (e.g., Google Workspace, Dropbox).</a:t>
          </a:r>
          <a:endParaRPr lang="en-US" sz="1300" kern="1200"/>
        </a:p>
      </dsp:txBody>
      <dsp:txXfrm>
        <a:off x="7498714" y="2417899"/>
        <a:ext cx="3189345" cy="720000"/>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67043-4F54-4632-81B0-8C78A47173A9}">
      <dsp:nvSpPr>
        <dsp:cNvPr id="0" name=""/>
        <dsp:cNvSpPr/>
      </dsp:nvSpPr>
      <dsp:spPr>
        <a:xfrm>
          <a:off x="566905" y="790074"/>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2C9998-C59C-4113-B71F-AE654169AD34}">
      <dsp:nvSpPr>
        <dsp:cNvPr id="0" name=""/>
        <dsp:cNvSpPr/>
      </dsp:nvSpPr>
      <dsp:spPr>
        <a:xfrm>
          <a:off x="800905" y="102407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319FB1-96A4-452E-B8DD-0586A7E1745D}">
      <dsp:nvSpPr>
        <dsp:cNvPr id="0" name=""/>
        <dsp:cNvSpPr/>
      </dsp:nvSpPr>
      <dsp:spPr>
        <a:xfrm>
          <a:off x="215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Downtime:</a:t>
          </a:r>
          <a:r>
            <a:rPr lang="en-MY" sz="1200" kern="1200"/>
            <a:t> Risk of application unavailability during migration.</a:t>
          </a:r>
          <a:endParaRPr lang="en-US" sz="1200" kern="1200"/>
        </a:p>
      </dsp:txBody>
      <dsp:txXfrm>
        <a:off x="215905" y="2230075"/>
        <a:ext cx="1800000" cy="720000"/>
      </dsp:txXfrm>
    </dsp:sp>
    <dsp:sp modelId="{236FE448-48C7-4795-85B5-38E7D97CC83B}">
      <dsp:nvSpPr>
        <dsp:cNvPr id="0" name=""/>
        <dsp:cNvSpPr/>
      </dsp:nvSpPr>
      <dsp:spPr>
        <a:xfrm>
          <a:off x="2681905" y="790074"/>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75A19E-1DA2-4C43-B85E-EF5059EC82F8}">
      <dsp:nvSpPr>
        <dsp:cNvPr id="0" name=""/>
        <dsp:cNvSpPr/>
      </dsp:nvSpPr>
      <dsp:spPr>
        <a:xfrm>
          <a:off x="2915905" y="1024074"/>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AE6982-11E0-4A70-87A5-AB451266D449}">
      <dsp:nvSpPr>
        <dsp:cNvPr id="0" name=""/>
        <dsp:cNvSpPr/>
      </dsp:nvSpPr>
      <dsp:spPr>
        <a:xfrm>
          <a:off x="2330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Data Loss:</a:t>
          </a:r>
          <a:r>
            <a:rPr lang="en-MY" sz="1200" kern="1200"/>
            <a:t> Improper handling can lead to permanent data loss.</a:t>
          </a:r>
          <a:endParaRPr lang="en-US" sz="1200" kern="1200"/>
        </a:p>
      </dsp:txBody>
      <dsp:txXfrm>
        <a:off x="2330905" y="2230075"/>
        <a:ext cx="1800000" cy="720000"/>
      </dsp:txXfrm>
    </dsp:sp>
    <dsp:sp modelId="{0F0675D2-C365-44C9-882B-E4D118B8BDF3}">
      <dsp:nvSpPr>
        <dsp:cNvPr id="0" name=""/>
        <dsp:cNvSpPr/>
      </dsp:nvSpPr>
      <dsp:spPr>
        <a:xfrm>
          <a:off x="4796905" y="790074"/>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2A8DEA-9F33-4024-9CB7-C4ECFCC876A5}">
      <dsp:nvSpPr>
        <dsp:cNvPr id="0" name=""/>
        <dsp:cNvSpPr/>
      </dsp:nvSpPr>
      <dsp:spPr>
        <a:xfrm>
          <a:off x="5030905" y="1024074"/>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179BF6-F3D4-4EEB-AA87-A41387BDB37B}">
      <dsp:nvSpPr>
        <dsp:cNvPr id="0" name=""/>
        <dsp:cNvSpPr/>
      </dsp:nvSpPr>
      <dsp:spPr>
        <a:xfrm>
          <a:off x="4445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Security:</a:t>
          </a:r>
          <a:r>
            <a:rPr lang="en-MY" sz="1200" kern="1200"/>
            <a:t> Data in transit and at rest must be protected.</a:t>
          </a:r>
          <a:endParaRPr lang="en-US" sz="1200" kern="1200"/>
        </a:p>
      </dsp:txBody>
      <dsp:txXfrm>
        <a:off x="4445905" y="2230075"/>
        <a:ext cx="1800000" cy="720000"/>
      </dsp:txXfrm>
    </dsp:sp>
    <dsp:sp modelId="{7F7132F3-3AE1-4D5F-AAC5-7D64983DA026}">
      <dsp:nvSpPr>
        <dsp:cNvPr id="0" name=""/>
        <dsp:cNvSpPr/>
      </dsp:nvSpPr>
      <dsp:spPr>
        <a:xfrm>
          <a:off x="6911906" y="790074"/>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E86B83-89FC-48FA-8A9C-83A5FFE523AB}">
      <dsp:nvSpPr>
        <dsp:cNvPr id="0" name=""/>
        <dsp:cNvSpPr/>
      </dsp:nvSpPr>
      <dsp:spPr>
        <a:xfrm>
          <a:off x="7145906" y="1024074"/>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8EE6B4-0FE7-4864-9794-EDED72CAB0C6}">
      <dsp:nvSpPr>
        <dsp:cNvPr id="0" name=""/>
        <dsp:cNvSpPr/>
      </dsp:nvSpPr>
      <dsp:spPr>
        <a:xfrm>
          <a:off x="6560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Compliance:</a:t>
          </a:r>
          <a:r>
            <a:rPr lang="en-MY" sz="1200" kern="1200"/>
            <a:t> Must meet regulatory requirements like GDPR, HIPAA.</a:t>
          </a:r>
          <a:endParaRPr lang="en-US" sz="1200" kern="1200"/>
        </a:p>
      </dsp:txBody>
      <dsp:txXfrm>
        <a:off x="6560905" y="2230075"/>
        <a:ext cx="1800000" cy="720000"/>
      </dsp:txXfrm>
    </dsp:sp>
    <dsp:sp modelId="{EBB72992-555C-4E8A-9D4A-A02131939151}">
      <dsp:nvSpPr>
        <dsp:cNvPr id="0" name=""/>
        <dsp:cNvSpPr/>
      </dsp:nvSpPr>
      <dsp:spPr>
        <a:xfrm>
          <a:off x="9026906" y="790074"/>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3263C2-25C1-4A91-B64A-BFE672D86167}">
      <dsp:nvSpPr>
        <dsp:cNvPr id="0" name=""/>
        <dsp:cNvSpPr/>
      </dsp:nvSpPr>
      <dsp:spPr>
        <a:xfrm>
          <a:off x="9260905" y="1024074"/>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343C2E-D980-470F-B596-1CA971296899}">
      <dsp:nvSpPr>
        <dsp:cNvPr id="0" name=""/>
        <dsp:cNvSpPr/>
      </dsp:nvSpPr>
      <dsp:spPr>
        <a:xfrm>
          <a:off x="8675906"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MY" sz="1200" b="1" kern="1200"/>
            <a:t>Compatibility:</a:t>
          </a:r>
          <a:r>
            <a:rPr lang="en-MY" sz="1200" kern="1200"/>
            <a:t> Legacy apps may not run smoothly in cloud.</a:t>
          </a:r>
          <a:endParaRPr lang="en-US" sz="1200" kern="1200"/>
        </a:p>
      </dsp:txBody>
      <dsp:txXfrm>
        <a:off x="8675906" y="2230075"/>
        <a:ext cx="1800000" cy="720000"/>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99F9F-4F5F-474A-AE2F-2802E850F125}">
      <dsp:nvSpPr>
        <dsp:cNvPr id="0" name=""/>
        <dsp:cNvSpPr/>
      </dsp:nvSpPr>
      <dsp:spPr>
        <a:xfrm>
          <a:off x="0" y="2282"/>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74E96D-DD6B-4143-9F0D-902937E2B9BE}">
      <dsp:nvSpPr>
        <dsp:cNvPr id="0" name=""/>
        <dsp:cNvSpPr/>
      </dsp:nvSpPr>
      <dsp:spPr>
        <a:xfrm>
          <a:off x="349915" y="262549"/>
          <a:ext cx="636209" cy="636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98917F-26D4-42D9-A3DB-B6054486B2A9}">
      <dsp:nvSpPr>
        <dsp:cNvPr id="0" name=""/>
        <dsp:cNvSpPr/>
      </dsp:nvSpPr>
      <dsp:spPr>
        <a:xfrm>
          <a:off x="1336039" y="228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33450">
            <a:lnSpc>
              <a:spcPct val="90000"/>
            </a:lnSpc>
            <a:spcBef>
              <a:spcPct val="0"/>
            </a:spcBef>
            <a:spcAft>
              <a:spcPct val="35000"/>
            </a:spcAft>
            <a:buNone/>
          </a:pPr>
          <a:r>
            <a:rPr lang="en-MY" sz="2100" b="1" kern="1200"/>
            <a:t>Business Goals:</a:t>
          </a:r>
          <a:r>
            <a:rPr lang="en-MY" sz="2100" kern="1200"/>
            <a:t> Define clear objectives (e.g., cost reduction, scalability).</a:t>
          </a:r>
          <a:endParaRPr lang="en-US" sz="2100" kern="1200"/>
        </a:p>
      </dsp:txBody>
      <dsp:txXfrm>
        <a:off x="1336039" y="2282"/>
        <a:ext cx="4835908" cy="1156744"/>
      </dsp:txXfrm>
    </dsp:sp>
    <dsp:sp modelId="{1E57461F-61FA-43C3-88F1-DC1C208A5CBE}">
      <dsp:nvSpPr>
        <dsp:cNvPr id="0" name=""/>
        <dsp:cNvSpPr/>
      </dsp:nvSpPr>
      <dsp:spPr>
        <a:xfrm>
          <a:off x="0" y="1448212"/>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72D620-96F7-4383-BB89-64F3DA2C5217}">
      <dsp:nvSpPr>
        <dsp:cNvPr id="0" name=""/>
        <dsp:cNvSpPr/>
      </dsp:nvSpPr>
      <dsp:spPr>
        <a:xfrm>
          <a:off x="349915" y="1708480"/>
          <a:ext cx="636209" cy="636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D4B781-6EA2-48BA-BA6B-F235F807ABC1}">
      <dsp:nvSpPr>
        <dsp:cNvPr id="0" name=""/>
        <dsp:cNvSpPr/>
      </dsp:nvSpPr>
      <dsp:spPr>
        <a:xfrm>
          <a:off x="1336039" y="144821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33450">
            <a:lnSpc>
              <a:spcPct val="90000"/>
            </a:lnSpc>
            <a:spcBef>
              <a:spcPct val="0"/>
            </a:spcBef>
            <a:spcAft>
              <a:spcPct val="35000"/>
            </a:spcAft>
            <a:buNone/>
          </a:pPr>
          <a:r>
            <a:rPr lang="en-MY" sz="2100" b="1" kern="1200"/>
            <a:t>Assessment:</a:t>
          </a:r>
          <a:r>
            <a:rPr lang="en-MY" sz="2100" kern="1200"/>
            <a:t> Evaluate existing infrastructure and dependencies.</a:t>
          </a:r>
          <a:endParaRPr lang="en-US" sz="2100" kern="1200"/>
        </a:p>
      </dsp:txBody>
      <dsp:txXfrm>
        <a:off x="1336039" y="1448212"/>
        <a:ext cx="4835908" cy="1156744"/>
      </dsp:txXfrm>
    </dsp:sp>
    <dsp:sp modelId="{65395004-96BB-4E16-B307-8FDC44CE4882}">
      <dsp:nvSpPr>
        <dsp:cNvPr id="0" name=""/>
        <dsp:cNvSpPr/>
      </dsp:nvSpPr>
      <dsp:spPr>
        <a:xfrm>
          <a:off x="0" y="2894143"/>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D2242F-8F67-4C86-8EC2-D9ADDDF0C4BC}">
      <dsp:nvSpPr>
        <dsp:cNvPr id="0" name=""/>
        <dsp:cNvSpPr/>
      </dsp:nvSpPr>
      <dsp:spPr>
        <a:xfrm>
          <a:off x="349915" y="3154410"/>
          <a:ext cx="636209" cy="636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D06607-BB8B-4D15-8ED9-47EADB22BD54}">
      <dsp:nvSpPr>
        <dsp:cNvPr id="0" name=""/>
        <dsp:cNvSpPr/>
      </dsp:nvSpPr>
      <dsp:spPr>
        <a:xfrm>
          <a:off x="1336039" y="289414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33450">
            <a:lnSpc>
              <a:spcPct val="90000"/>
            </a:lnSpc>
            <a:spcBef>
              <a:spcPct val="0"/>
            </a:spcBef>
            <a:spcAft>
              <a:spcPct val="35000"/>
            </a:spcAft>
            <a:buNone/>
          </a:pPr>
          <a:r>
            <a:rPr lang="en-MY" sz="2100" b="1" kern="1200"/>
            <a:t>Cost-Benefit Analysis:</a:t>
          </a:r>
          <a:r>
            <a:rPr lang="en-MY" sz="2100" kern="1200"/>
            <a:t> Weigh potential savings against migration costs.</a:t>
          </a:r>
          <a:endParaRPr lang="en-US" sz="2100" kern="1200"/>
        </a:p>
      </dsp:txBody>
      <dsp:txXfrm>
        <a:off x="1336039" y="2894143"/>
        <a:ext cx="4835908" cy="1156744"/>
      </dsp:txXfrm>
    </dsp:sp>
    <dsp:sp modelId="{B85DFD6C-FB47-4F5F-B2DE-B21ACBBDE91B}">
      <dsp:nvSpPr>
        <dsp:cNvPr id="0" name=""/>
        <dsp:cNvSpPr/>
      </dsp:nvSpPr>
      <dsp:spPr>
        <a:xfrm>
          <a:off x="0" y="4340073"/>
          <a:ext cx="6171948"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E7E05F-33C8-4BCE-B222-C5275DBE4F1D}">
      <dsp:nvSpPr>
        <dsp:cNvPr id="0" name=""/>
        <dsp:cNvSpPr/>
      </dsp:nvSpPr>
      <dsp:spPr>
        <a:xfrm>
          <a:off x="349915" y="4600340"/>
          <a:ext cx="636209" cy="636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A43BFC-DE8F-450B-B236-0F2841440E0C}">
      <dsp:nvSpPr>
        <dsp:cNvPr id="0" name=""/>
        <dsp:cNvSpPr/>
      </dsp:nvSpPr>
      <dsp:spPr>
        <a:xfrm>
          <a:off x="1336039" y="434007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933450">
            <a:lnSpc>
              <a:spcPct val="90000"/>
            </a:lnSpc>
            <a:spcBef>
              <a:spcPct val="0"/>
            </a:spcBef>
            <a:spcAft>
              <a:spcPct val="35000"/>
            </a:spcAft>
            <a:buNone/>
          </a:pPr>
          <a:r>
            <a:rPr lang="en-MY" sz="2100" b="1" kern="1200"/>
            <a:t>Choose Cloud Model:</a:t>
          </a:r>
          <a:r>
            <a:rPr lang="en-MY" sz="2100" kern="1200"/>
            <a:t> Public, private, or hybrid?</a:t>
          </a:r>
          <a:endParaRPr lang="en-US" sz="2100" kern="1200"/>
        </a:p>
      </dsp:txBody>
      <dsp:txXfrm>
        <a:off x="1336039" y="4340073"/>
        <a:ext cx="4835908" cy="1156744"/>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5C6A7-878D-4F4B-90DE-240DDBE92D94}">
      <dsp:nvSpPr>
        <dsp:cNvPr id="0" name=""/>
        <dsp:cNvSpPr/>
      </dsp:nvSpPr>
      <dsp:spPr>
        <a:xfrm>
          <a:off x="0" y="1778"/>
          <a:ext cx="6171948" cy="7580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53E05B-EE95-4067-B024-8E120B531EC2}">
      <dsp:nvSpPr>
        <dsp:cNvPr id="0" name=""/>
        <dsp:cNvSpPr/>
      </dsp:nvSpPr>
      <dsp:spPr>
        <a:xfrm>
          <a:off x="229296" y="172330"/>
          <a:ext cx="416903" cy="4169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F0354B-D49B-45FD-B21C-2C4D6B19FD07}">
      <dsp:nvSpPr>
        <dsp:cNvPr id="0" name=""/>
        <dsp:cNvSpPr/>
      </dsp:nvSpPr>
      <dsp:spPr>
        <a:xfrm>
          <a:off x="875496" y="1778"/>
          <a:ext cx="2777376"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844550">
            <a:lnSpc>
              <a:spcPct val="90000"/>
            </a:lnSpc>
            <a:spcBef>
              <a:spcPct val="0"/>
            </a:spcBef>
            <a:spcAft>
              <a:spcPct val="35000"/>
            </a:spcAft>
            <a:buNone/>
          </a:pPr>
          <a:r>
            <a:rPr lang="en-MY" sz="1900" b="1" kern="1200"/>
            <a:t>Rehost</a:t>
          </a:r>
          <a:r>
            <a:rPr lang="en-MY" sz="1900" kern="1200"/>
            <a:t> </a:t>
          </a:r>
          <a:endParaRPr lang="en-US" sz="1900" kern="1200"/>
        </a:p>
      </dsp:txBody>
      <dsp:txXfrm>
        <a:off x="875496" y="1778"/>
        <a:ext cx="2777376" cy="758005"/>
      </dsp:txXfrm>
    </dsp:sp>
    <dsp:sp modelId="{CA905A95-4EAC-4FD2-82CC-D72C86C68EE3}">
      <dsp:nvSpPr>
        <dsp:cNvPr id="0" name=""/>
        <dsp:cNvSpPr/>
      </dsp:nvSpPr>
      <dsp:spPr>
        <a:xfrm>
          <a:off x="3652873" y="1778"/>
          <a:ext cx="2519074"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666750">
            <a:lnSpc>
              <a:spcPct val="90000"/>
            </a:lnSpc>
            <a:spcBef>
              <a:spcPct val="0"/>
            </a:spcBef>
            <a:spcAft>
              <a:spcPct val="35000"/>
            </a:spcAft>
            <a:buNone/>
          </a:pPr>
          <a:r>
            <a:rPr lang="en-MY" sz="1500" kern="1200"/>
            <a:t>Lift and shift.</a:t>
          </a:r>
          <a:endParaRPr lang="en-US" sz="1500" kern="1200"/>
        </a:p>
      </dsp:txBody>
      <dsp:txXfrm>
        <a:off x="3652873" y="1778"/>
        <a:ext cx="2519074" cy="758005"/>
      </dsp:txXfrm>
    </dsp:sp>
    <dsp:sp modelId="{009461C6-E76C-4181-974F-6F147CD0E9D5}">
      <dsp:nvSpPr>
        <dsp:cNvPr id="0" name=""/>
        <dsp:cNvSpPr/>
      </dsp:nvSpPr>
      <dsp:spPr>
        <a:xfrm>
          <a:off x="0" y="949286"/>
          <a:ext cx="6171948" cy="7580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2ECA67-5C77-45D7-879A-EC3263A4E36F}">
      <dsp:nvSpPr>
        <dsp:cNvPr id="0" name=""/>
        <dsp:cNvSpPr/>
      </dsp:nvSpPr>
      <dsp:spPr>
        <a:xfrm>
          <a:off x="229296" y="1119837"/>
          <a:ext cx="416903" cy="4169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D27AC5-DDBC-4F0F-BE7C-23D272122105}">
      <dsp:nvSpPr>
        <dsp:cNvPr id="0" name=""/>
        <dsp:cNvSpPr/>
      </dsp:nvSpPr>
      <dsp:spPr>
        <a:xfrm>
          <a:off x="875496" y="949286"/>
          <a:ext cx="2777376"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844550">
            <a:lnSpc>
              <a:spcPct val="90000"/>
            </a:lnSpc>
            <a:spcBef>
              <a:spcPct val="0"/>
            </a:spcBef>
            <a:spcAft>
              <a:spcPct val="35000"/>
            </a:spcAft>
            <a:buNone/>
          </a:pPr>
          <a:r>
            <a:rPr lang="en-MY" sz="1900" b="1" kern="1200"/>
            <a:t>Refactor</a:t>
          </a:r>
          <a:endParaRPr lang="en-US" sz="1900" kern="1200"/>
        </a:p>
      </dsp:txBody>
      <dsp:txXfrm>
        <a:off x="875496" y="949286"/>
        <a:ext cx="2777376" cy="758005"/>
      </dsp:txXfrm>
    </dsp:sp>
    <dsp:sp modelId="{4B74214A-AFAD-492F-87E4-60E275301A97}">
      <dsp:nvSpPr>
        <dsp:cNvPr id="0" name=""/>
        <dsp:cNvSpPr/>
      </dsp:nvSpPr>
      <dsp:spPr>
        <a:xfrm>
          <a:off x="3652873" y="949286"/>
          <a:ext cx="2519074"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666750">
            <a:lnSpc>
              <a:spcPct val="90000"/>
            </a:lnSpc>
            <a:spcBef>
              <a:spcPct val="0"/>
            </a:spcBef>
            <a:spcAft>
              <a:spcPct val="35000"/>
            </a:spcAft>
            <a:buNone/>
          </a:pPr>
          <a:r>
            <a:rPr lang="en-MY" sz="1500" kern="1200"/>
            <a:t>Minor code changes to fit cloud environment.</a:t>
          </a:r>
          <a:endParaRPr lang="en-US" sz="1500" kern="1200"/>
        </a:p>
      </dsp:txBody>
      <dsp:txXfrm>
        <a:off x="3652873" y="949286"/>
        <a:ext cx="2519074" cy="758005"/>
      </dsp:txXfrm>
    </dsp:sp>
    <dsp:sp modelId="{12E87650-1A44-4D77-9314-F44D6A72F557}">
      <dsp:nvSpPr>
        <dsp:cNvPr id="0" name=""/>
        <dsp:cNvSpPr/>
      </dsp:nvSpPr>
      <dsp:spPr>
        <a:xfrm>
          <a:off x="0" y="1896793"/>
          <a:ext cx="6171948" cy="7580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3623CD-A993-435F-BC61-58DFD2BFA1F1}">
      <dsp:nvSpPr>
        <dsp:cNvPr id="0" name=""/>
        <dsp:cNvSpPr/>
      </dsp:nvSpPr>
      <dsp:spPr>
        <a:xfrm>
          <a:off x="229296" y="2067344"/>
          <a:ext cx="416903" cy="4169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1694B0-11D9-405F-BF93-ACA65EAECBAE}">
      <dsp:nvSpPr>
        <dsp:cNvPr id="0" name=""/>
        <dsp:cNvSpPr/>
      </dsp:nvSpPr>
      <dsp:spPr>
        <a:xfrm>
          <a:off x="875496" y="1896793"/>
          <a:ext cx="2777376"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844550">
            <a:lnSpc>
              <a:spcPct val="90000"/>
            </a:lnSpc>
            <a:spcBef>
              <a:spcPct val="0"/>
            </a:spcBef>
            <a:spcAft>
              <a:spcPct val="35000"/>
            </a:spcAft>
            <a:buNone/>
          </a:pPr>
          <a:r>
            <a:rPr lang="en-MY" sz="1900" b="1" kern="1200"/>
            <a:t>Revise</a:t>
          </a:r>
          <a:endParaRPr lang="en-US" sz="1900" kern="1200"/>
        </a:p>
      </dsp:txBody>
      <dsp:txXfrm>
        <a:off x="875496" y="1896793"/>
        <a:ext cx="2777376" cy="758005"/>
      </dsp:txXfrm>
    </dsp:sp>
    <dsp:sp modelId="{4C645453-A4B1-405B-965E-4486BB2C193F}">
      <dsp:nvSpPr>
        <dsp:cNvPr id="0" name=""/>
        <dsp:cNvSpPr/>
      </dsp:nvSpPr>
      <dsp:spPr>
        <a:xfrm>
          <a:off x="3652873" y="1896793"/>
          <a:ext cx="2519074"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666750">
            <a:lnSpc>
              <a:spcPct val="90000"/>
            </a:lnSpc>
            <a:spcBef>
              <a:spcPct val="0"/>
            </a:spcBef>
            <a:spcAft>
              <a:spcPct val="35000"/>
            </a:spcAft>
            <a:buNone/>
          </a:pPr>
          <a:r>
            <a:rPr lang="en-MY" sz="1500" kern="1200"/>
            <a:t>Major changes to existing code.</a:t>
          </a:r>
          <a:endParaRPr lang="en-US" sz="1500" kern="1200"/>
        </a:p>
      </dsp:txBody>
      <dsp:txXfrm>
        <a:off x="3652873" y="1896793"/>
        <a:ext cx="2519074" cy="758005"/>
      </dsp:txXfrm>
    </dsp:sp>
    <dsp:sp modelId="{B8B1A722-846E-4B5C-B040-7FFB0580E65B}">
      <dsp:nvSpPr>
        <dsp:cNvPr id="0" name=""/>
        <dsp:cNvSpPr/>
      </dsp:nvSpPr>
      <dsp:spPr>
        <a:xfrm>
          <a:off x="0" y="2844300"/>
          <a:ext cx="6171948" cy="7580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345682-D101-49F8-9415-6CAEF5EB3912}">
      <dsp:nvSpPr>
        <dsp:cNvPr id="0" name=""/>
        <dsp:cNvSpPr/>
      </dsp:nvSpPr>
      <dsp:spPr>
        <a:xfrm>
          <a:off x="229296" y="3014852"/>
          <a:ext cx="416903" cy="4169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EDE186-25E9-4823-813A-EDED332A35B4}">
      <dsp:nvSpPr>
        <dsp:cNvPr id="0" name=""/>
        <dsp:cNvSpPr/>
      </dsp:nvSpPr>
      <dsp:spPr>
        <a:xfrm>
          <a:off x="875496" y="2844300"/>
          <a:ext cx="2777376"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844550">
            <a:lnSpc>
              <a:spcPct val="90000"/>
            </a:lnSpc>
            <a:spcBef>
              <a:spcPct val="0"/>
            </a:spcBef>
            <a:spcAft>
              <a:spcPct val="35000"/>
            </a:spcAft>
            <a:buNone/>
          </a:pPr>
          <a:r>
            <a:rPr lang="en-MY" sz="1900" b="1" kern="1200"/>
            <a:t>Rebuild</a:t>
          </a:r>
          <a:endParaRPr lang="en-US" sz="1900" kern="1200"/>
        </a:p>
      </dsp:txBody>
      <dsp:txXfrm>
        <a:off x="875496" y="2844300"/>
        <a:ext cx="2777376" cy="758005"/>
      </dsp:txXfrm>
    </dsp:sp>
    <dsp:sp modelId="{54EFDE00-17E4-4212-B114-87A1234BB554}">
      <dsp:nvSpPr>
        <dsp:cNvPr id="0" name=""/>
        <dsp:cNvSpPr/>
      </dsp:nvSpPr>
      <dsp:spPr>
        <a:xfrm>
          <a:off x="3652873" y="2844300"/>
          <a:ext cx="2519074"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666750">
            <a:lnSpc>
              <a:spcPct val="90000"/>
            </a:lnSpc>
            <a:spcBef>
              <a:spcPct val="0"/>
            </a:spcBef>
            <a:spcAft>
              <a:spcPct val="35000"/>
            </a:spcAft>
            <a:buNone/>
          </a:pPr>
          <a:r>
            <a:rPr lang="en-MY" sz="1500" kern="1200"/>
            <a:t>Redesign from scratch.</a:t>
          </a:r>
          <a:endParaRPr lang="en-US" sz="1500" kern="1200"/>
        </a:p>
      </dsp:txBody>
      <dsp:txXfrm>
        <a:off x="3652873" y="2844300"/>
        <a:ext cx="2519074" cy="758005"/>
      </dsp:txXfrm>
    </dsp:sp>
    <dsp:sp modelId="{96274996-EE4A-4D86-99E7-50A26F52F421}">
      <dsp:nvSpPr>
        <dsp:cNvPr id="0" name=""/>
        <dsp:cNvSpPr/>
      </dsp:nvSpPr>
      <dsp:spPr>
        <a:xfrm>
          <a:off x="0" y="3791808"/>
          <a:ext cx="6171948" cy="7580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F02FE-B5F4-4621-9039-898A4FB3FEF4}">
      <dsp:nvSpPr>
        <dsp:cNvPr id="0" name=""/>
        <dsp:cNvSpPr/>
      </dsp:nvSpPr>
      <dsp:spPr>
        <a:xfrm>
          <a:off x="229296" y="3962359"/>
          <a:ext cx="416903" cy="4169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97934E-DE84-41D0-9901-D19883E29D37}">
      <dsp:nvSpPr>
        <dsp:cNvPr id="0" name=""/>
        <dsp:cNvSpPr/>
      </dsp:nvSpPr>
      <dsp:spPr>
        <a:xfrm>
          <a:off x="875496" y="3791808"/>
          <a:ext cx="2777376"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844550">
            <a:lnSpc>
              <a:spcPct val="90000"/>
            </a:lnSpc>
            <a:spcBef>
              <a:spcPct val="0"/>
            </a:spcBef>
            <a:spcAft>
              <a:spcPct val="35000"/>
            </a:spcAft>
            <a:buNone/>
          </a:pPr>
          <a:r>
            <a:rPr lang="en-MY" sz="1900" b="1" kern="1200"/>
            <a:t>Replace</a:t>
          </a:r>
          <a:endParaRPr lang="en-US" sz="1900" kern="1200"/>
        </a:p>
      </dsp:txBody>
      <dsp:txXfrm>
        <a:off x="875496" y="3791808"/>
        <a:ext cx="2777376" cy="758005"/>
      </dsp:txXfrm>
    </dsp:sp>
    <dsp:sp modelId="{551B1306-E4D5-4D2F-83C5-0F9AE7FB89EB}">
      <dsp:nvSpPr>
        <dsp:cNvPr id="0" name=""/>
        <dsp:cNvSpPr/>
      </dsp:nvSpPr>
      <dsp:spPr>
        <a:xfrm>
          <a:off x="3652873" y="3791808"/>
          <a:ext cx="2519074"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666750">
            <a:lnSpc>
              <a:spcPct val="90000"/>
            </a:lnSpc>
            <a:spcBef>
              <a:spcPct val="0"/>
            </a:spcBef>
            <a:spcAft>
              <a:spcPct val="35000"/>
            </a:spcAft>
            <a:buNone/>
          </a:pPr>
          <a:r>
            <a:rPr lang="en-MY" sz="1500" kern="1200"/>
            <a:t>Substitute with SaaS solutions.</a:t>
          </a:r>
          <a:endParaRPr lang="en-US" sz="1500" kern="1200"/>
        </a:p>
      </dsp:txBody>
      <dsp:txXfrm>
        <a:off x="3652873" y="3791808"/>
        <a:ext cx="2519074" cy="758005"/>
      </dsp:txXfrm>
    </dsp:sp>
    <dsp:sp modelId="{BE7AF805-5ED3-440D-AC6C-7DEEFEF1A047}">
      <dsp:nvSpPr>
        <dsp:cNvPr id="0" name=""/>
        <dsp:cNvSpPr/>
      </dsp:nvSpPr>
      <dsp:spPr>
        <a:xfrm>
          <a:off x="0" y="4739315"/>
          <a:ext cx="6171948" cy="7580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9D2D91-4DF8-4423-8E9D-05A6C0078EB8}">
      <dsp:nvSpPr>
        <dsp:cNvPr id="0" name=""/>
        <dsp:cNvSpPr/>
      </dsp:nvSpPr>
      <dsp:spPr>
        <a:xfrm>
          <a:off x="229296" y="4909866"/>
          <a:ext cx="416903" cy="41690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114F9D-78D5-4694-99FC-2DB27CEAA415}">
      <dsp:nvSpPr>
        <dsp:cNvPr id="0" name=""/>
        <dsp:cNvSpPr/>
      </dsp:nvSpPr>
      <dsp:spPr>
        <a:xfrm>
          <a:off x="875496" y="4739315"/>
          <a:ext cx="2777376"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844550">
            <a:lnSpc>
              <a:spcPct val="90000"/>
            </a:lnSpc>
            <a:spcBef>
              <a:spcPct val="0"/>
            </a:spcBef>
            <a:spcAft>
              <a:spcPct val="35000"/>
            </a:spcAft>
            <a:buNone/>
          </a:pPr>
          <a:r>
            <a:rPr lang="en-MY" sz="1900" b="1" kern="1200"/>
            <a:t>Retire</a:t>
          </a:r>
          <a:endParaRPr lang="en-US" sz="1900" kern="1200"/>
        </a:p>
      </dsp:txBody>
      <dsp:txXfrm>
        <a:off x="875496" y="4739315"/>
        <a:ext cx="2777376" cy="758005"/>
      </dsp:txXfrm>
    </dsp:sp>
    <dsp:sp modelId="{D4E905C8-0B5B-4718-AC39-29D43C575BB4}">
      <dsp:nvSpPr>
        <dsp:cNvPr id="0" name=""/>
        <dsp:cNvSpPr/>
      </dsp:nvSpPr>
      <dsp:spPr>
        <a:xfrm>
          <a:off x="3652873" y="4739315"/>
          <a:ext cx="2519074" cy="758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222" tIns="80222" rIns="80222" bIns="80222" numCol="1" spcCol="1270" anchor="ctr" anchorCtr="0">
          <a:noAutofit/>
        </a:bodyPr>
        <a:lstStyle/>
        <a:p>
          <a:pPr marL="0" lvl="0" indent="0" algn="l" defTabSz="666750">
            <a:lnSpc>
              <a:spcPct val="90000"/>
            </a:lnSpc>
            <a:spcBef>
              <a:spcPct val="0"/>
            </a:spcBef>
            <a:spcAft>
              <a:spcPct val="35000"/>
            </a:spcAft>
            <a:buNone/>
          </a:pPr>
          <a:r>
            <a:rPr lang="en-MY" sz="1500" kern="1200"/>
            <a:t>Eliminate outdated components.</a:t>
          </a:r>
          <a:endParaRPr lang="en-US" sz="1500" kern="1200"/>
        </a:p>
      </dsp:txBody>
      <dsp:txXfrm>
        <a:off x="3652873" y="4739315"/>
        <a:ext cx="2519074" cy="758005"/>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7C48F-6239-4586-9ECB-1496CE6CE817}">
      <dsp:nvSpPr>
        <dsp:cNvPr id="0" name=""/>
        <dsp:cNvSpPr/>
      </dsp:nvSpPr>
      <dsp:spPr>
        <a:xfrm>
          <a:off x="307364" y="937731"/>
          <a:ext cx="947882" cy="94788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53C53C-5F5F-4997-82AD-CCEECEF59C43}">
      <dsp:nvSpPr>
        <dsp:cNvPr id="0" name=""/>
        <dsp:cNvSpPr/>
      </dsp:nvSpPr>
      <dsp:spPr>
        <a:xfrm>
          <a:off x="509372" y="1139739"/>
          <a:ext cx="543867" cy="5438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DC4EEF-D5A8-454C-8AEE-2E05C9247142}">
      <dsp:nvSpPr>
        <dsp:cNvPr id="0" name=""/>
        <dsp:cNvSpPr/>
      </dsp:nvSpPr>
      <dsp:spPr>
        <a:xfrm>
          <a:off x="4353" y="2180856"/>
          <a:ext cx="1553906"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MY" sz="1400" b="1" kern="1200"/>
            <a:t>Create a Migration Strategy</a:t>
          </a:r>
          <a:endParaRPr lang="en-US" sz="1400" kern="1200"/>
        </a:p>
      </dsp:txBody>
      <dsp:txXfrm>
        <a:off x="4353" y="2180856"/>
        <a:ext cx="1553906" cy="621562"/>
      </dsp:txXfrm>
    </dsp:sp>
    <dsp:sp modelId="{CA5B4D04-6DCF-4B39-81A9-4E1A619F14BD}">
      <dsp:nvSpPr>
        <dsp:cNvPr id="0" name=""/>
        <dsp:cNvSpPr/>
      </dsp:nvSpPr>
      <dsp:spPr>
        <a:xfrm>
          <a:off x="2133204" y="937731"/>
          <a:ext cx="947882" cy="94788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913002-4B7E-460C-8A05-528BACBC20FD}">
      <dsp:nvSpPr>
        <dsp:cNvPr id="0" name=""/>
        <dsp:cNvSpPr/>
      </dsp:nvSpPr>
      <dsp:spPr>
        <a:xfrm>
          <a:off x="2335212" y="1139739"/>
          <a:ext cx="543867" cy="5438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ABEBC1-6F12-411F-B112-B8174069FF54}">
      <dsp:nvSpPr>
        <dsp:cNvPr id="0" name=""/>
        <dsp:cNvSpPr/>
      </dsp:nvSpPr>
      <dsp:spPr>
        <a:xfrm>
          <a:off x="1830193" y="2180856"/>
          <a:ext cx="1553906"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MY" sz="1400" b="1" kern="1200"/>
            <a:t>Evaluate Applications and Data</a:t>
          </a:r>
          <a:endParaRPr lang="en-US" sz="1400" kern="1200"/>
        </a:p>
      </dsp:txBody>
      <dsp:txXfrm>
        <a:off x="1830193" y="2180856"/>
        <a:ext cx="1553906" cy="621562"/>
      </dsp:txXfrm>
    </dsp:sp>
    <dsp:sp modelId="{1E8063E4-6A6F-4C95-893D-6AD2F072F1AB}">
      <dsp:nvSpPr>
        <dsp:cNvPr id="0" name=""/>
        <dsp:cNvSpPr/>
      </dsp:nvSpPr>
      <dsp:spPr>
        <a:xfrm>
          <a:off x="3959044" y="937731"/>
          <a:ext cx="947882" cy="94788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72CD8A-5312-4859-82B1-10E59BA7E0A6}">
      <dsp:nvSpPr>
        <dsp:cNvPr id="0" name=""/>
        <dsp:cNvSpPr/>
      </dsp:nvSpPr>
      <dsp:spPr>
        <a:xfrm>
          <a:off x="4161052" y="1139739"/>
          <a:ext cx="543867" cy="5438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97A998-D8C0-4BE9-B61A-00CB9543305D}">
      <dsp:nvSpPr>
        <dsp:cNvPr id="0" name=""/>
        <dsp:cNvSpPr/>
      </dsp:nvSpPr>
      <dsp:spPr>
        <a:xfrm>
          <a:off x="3656032" y="2180856"/>
          <a:ext cx="1553906"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MY" sz="1400" b="1" kern="1200"/>
            <a:t>Choose the Right Cloud Provider</a:t>
          </a:r>
          <a:endParaRPr lang="en-US" sz="1400" kern="1200"/>
        </a:p>
      </dsp:txBody>
      <dsp:txXfrm>
        <a:off x="3656032" y="2180856"/>
        <a:ext cx="1553906" cy="621562"/>
      </dsp:txXfrm>
    </dsp:sp>
    <dsp:sp modelId="{B3446545-E9E1-46C0-A1A8-7B4F6AA736D0}">
      <dsp:nvSpPr>
        <dsp:cNvPr id="0" name=""/>
        <dsp:cNvSpPr/>
      </dsp:nvSpPr>
      <dsp:spPr>
        <a:xfrm>
          <a:off x="5784884" y="937731"/>
          <a:ext cx="947882" cy="94788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93BDA8-17B6-42CA-9288-C273AF7E2F19}">
      <dsp:nvSpPr>
        <dsp:cNvPr id="0" name=""/>
        <dsp:cNvSpPr/>
      </dsp:nvSpPr>
      <dsp:spPr>
        <a:xfrm>
          <a:off x="5986892" y="1139739"/>
          <a:ext cx="543867" cy="54386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5D8D82-1ED5-400E-9DEC-15FA1C1A1D35}">
      <dsp:nvSpPr>
        <dsp:cNvPr id="0" name=""/>
        <dsp:cNvSpPr/>
      </dsp:nvSpPr>
      <dsp:spPr>
        <a:xfrm>
          <a:off x="5481872" y="2180856"/>
          <a:ext cx="1553906"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MY" sz="1400" b="1" kern="1200"/>
            <a:t>Prepare the Environment</a:t>
          </a:r>
          <a:endParaRPr lang="en-US" sz="1400" kern="1200"/>
        </a:p>
      </dsp:txBody>
      <dsp:txXfrm>
        <a:off x="5481872" y="2180856"/>
        <a:ext cx="1553906" cy="621562"/>
      </dsp:txXfrm>
    </dsp:sp>
    <dsp:sp modelId="{A92EC736-CED0-48C1-AA00-CB1530A582B7}">
      <dsp:nvSpPr>
        <dsp:cNvPr id="0" name=""/>
        <dsp:cNvSpPr/>
      </dsp:nvSpPr>
      <dsp:spPr>
        <a:xfrm>
          <a:off x="7610724" y="937731"/>
          <a:ext cx="947882" cy="94788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8398F3-9130-47A9-907F-0FF467F65018}">
      <dsp:nvSpPr>
        <dsp:cNvPr id="0" name=""/>
        <dsp:cNvSpPr/>
      </dsp:nvSpPr>
      <dsp:spPr>
        <a:xfrm>
          <a:off x="7812732" y="1139739"/>
          <a:ext cx="543867" cy="54386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2E4DDD-42B3-407E-B466-D3AFAD0352E1}">
      <dsp:nvSpPr>
        <dsp:cNvPr id="0" name=""/>
        <dsp:cNvSpPr/>
      </dsp:nvSpPr>
      <dsp:spPr>
        <a:xfrm>
          <a:off x="7307712" y="2180856"/>
          <a:ext cx="1553906"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MY" sz="1400" b="1" kern="1200"/>
            <a:t>Migrate and Test</a:t>
          </a:r>
          <a:endParaRPr lang="en-US" sz="1400" kern="1200"/>
        </a:p>
      </dsp:txBody>
      <dsp:txXfrm>
        <a:off x="7307712" y="2180856"/>
        <a:ext cx="1553906" cy="621562"/>
      </dsp:txXfrm>
    </dsp:sp>
    <dsp:sp modelId="{B05D4015-46A7-4805-AA5C-08B5D46BB21A}">
      <dsp:nvSpPr>
        <dsp:cNvPr id="0" name=""/>
        <dsp:cNvSpPr/>
      </dsp:nvSpPr>
      <dsp:spPr>
        <a:xfrm>
          <a:off x="9436564" y="937731"/>
          <a:ext cx="947882" cy="94788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63EC19-F204-4499-B988-46CC3226C6D4}">
      <dsp:nvSpPr>
        <dsp:cNvPr id="0" name=""/>
        <dsp:cNvSpPr/>
      </dsp:nvSpPr>
      <dsp:spPr>
        <a:xfrm>
          <a:off x="9638572" y="1139739"/>
          <a:ext cx="543867" cy="54386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EF372-5B07-4DD8-ACD6-9421760B7C20}">
      <dsp:nvSpPr>
        <dsp:cNvPr id="0" name=""/>
        <dsp:cNvSpPr/>
      </dsp:nvSpPr>
      <dsp:spPr>
        <a:xfrm>
          <a:off x="9133552" y="2180856"/>
          <a:ext cx="1553906"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MY" sz="1400" b="1" kern="1200"/>
            <a:t>Monitor and Optimize</a:t>
          </a:r>
          <a:endParaRPr lang="en-US" sz="1400" kern="1200"/>
        </a:p>
      </dsp:txBody>
      <dsp:txXfrm>
        <a:off x="9133552" y="2180856"/>
        <a:ext cx="1553906" cy="62156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63546A-22BB-4E81-A5F2-C1743155E9A5}">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1BEAF1-29F2-46E2-87F5-79F8AF75F7C0}">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7EB252-0AE2-4A5B-9489-8A69D010050E}">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Define the business objectives for moving to the cloud.</a:t>
          </a:r>
          <a:endParaRPr lang="en-US" sz="2500" kern="1200"/>
        </a:p>
      </dsp:txBody>
      <dsp:txXfrm>
        <a:off x="1814259" y="671"/>
        <a:ext cx="4357688" cy="1570787"/>
      </dsp:txXfrm>
    </dsp:sp>
    <dsp:sp modelId="{86A75B95-0C72-44CE-A31D-FF32ED78817E}">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B89A57-C51C-4A4A-BEC5-AA0738790D55}">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ED3F92-0FFF-477B-B695-057A0C37754E}">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Determine scope, timeline, and budget.</a:t>
          </a:r>
          <a:endParaRPr lang="en-US" sz="2500" kern="1200"/>
        </a:p>
      </dsp:txBody>
      <dsp:txXfrm>
        <a:off x="1814259" y="1964156"/>
        <a:ext cx="4357688" cy="1570787"/>
      </dsp:txXfrm>
    </dsp:sp>
    <dsp:sp modelId="{058C26CA-E603-4837-B996-8069B688E022}">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970698-759A-4BC9-B065-E1B4E250B27F}">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F5E4CC-B8B5-4118-BE13-3F434B8C665C}">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Identify stakeholders and assign responsibilities.</a:t>
          </a:r>
          <a:endParaRPr lang="en-US" sz="2500" kern="1200"/>
        </a:p>
      </dsp:txBody>
      <dsp:txXfrm>
        <a:off x="1814259" y="3927640"/>
        <a:ext cx="4357688" cy="1570787"/>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7B00D-DF65-42DA-A123-D1F92FA3584E}">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F6C4CE-3C02-40B1-8368-CF38AE91A7F0}">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0276EA-26E5-4C0B-92F7-F88B0F5134D8}">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Audit existing infrastructure.</a:t>
          </a:r>
          <a:endParaRPr lang="en-US" sz="2500" kern="1200"/>
        </a:p>
      </dsp:txBody>
      <dsp:txXfrm>
        <a:off x="1814259" y="671"/>
        <a:ext cx="4357688" cy="1570787"/>
      </dsp:txXfrm>
    </dsp:sp>
    <dsp:sp modelId="{E3C3F114-3AB0-4798-A731-4F756FB1A549}">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856368-6405-4197-8CE7-D3C143A5B714}">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43F466-8394-47EA-99CE-4A3763924FDF}">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Classify applications based on criticality and complexity.</a:t>
          </a:r>
          <a:endParaRPr lang="en-US" sz="2500" kern="1200"/>
        </a:p>
      </dsp:txBody>
      <dsp:txXfrm>
        <a:off x="1814259" y="1964156"/>
        <a:ext cx="4357688" cy="1570787"/>
      </dsp:txXfrm>
    </dsp:sp>
    <dsp:sp modelId="{7DCC8311-8FCF-4FEB-BB0D-AA32D79BA0AE}">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ADD63B-0456-4A38-92B6-A1C83A9343CD}">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A7BED8-9279-42BB-B555-F10D0A3B1919}">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Identify dependencies and compliance requirements.</a:t>
          </a:r>
          <a:endParaRPr lang="en-US" sz="2500" kern="1200"/>
        </a:p>
      </dsp:txBody>
      <dsp:txXfrm>
        <a:off x="1814259" y="3927640"/>
        <a:ext cx="4357688" cy="1570787"/>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B0F510-D7E8-4D5C-B701-6115EB0D1563}">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70E0ED-0B90-4F1B-BB1E-14E1410A481F}">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A19856-4315-4CD7-8C7D-3998F06B4407}">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Compare pricing models, SLAs, and services offered.</a:t>
          </a:r>
          <a:endParaRPr lang="en-US" sz="2500" kern="1200"/>
        </a:p>
      </dsp:txBody>
      <dsp:txXfrm>
        <a:off x="1814259" y="671"/>
        <a:ext cx="4357688" cy="1570787"/>
      </dsp:txXfrm>
    </dsp:sp>
    <dsp:sp modelId="{30ABE8D8-6F6E-4363-8956-372EB65CAD12}">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B71621-8B38-472F-8BBD-D71D9669883F}">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867C64-BA42-4524-B360-B4EBBEAF1BB2}">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Consider support, security features, and compliance certifications.</a:t>
          </a:r>
          <a:endParaRPr lang="en-US" sz="2500" kern="1200"/>
        </a:p>
      </dsp:txBody>
      <dsp:txXfrm>
        <a:off x="1814259" y="1964156"/>
        <a:ext cx="4357688" cy="1570787"/>
      </dsp:txXfrm>
    </dsp:sp>
    <dsp:sp modelId="{200F081F-B410-467B-BDF0-71ED721C3C58}">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5F7E17-5242-4773-BBFB-EE53233C0064}">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BC5287-C5C3-44D6-8D37-F23186BDABE8}">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Evaluate existing provider integrations and ecosystem compatibility.</a:t>
          </a:r>
          <a:endParaRPr lang="en-US" sz="2500" kern="1200"/>
        </a:p>
      </dsp:txBody>
      <dsp:txXfrm>
        <a:off x="1814259" y="3927640"/>
        <a:ext cx="4357688" cy="1570787"/>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767D0A-777E-5147-A663-6CB006F6C338}">
      <dsp:nvSpPr>
        <dsp:cNvPr id="0" name=""/>
        <dsp:cNvSpPr/>
      </dsp:nvSpPr>
      <dsp:spPr>
        <a:xfrm rot="5400000">
          <a:off x="3488056" y="-1086252"/>
          <a:ext cx="1417736" cy="3950046"/>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Set up accounts, access policies, and permissions.</a:t>
          </a:r>
        </a:p>
      </dsp:txBody>
      <dsp:txXfrm rot="-5400000">
        <a:off x="2221901" y="249111"/>
        <a:ext cx="3880838" cy="1279320"/>
      </dsp:txXfrm>
    </dsp:sp>
    <dsp:sp modelId="{AC3B5CE1-B81D-934D-88F6-65C339BB90C4}">
      <dsp:nvSpPr>
        <dsp:cNvPr id="0" name=""/>
        <dsp:cNvSpPr/>
      </dsp:nvSpPr>
      <dsp:spPr>
        <a:xfrm>
          <a:off x="0" y="2685"/>
          <a:ext cx="2221901" cy="177217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Set up</a:t>
          </a:r>
        </a:p>
      </dsp:txBody>
      <dsp:txXfrm>
        <a:off x="86510" y="89195"/>
        <a:ext cx="2048881" cy="1599150"/>
      </dsp:txXfrm>
    </dsp:sp>
    <dsp:sp modelId="{EB8E28B8-40BE-C546-89F0-DFD541AE0C05}">
      <dsp:nvSpPr>
        <dsp:cNvPr id="0" name=""/>
        <dsp:cNvSpPr/>
      </dsp:nvSpPr>
      <dsp:spPr>
        <a:xfrm rot="5400000">
          <a:off x="3488056" y="774526"/>
          <a:ext cx="1417736" cy="3950046"/>
        </a:xfrm>
        <a:prstGeom prst="round2Same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Design network architecture and storage.</a:t>
          </a:r>
        </a:p>
      </dsp:txBody>
      <dsp:txXfrm rot="-5400000">
        <a:off x="2221901" y="2109889"/>
        <a:ext cx="3880838" cy="1279320"/>
      </dsp:txXfrm>
    </dsp:sp>
    <dsp:sp modelId="{FD876C6C-D797-AB44-8952-243FD376920D}">
      <dsp:nvSpPr>
        <dsp:cNvPr id="0" name=""/>
        <dsp:cNvSpPr/>
      </dsp:nvSpPr>
      <dsp:spPr>
        <a:xfrm>
          <a:off x="0" y="1863464"/>
          <a:ext cx="2221901" cy="177217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Design</a:t>
          </a:r>
        </a:p>
      </dsp:txBody>
      <dsp:txXfrm>
        <a:off x="86510" y="1949974"/>
        <a:ext cx="2048881" cy="1599150"/>
      </dsp:txXfrm>
    </dsp:sp>
    <dsp:sp modelId="{B2F43219-E64A-4141-A2E8-0844E1072172}">
      <dsp:nvSpPr>
        <dsp:cNvPr id="0" name=""/>
        <dsp:cNvSpPr/>
      </dsp:nvSpPr>
      <dsp:spPr>
        <a:xfrm rot="5400000">
          <a:off x="3488056" y="2635306"/>
          <a:ext cx="1417736" cy="3950046"/>
        </a:xfrm>
        <a:prstGeom prst="round2Same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Implement identity and access management (IAM).</a:t>
          </a:r>
        </a:p>
      </dsp:txBody>
      <dsp:txXfrm rot="-5400000">
        <a:off x="2221901" y="3970669"/>
        <a:ext cx="3880838" cy="1279320"/>
      </dsp:txXfrm>
    </dsp:sp>
    <dsp:sp modelId="{648FE998-7D20-9D48-BF72-1ECFB1FC0179}">
      <dsp:nvSpPr>
        <dsp:cNvPr id="0" name=""/>
        <dsp:cNvSpPr/>
      </dsp:nvSpPr>
      <dsp:spPr>
        <a:xfrm>
          <a:off x="0" y="3724243"/>
          <a:ext cx="2221901" cy="177217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Implement</a:t>
          </a:r>
        </a:p>
      </dsp:txBody>
      <dsp:txXfrm>
        <a:off x="86510" y="3810753"/>
        <a:ext cx="2048881" cy="1599150"/>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754C95-5D56-40CB-811A-1ECB79C62F98}">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BF260E-885A-43AC-B4FB-180D80420AE8}">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22904E-5A7B-4825-B05F-CC367B0B342A}">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100000"/>
            </a:lnSpc>
            <a:spcBef>
              <a:spcPct val="0"/>
            </a:spcBef>
            <a:spcAft>
              <a:spcPct val="35000"/>
            </a:spcAft>
            <a:buNone/>
          </a:pPr>
          <a:r>
            <a:rPr lang="en-MY" sz="2500" kern="1200"/>
            <a:t>Begin with low-risk applications as a pilot.</a:t>
          </a:r>
          <a:endParaRPr lang="en-US" sz="2500" kern="1200"/>
        </a:p>
      </dsp:txBody>
      <dsp:txXfrm>
        <a:off x="1814259" y="671"/>
        <a:ext cx="4357688" cy="1570787"/>
      </dsp:txXfrm>
    </dsp:sp>
    <dsp:sp modelId="{A2CC341B-5297-470B-9360-67E0A753BB9C}">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278C54-0F8C-410A-BA2C-D2F3258B84BF}">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3ADD7D-5864-4647-A153-CA4AD0C52B38}">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100000"/>
            </a:lnSpc>
            <a:spcBef>
              <a:spcPct val="0"/>
            </a:spcBef>
            <a:spcAft>
              <a:spcPct val="35000"/>
            </a:spcAft>
            <a:buNone/>
          </a:pPr>
          <a:r>
            <a:rPr lang="en-MY" sz="2500" kern="1200"/>
            <a:t>Execute the migration using tools and automation.</a:t>
          </a:r>
          <a:endParaRPr lang="en-US" sz="2500" kern="1200"/>
        </a:p>
      </dsp:txBody>
      <dsp:txXfrm>
        <a:off x="1814259" y="1964156"/>
        <a:ext cx="4357688" cy="1570787"/>
      </dsp:txXfrm>
    </dsp:sp>
    <dsp:sp modelId="{011DEB52-A68A-4147-B6DE-E9391632C844}">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675F7A-D01E-4920-A8FB-6FE3A5544605}">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A1B62B-B154-4C23-A5E9-A11CCA0B4A13}">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100000"/>
            </a:lnSpc>
            <a:spcBef>
              <a:spcPct val="0"/>
            </a:spcBef>
            <a:spcAft>
              <a:spcPct val="35000"/>
            </a:spcAft>
            <a:buNone/>
          </a:pPr>
          <a:r>
            <a:rPr lang="en-MY" sz="2500" kern="1200"/>
            <a:t>Validate the system functionality through rigorous testing.</a:t>
          </a:r>
          <a:endParaRPr lang="en-US" sz="2500" kern="1200"/>
        </a:p>
      </dsp:txBody>
      <dsp:txXfrm>
        <a:off x="1814259" y="3927640"/>
        <a:ext cx="4357688" cy="1570787"/>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D735D-923A-4805-9F69-3D996D03ED38}">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E6B1BC-2DC6-464B-86FD-8355EC735293}">
      <dsp:nvSpPr>
        <dsp:cNvPr id="0" name=""/>
        <dsp:cNvSpPr/>
      </dsp:nvSpPr>
      <dsp:spPr>
        <a:xfrm>
          <a:off x="475163" y="354098"/>
          <a:ext cx="863933" cy="863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89BCFD-4397-4063-A5C2-EFB4D3DE3E71}">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Monitor usage, performance, and security.</a:t>
          </a:r>
          <a:endParaRPr lang="en-US" sz="2500" kern="1200"/>
        </a:p>
      </dsp:txBody>
      <dsp:txXfrm>
        <a:off x="1814259" y="671"/>
        <a:ext cx="4357688" cy="1570787"/>
      </dsp:txXfrm>
    </dsp:sp>
    <dsp:sp modelId="{B129A771-4214-41B7-9635-1D2138CD6C6A}">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9CDB06-B7C2-46D8-8DA1-481AE6A5FDBF}">
      <dsp:nvSpPr>
        <dsp:cNvPr id="0" name=""/>
        <dsp:cNvSpPr/>
      </dsp:nvSpPr>
      <dsp:spPr>
        <a:xfrm>
          <a:off x="475163" y="2317583"/>
          <a:ext cx="863933" cy="863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E5A4B5-19A9-4B34-BCFE-DA85C9690835}">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Tune systems for cost and performance efficiency.</a:t>
          </a:r>
          <a:endParaRPr lang="en-US" sz="2500" kern="1200"/>
        </a:p>
      </dsp:txBody>
      <dsp:txXfrm>
        <a:off x="1814259" y="1964156"/>
        <a:ext cx="4357688" cy="1570787"/>
      </dsp:txXfrm>
    </dsp:sp>
    <dsp:sp modelId="{D0330ABB-45F4-4A93-BEF6-2263F5E1A4C9}">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92685B-E853-4DD8-9A23-74BBD6BFDB29}">
      <dsp:nvSpPr>
        <dsp:cNvPr id="0" name=""/>
        <dsp:cNvSpPr/>
      </dsp:nvSpPr>
      <dsp:spPr>
        <a:xfrm>
          <a:off x="475163" y="4281068"/>
          <a:ext cx="863933" cy="863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5E4EFD-EC48-4303-9584-3CB6D3E6F8DF}">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1111250">
            <a:lnSpc>
              <a:spcPct val="90000"/>
            </a:lnSpc>
            <a:spcBef>
              <a:spcPct val="0"/>
            </a:spcBef>
            <a:spcAft>
              <a:spcPct val="35000"/>
            </a:spcAft>
            <a:buNone/>
          </a:pPr>
          <a:r>
            <a:rPr lang="en-MY" sz="2500" kern="1200"/>
            <a:t>Implement alerts and analytics dashboards.</a:t>
          </a:r>
          <a:endParaRPr lang="en-US" sz="2500" kern="1200"/>
        </a:p>
      </dsp:txBody>
      <dsp:txXfrm>
        <a:off x="1814259" y="3927640"/>
        <a:ext cx="4357688" cy="1570787"/>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2365E-0BEE-4A3E-8041-61F153683A59}">
      <dsp:nvSpPr>
        <dsp:cNvPr id="0" name=""/>
        <dsp:cNvSpPr/>
      </dsp:nvSpPr>
      <dsp:spPr>
        <a:xfrm>
          <a:off x="663670" y="822795"/>
          <a:ext cx="1060066" cy="10600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3FE14C-E615-4157-B38F-4E0D38FDFAB1}">
      <dsp:nvSpPr>
        <dsp:cNvPr id="0" name=""/>
        <dsp:cNvSpPr/>
      </dsp:nvSpPr>
      <dsp:spPr>
        <a:xfrm>
          <a:off x="15852"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b="1" kern="1200"/>
            <a:t>Poor Connectivity:</a:t>
          </a:r>
          <a:r>
            <a:rPr lang="en-MY" sz="1500" kern="1200"/>
            <a:t> Limits real-time access.</a:t>
          </a:r>
          <a:endParaRPr lang="en-US" sz="1500" kern="1200"/>
        </a:p>
      </dsp:txBody>
      <dsp:txXfrm>
        <a:off x="15852" y="2197100"/>
        <a:ext cx="2355704" cy="720000"/>
      </dsp:txXfrm>
    </dsp:sp>
    <dsp:sp modelId="{BA3FA817-E52B-4100-A4C0-B5FEEA9BBCFD}">
      <dsp:nvSpPr>
        <dsp:cNvPr id="0" name=""/>
        <dsp:cNvSpPr/>
      </dsp:nvSpPr>
      <dsp:spPr>
        <a:xfrm>
          <a:off x="3431622" y="822795"/>
          <a:ext cx="1060066" cy="10600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F3641F-24ED-421C-975A-9A70AE627376}">
      <dsp:nvSpPr>
        <dsp:cNvPr id="0" name=""/>
        <dsp:cNvSpPr/>
      </dsp:nvSpPr>
      <dsp:spPr>
        <a:xfrm>
          <a:off x="2783804"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b="1" kern="1200"/>
            <a:t>Legacy Dependencies:</a:t>
          </a:r>
          <a:r>
            <a:rPr lang="en-MY" sz="1500" kern="1200"/>
            <a:t> Older apps may resist change.</a:t>
          </a:r>
          <a:endParaRPr lang="en-US" sz="1500" kern="1200"/>
        </a:p>
      </dsp:txBody>
      <dsp:txXfrm>
        <a:off x="2783804" y="2197100"/>
        <a:ext cx="2355704" cy="720000"/>
      </dsp:txXfrm>
    </dsp:sp>
    <dsp:sp modelId="{FC9D4B14-FA0C-4D94-A760-57BA39BA95A5}">
      <dsp:nvSpPr>
        <dsp:cNvPr id="0" name=""/>
        <dsp:cNvSpPr/>
      </dsp:nvSpPr>
      <dsp:spPr>
        <a:xfrm>
          <a:off x="6199575" y="822795"/>
          <a:ext cx="1060066" cy="10600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55AFF7-5385-4BFF-9201-BA9C53934F3B}">
      <dsp:nvSpPr>
        <dsp:cNvPr id="0" name=""/>
        <dsp:cNvSpPr/>
      </dsp:nvSpPr>
      <dsp:spPr>
        <a:xfrm>
          <a:off x="5551756"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b="1" kern="1200"/>
            <a:t>Lack of Cloud Talent:</a:t>
          </a:r>
          <a:r>
            <a:rPr lang="en-MY" sz="1500" kern="1200"/>
            <a:t> Skilled professionals are in demand.</a:t>
          </a:r>
          <a:endParaRPr lang="en-US" sz="1500" kern="1200"/>
        </a:p>
      </dsp:txBody>
      <dsp:txXfrm>
        <a:off x="5551756" y="2197100"/>
        <a:ext cx="2355704" cy="720000"/>
      </dsp:txXfrm>
    </dsp:sp>
    <dsp:sp modelId="{6B71C1DB-5AC0-4AF4-9579-0D4F293B18A4}">
      <dsp:nvSpPr>
        <dsp:cNvPr id="0" name=""/>
        <dsp:cNvSpPr/>
      </dsp:nvSpPr>
      <dsp:spPr>
        <a:xfrm>
          <a:off x="8967527" y="822795"/>
          <a:ext cx="1060066" cy="10600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803E7D-FBF4-48D4-91CA-F34480F88CE3}">
      <dsp:nvSpPr>
        <dsp:cNvPr id="0" name=""/>
        <dsp:cNvSpPr/>
      </dsp:nvSpPr>
      <dsp:spPr>
        <a:xfrm>
          <a:off x="8319708"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b="1" kern="1200"/>
            <a:t>Concerns over Vendor Lock-in</a:t>
          </a:r>
          <a:endParaRPr lang="en-US" sz="1500" kern="1200"/>
        </a:p>
      </dsp:txBody>
      <dsp:txXfrm>
        <a:off x="8319708" y="2197100"/>
        <a:ext cx="2355704" cy="720000"/>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853158-B8F1-4593-8125-CB93EED0D737}">
      <dsp:nvSpPr>
        <dsp:cNvPr id="0" name=""/>
        <dsp:cNvSpPr/>
      </dsp:nvSpPr>
      <dsp:spPr>
        <a:xfrm>
          <a:off x="683632" y="249947"/>
          <a:ext cx="1921500" cy="1921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699326-2EFF-4A9B-A7B9-97172F6AE29F}">
      <dsp:nvSpPr>
        <dsp:cNvPr id="0" name=""/>
        <dsp:cNvSpPr/>
      </dsp:nvSpPr>
      <dsp:spPr>
        <a:xfrm>
          <a:off x="1093132" y="659447"/>
          <a:ext cx="1102500" cy="1102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81B57-FEE4-4529-B848-B64914D50000}">
      <dsp:nvSpPr>
        <dsp:cNvPr id="0" name=""/>
        <dsp:cNvSpPr/>
      </dsp:nvSpPr>
      <dsp:spPr>
        <a:xfrm>
          <a:off x="69382" y="276994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MY" sz="1500" b="1" kern="1200"/>
            <a:t>Data Integration:</a:t>
          </a:r>
          <a:r>
            <a:rPr lang="en-MY" sz="1500" kern="1200"/>
            <a:t> Synchronize data across systems.</a:t>
          </a:r>
          <a:endParaRPr lang="en-US" sz="1500" kern="1200"/>
        </a:p>
      </dsp:txBody>
      <dsp:txXfrm>
        <a:off x="69382" y="2769948"/>
        <a:ext cx="3150000" cy="720000"/>
      </dsp:txXfrm>
    </dsp:sp>
    <dsp:sp modelId="{CC22093C-0C40-4B0B-8C04-51D0FDA315F3}">
      <dsp:nvSpPr>
        <dsp:cNvPr id="0" name=""/>
        <dsp:cNvSpPr/>
      </dsp:nvSpPr>
      <dsp:spPr>
        <a:xfrm>
          <a:off x="4384882" y="249947"/>
          <a:ext cx="1921500" cy="1921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45DE63-7505-4853-897C-5E55354DB5BD}">
      <dsp:nvSpPr>
        <dsp:cNvPr id="0" name=""/>
        <dsp:cNvSpPr/>
      </dsp:nvSpPr>
      <dsp:spPr>
        <a:xfrm>
          <a:off x="4794382" y="659447"/>
          <a:ext cx="1102500" cy="1102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8AD446-4E5C-4489-8813-5FF36A6F2080}">
      <dsp:nvSpPr>
        <dsp:cNvPr id="0" name=""/>
        <dsp:cNvSpPr/>
      </dsp:nvSpPr>
      <dsp:spPr>
        <a:xfrm>
          <a:off x="3770632" y="276994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MY" sz="1500" b="1" kern="1200"/>
            <a:t>Application Integration:</a:t>
          </a:r>
          <a:r>
            <a:rPr lang="en-MY" sz="1500" kern="1200"/>
            <a:t> Connect disparate apps for workflow.</a:t>
          </a:r>
          <a:endParaRPr lang="en-US" sz="1500" kern="1200"/>
        </a:p>
      </dsp:txBody>
      <dsp:txXfrm>
        <a:off x="3770632" y="2769948"/>
        <a:ext cx="3150000" cy="720000"/>
      </dsp:txXfrm>
    </dsp:sp>
    <dsp:sp modelId="{09DEB50D-1261-46B0-8EDB-67AB1F784252}">
      <dsp:nvSpPr>
        <dsp:cNvPr id="0" name=""/>
        <dsp:cNvSpPr/>
      </dsp:nvSpPr>
      <dsp:spPr>
        <a:xfrm>
          <a:off x="8086132" y="249947"/>
          <a:ext cx="1921500" cy="1921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98256D-10E6-4207-A10B-AA380DE3ABF1}">
      <dsp:nvSpPr>
        <dsp:cNvPr id="0" name=""/>
        <dsp:cNvSpPr/>
      </dsp:nvSpPr>
      <dsp:spPr>
        <a:xfrm>
          <a:off x="8495632" y="659447"/>
          <a:ext cx="1102500" cy="11025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4BA6A8-0EDC-4B80-9E37-21314E2623E3}">
      <dsp:nvSpPr>
        <dsp:cNvPr id="0" name=""/>
        <dsp:cNvSpPr/>
      </dsp:nvSpPr>
      <dsp:spPr>
        <a:xfrm>
          <a:off x="7471882" y="276994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MY" sz="1500" b="1" kern="1200"/>
            <a:t>Process Integration:</a:t>
          </a:r>
          <a:r>
            <a:rPr lang="en-MY" sz="1500" kern="1200"/>
            <a:t> End-to-end business process automation.</a:t>
          </a:r>
          <a:endParaRPr lang="en-US" sz="1500" kern="1200"/>
        </a:p>
      </dsp:txBody>
      <dsp:txXfrm>
        <a:off x="7471882" y="2769948"/>
        <a:ext cx="3150000" cy="720000"/>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EE918B-D6D9-49B8-AFE4-566B8F5F68DC}">
      <dsp:nvSpPr>
        <dsp:cNvPr id="0" name=""/>
        <dsp:cNvSpPr/>
      </dsp:nvSpPr>
      <dsp:spPr>
        <a:xfrm>
          <a:off x="0" y="1552"/>
          <a:ext cx="10691265" cy="7866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AA7D1C-750D-4D36-A0A7-A4E413E7A4B2}">
      <dsp:nvSpPr>
        <dsp:cNvPr id="0" name=""/>
        <dsp:cNvSpPr/>
      </dsp:nvSpPr>
      <dsp:spPr>
        <a:xfrm>
          <a:off x="237974" y="178558"/>
          <a:ext cx="432681" cy="4326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48D2F0-9338-4215-A193-DFBD7471DB8E}">
      <dsp:nvSpPr>
        <dsp:cNvPr id="0" name=""/>
        <dsp:cNvSpPr/>
      </dsp:nvSpPr>
      <dsp:spPr>
        <a:xfrm>
          <a:off x="908630" y="1552"/>
          <a:ext cx="9782634" cy="786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258" tIns="83258" rIns="83258" bIns="83258" numCol="1" spcCol="1270" anchor="ctr" anchorCtr="0">
          <a:noAutofit/>
        </a:bodyPr>
        <a:lstStyle/>
        <a:p>
          <a:pPr marL="0" lvl="0" indent="0" algn="l" defTabSz="977900">
            <a:lnSpc>
              <a:spcPct val="100000"/>
            </a:lnSpc>
            <a:spcBef>
              <a:spcPct val="0"/>
            </a:spcBef>
            <a:spcAft>
              <a:spcPct val="35000"/>
            </a:spcAft>
            <a:buNone/>
          </a:pPr>
          <a:r>
            <a:rPr lang="en-MY" sz="2200" b="1" kern="1200"/>
            <a:t>Secure APIs</a:t>
          </a:r>
          <a:endParaRPr lang="en-US" sz="2200" kern="1200"/>
        </a:p>
      </dsp:txBody>
      <dsp:txXfrm>
        <a:off x="908630" y="1552"/>
        <a:ext cx="9782634" cy="786692"/>
      </dsp:txXfrm>
    </dsp:sp>
    <dsp:sp modelId="{A9D34A47-80E6-4F69-9045-10E1E8BBA8FF}">
      <dsp:nvSpPr>
        <dsp:cNvPr id="0" name=""/>
        <dsp:cNvSpPr/>
      </dsp:nvSpPr>
      <dsp:spPr>
        <a:xfrm>
          <a:off x="0" y="984918"/>
          <a:ext cx="10691265" cy="7866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A1D1C-8CD4-4BD3-B444-3F1B938673EA}">
      <dsp:nvSpPr>
        <dsp:cNvPr id="0" name=""/>
        <dsp:cNvSpPr/>
      </dsp:nvSpPr>
      <dsp:spPr>
        <a:xfrm>
          <a:off x="237974" y="1161924"/>
          <a:ext cx="432681" cy="4326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18D079-4FA1-41A3-B846-E891DAF988B1}">
      <dsp:nvSpPr>
        <dsp:cNvPr id="0" name=""/>
        <dsp:cNvSpPr/>
      </dsp:nvSpPr>
      <dsp:spPr>
        <a:xfrm>
          <a:off x="908630" y="984918"/>
          <a:ext cx="9782634" cy="786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258" tIns="83258" rIns="83258" bIns="83258" numCol="1" spcCol="1270" anchor="ctr" anchorCtr="0">
          <a:noAutofit/>
        </a:bodyPr>
        <a:lstStyle/>
        <a:p>
          <a:pPr marL="0" lvl="0" indent="0" algn="l" defTabSz="977900">
            <a:lnSpc>
              <a:spcPct val="100000"/>
            </a:lnSpc>
            <a:spcBef>
              <a:spcPct val="0"/>
            </a:spcBef>
            <a:spcAft>
              <a:spcPct val="35000"/>
            </a:spcAft>
            <a:buNone/>
          </a:pPr>
          <a:r>
            <a:rPr lang="en-MY" sz="2200" b="1" kern="1200"/>
            <a:t>Real-time and Batch Processing Support</a:t>
          </a:r>
          <a:endParaRPr lang="en-US" sz="2200" kern="1200"/>
        </a:p>
      </dsp:txBody>
      <dsp:txXfrm>
        <a:off x="908630" y="984918"/>
        <a:ext cx="9782634" cy="786692"/>
      </dsp:txXfrm>
    </dsp:sp>
    <dsp:sp modelId="{EFD1FF76-A854-4125-9A5E-C0F3F99D0E5D}">
      <dsp:nvSpPr>
        <dsp:cNvPr id="0" name=""/>
        <dsp:cNvSpPr/>
      </dsp:nvSpPr>
      <dsp:spPr>
        <a:xfrm>
          <a:off x="0" y="1968284"/>
          <a:ext cx="10691265" cy="7866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103A8B-F415-4E2B-B44D-D3096DB0EED8}">
      <dsp:nvSpPr>
        <dsp:cNvPr id="0" name=""/>
        <dsp:cNvSpPr/>
      </dsp:nvSpPr>
      <dsp:spPr>
        <a:xfrm>
          <a:off x="237974" y="2145290"/>
          <a:ext cx="432681" cy="4326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BEC10-6AA0-476C-ABCD-1F3E5D928372}">
      <dsp:nvSpPr>
        <dsp:cNvPr id="0" name=""/>
        <dsp:cNvSpPr/>
      </dsp:nvSpPr>
      <dsp:spPr>
        <a:xfrm>
          <a:off x="908630" y="1968284"/>
          <a:ext cx="9782634" cy="786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258" tIns="83258" rIns="83258" bIns="83258" numCol="1" spcCol="1270" anchor="ctr" anchorCtr="0">
          <a:noAutofit/>
        </a:bodyPr>
        <a:lstStyle/>
        <a:p>
          <a:pPr marL="0" lvl="0" indent="0" algn="l" defTabSz="977900">
            <a:lnSpc>
              <a:spcPct val="100000"/>
            </a:lnSpc>
            <a:spcBef>
              <a:spcPct val="0"/>
            </a:spcBef>
            <a:spcAft>
              <a:spcPct val="35000"/>
            </a:spcAft>
            <a:buNone/>
          </a:pPr>
          <a:r>
            <a:rPr lang="en-MY" sz="2200" b="1" kern="1200"/>
            <a:t>Data Transformation</a:t>
          </a:r>
          <a:endParaRPr lang="en-US" sz="2200" kern="1200"/>
        </a:p>
      </dsp:txBody>
      <dsp:txXfrm>
        <a:off x="908630" y="1968284"/>
        <a:ext cx="9782634" cy="786692"/>
      </dsp:txXfrm>
    </dsp:sp>
    <dsp:sp modelId="{8D2877C6-D518-4B44-AAEA-4D9CBE8F209A}">
      <dsp:nvSpPr>
        <dsp:cNvPr id="0" name=""/>
        <dsp:cNvSpPr/>
      </dsp:nvSpPr>
      <dsp:spPr>
        <a:xfrm>
          <a:off x="0" y="2951650"/>
          <a:ext cx="10691265" cy="7866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CB5B4E-4EEE-45BD-8542-0BD8FBD2C8E5}">
      <dsp:nvSpPr>
        <dsp:cNvPr id="0" name=""/>
        <dsp:cNvSpPr/>
      </dsp:nvSpPr>
      <dsp:spPr>
        <a:xfrm>
          <a:off x="237974" y="3128656"/>
          <a:ext cx="432681" cy="43268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3289E0-BE0F-4BE2-AE6F-374B8FC79447}">
      <dsp:nvSpPr>
        <dsp:cNvPr id="0" name=""/>
        <dsp:cNvSpPr/>
      </dsp:nvSpPr>
      <dsp:spPr>
        <a:xfrm>
          <a:off x="908630" y="2951650"/>
          <a:ext cx="9782634" cy="786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258" tIns="83258" rIns="83258" bIns="83258" numCol="1" spcCol="1270" anchor="ctr" anchorCtr="0">
          <a:noAutofit/>
        </a:bodyPr>
        <a:lstStyle/>
        <a:p>
          <a:pPr marL="0" lvl="0" indent="0" algn="l" defTabSz="977900">
            <a:lnSpc>
              <a:spcPct val="100000"/>
            </a:lnSpc>
            <a:spcBef>
              <a:spcPct val="0"/>
            </a:spcBef>
            <a:spcAft>
              <a:spcPct val="35000"/>
            </a:spcAft>
            <a:buNone/>
          </a:pPr>
          <a:r>
            <a:rPr lang="en-MY" sz="2200" b="1" kern="1200"/>
            <a:t>Monitoring and Logging</a:t>
          </a:r>
          <a:endParaRPr lang="en-US" sz="2200" kern="1200"/>
        </a:p>
      </dsp:txBody>
      <dsp:txXfrm>
        <a:off x="908630" y="2951650"/>
        <a:ext cx="9782634" cy="786692"/>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04CF29-0F19-694C-8B52-4AA5809D8562}">
      <dsp:nvSpPr>
        <dsp:cNvPr id="0" name=""/>
        <dsp:cNvSpPr/>
      </dsp:nvSpPr>
      <dsp:spPr>
        <a:xfrm>
          <a:off x="0" y="483439"/>
          <a:ext cx="6171948" cy="893025"/>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12" tIns="437388" rIns="479012" bIns="149352" numCol="1" spcCol="1270" anchor="t" anchorCtr="0">
          <a:noAutofit/>
        </a:bodyPr>
        <a:lstStyle/>
        <a:p>
          <a:pPr marL="228600" lvl="1" indent="-228600" algn="l" defTabSz="933450">
            <a:lnSpc>
              <a:spcPct val="90000"/>
            </a:lnSpc>
            <a:spcBef>
              <a:spcPct val="0"/>
            </a:spcBef>
            <a:spcAft>
              <a:spcPct val="15000"/>
            </a:spcAft>
            <a:buChar char="•"/>
          </a:pPr>
          <a:r>
            <a:rPr lang="en-MY" sz="2100" kern="1200"/>
            <a:t>Must handle growing data.</a:t>
          </a:r>
          <a:endParaRPr lang="en-US" sz="2100" kern="1200"/>
        </a:p>
      </dsp:txBody>
      <dsp:txXfrm>
        <a:off x="0" y="483439"/>
        <a:ext cx="6171948" cy="893025"/>
      </dsp:txXfrm>
    </dsp:sp>
    <dsp:sp modelId="{977C9921-DAFB-C145-B7F9-436E6E8F9688}">
      <dsp:nvSpPr>
        <dsp:cNvPr id="0" name=""/>
        <dsp:cNvSpPr/>
      </dsp:nvSpPr>
      <dsp:spPr>
        <a:xfrm>
          <a:off x="308597" y="173479"/>
          <a:ext cx="4320363" cy="6199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99" tIns="0" rIns="163299" bIns="0" numCol="1" spcCol="1270" anchor="ctr" anchorCtr="0">
          <a:noAutofit/>
        </a:bodyPr>
        <a:lstStyle/>
        <a:p>
          <a:pPr marL="0" lvl="0" indent="0" algn="l" defTabSz="933450">
            <a:lnSpc>
              <a:spcPct val="90000"/>
            </a:lnSpc>
            <a:spcBef>
              <a:spcPct val="0"/>
            </a:spcBef>
            <a:spcAft>
              <a:spcPct val="35000"/>
            </a:spcAft>
            <a:buNone/>
          </a:pPr>
          <a:r>
            <a:rPr lang="en-MY" sz="2100" b="1" kern="1200"/>
            <a:t>Scalability:</a:t>
          </a:r>
          <a:r>
            <a:rPr lang="en-MY" sz="2100" kern="1200"/>
            <a:t> </a:t>
          </a:r>
          <a:endParaRPr lang="en-US" sz="2100" kern="1200"/>
        </a:p>
      </dsp:txBody>
      <dsp:txXfrm>
        <a:off x="338859" y="203741"/>
        <a:ext cx="4259839" cy="559396"/>
      </dsp:txXfrm>
    </dsp:sp>
    <dsp:sp modelId="{DFAE0FD2-EA2E-1E45-8858-A9D575E2DB65}">
      <dsp:nvSpPr>
        <dsp:cNvPr id="0" name=""/>
        <dsp:cNvSpPr/>
      </dsp:nvSpPr>
      <dsp:spPr>
        <a:xfrm>
          <a:off x="0" y="1799824"/>
          <a:ext cx="6171948" cy="8930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12" tIns="437388" rIns="479012" bIns="149352" numCol="1" spcCol="1270" anchor="t" anchorCtr="0">
          <a:noAutofit/>
        </a:bodyPr>
        <a:lstStyle/>
        <a:p>
          <a:pPr marL="228600" lvl="1" indent="-228600" algn="l" defTabSz="933450">
            <a:lnSpc>
              <a:spcPct val="90000"/>
            </a:lnSpc>
            <a:spcBef>
              <a:spcPct val="0"/>
            </a:spcBef>
            <a:spcAft>
              <a:spcPct val="15000"/>
            </a:spcAft>
            <a:buChar char="•"/>
          </a:pPr>
          <a:r>
            <a:rPr lang="en-MY" sz="2100" kern="1200"/>
            <a:t>Work with multiple environments.</a:t>
          </a:r>
          <a:endParaRPr lang="en-US" sz="2100" kern="1200"/>
        </a:p>
      </dsp:txBody>
      <dsp:txXfrm>
        <a:off x="0" y="1799824"/>
        <a:ext cx="6171948" cy="893025"/>
      </dsp:txXfrm>
    </dsp:sp>
    <dsp:sp modelId="{BE0D5A6E-8B67-5C4D-AEE2-861C94A6A4F5}">
      <dsp:nvSpPr>
        <dsp:cNvPr id="0" name=""/>
        <dsp:cNvSpPr/>
      </dsp:nvSpPr>
      <dsp:spPr>
        <a:xfrm>
          <a:off x="308597" y="1489864"/>
          <a:ext cx="4320363" cy="6199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99" tIns="0" rIns="163299" bIns="0" numCol="1" spcCol="1270" anchor="ctr" anchorCtr="0">
          <a:noAutofit/>
        </a:bodyPr>
        <a:lstStyle/>
        <a:p>
          <a:pPr marL="0" lvl="0" indent="0" algn="l" defTabSz="933450">
            <a:lnSpc>
              <a:spcPct val="90000"/>
            </a:lnSpc>
            <a:spcBef>
              <a:spcPct val="0"/>
            </a:spcBef>
            <a:spcAft>
              <a:spcPct val="35000"/>
            </a:spcAft>
            <a:buNone/>
          </a:pPr>
          <a:r>
            <a:rPr lang="en-MY" sz="2100" b="1" kern="1200"/>
            <a:t>Interoperability:</a:t>
          </a:r>
          <a:r>
            <a:rPr lang="en-MY" sz="2100" kern="1200"/>
            <a:t> </a:t>
          </a:r>
          <a:endParaRPr lang="en-US" sz="2100" kern="1200"/>
        </a:p>
      </dsp:txBody>
      <dsp:txXfrm>
        <a:off x="338859" y="1520126"/>
        <a:ext cx="4259839" cy="559396"/>
      </dsp:txXfrm>
    </dsp:sp>
    <dsp:sp modelId="{1EDF3799-ABF1-D94B-82FE-44B45E4BB78D}">
      <dsp:nvSpPr>
        <dsp:cNvPr id="0" name=""/>
        <dsp:cNvSpPr/>
      </dsp:nvSpPr>
      <dsp:spPr>
        <a:xfrm>
          <a:off x="0" y="3116210"/>
          <a:ext cx="6171948" cy="893025"/>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12" tIns="437388" rIns="479012" bIns="149352" numCol="1" spcCol="1270" anchor="t" anchorCtr="0">
          <a:noAutofit/>
        </a:bodyPr>
        <a:lstStyle/>
        <a:p>
          <a:pPr marL="228600" lvl="1" indent="-228600" algn="l" defTabSz="933450">
            <a:lnSpc>
              <a:spcPct val="90000"/>
            </a:lnSpc>
            <a:spcBef>
              <a:spcPct val="0"/>
            </a:spcBef>
            <a:spcAft>
              <a:spcPct val="15000"/>
            </a:spcAft>
            <a:buChar char="•"/>
          </a:pPr>
          <a:r>
            <a:rPr lang="en-MY" sz="2100" kern="1200"/>
            <a:t>Data encryption and compliance support.</a:t>
          </a:r>
          <a:endParaRPr lang="en-US" sz="2100" kern="1200"/>
        </a:p>
      </dsp:txBody>
      <dsp:txXfrm>
        <a:off x="0" y="3116210"/>
        <a:ext cx="6171948" cy="893025"/>
      </dsp:txXfrm>
    </dsp:sp>
    <dsp:sp modelId="{CB7A0EC8-A328-E34A-B868-415C44F00608}">
      <dsp:nvSpPr>
        <dsp:cNvPr id="0" name=""/>
        <dsp:cNvSpPr/>
      </dsp:nvSpPr>
      <dsp:spPr>
        <a:xfrm>
          <a:off x="308597" y="2806250"/>
          <a:ext cx="4320363" cy="6199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99" tIns="0" rIns="163299" bIns="0" numCol="1" spcCol="1270" anchor="ctr" anchorCtr="0">
          <a:noAutofit/>
        </a:bodyPr>
        <a:lstStyle/>
        <a:p>
          <a:pPr marL="0" lvl="0" indent="0" algn="l" defTabSz="933450">
            <a:lnSpc>
              <a:spcPct val="90000"/>
            </a:lnSpc>
            <a:spcBef>
              <a:spcPct val="0"/>
            </a:spcBef>
            <a:spcAft>
              <a:spcPct val="35000"/>
            </a:spcAft>
            <a:buNone/>
          </a:pPr>
          <a:r>
            <a:rPr lang="en-MY" sz="2100" b="1" kern="1200"/>
            <a:t>Security:</a:t>
          </a:r>
          <a:r>
            <a:rPr lang="en-MY" sz="2100" kern="1200"/>
            <a:t> </a:t>
          </a:r>
          <a:endParaRPr lang="en-US" sz="2100" kern="1200"/>
        </a:p>
      </dsp:txBody>
      <dsp:txXfrm>
        <a:off x="338859" y="2836512"/>
        <a:ext cx="4259839" cy="559396"/>
      </dsp:txXfrm>
    </dsp:sp>
    <dsp:sp modelId="{3D854039-8810-6E40-B6C3-269534632E59}">
      <dsp:nvSpPr>
        <dsp:cNvPr id="0" name=""/>
        <dsp:cNvSpPr/>
      </dsp:nvSpPr>
      <dsp:spPr>
        <a:xfrm>
          <a:off x="0" y="4432595"/>
          <a:ext cx="6171948" cy="893025"/>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12" tIns="437388" rIns="479012" bIns="149352" numCol="1" spcCol="1270" anchor="t" anchorCtr="0">
          <a:noAutofit/>
        </a:bodyPr>
        <a:lstStyle/>
        <a:p>
          <a:pPr marL="228600" lvl="1" indent="-228600" algn="l" defTabSz="933450">
            <a:lnSpc>
              <a:spcPct val="90000"/>
            </a:lnSpc>
            <a:spcBef>
              <a:spcPct val="0"/>
            </a:spcBef>
            <a:spcAft>
              <a:spcPct val="15000"/>
            </a:spcAft>
            <a:buChar char="•"/>
          </a:pPr>
          <a:r>
            <a:rPr lang="en-MY" sz="2100" kern="1200"/>
            <a:t>Low-code/drag-drop preferred.</a:t>
          </a:r>
          <a:endParaRPr lang="en-US" sz="2100" kern="1200"/>
        </a:p>
      </dsp:txBody>
      <dsp:txXfrm>
        <a:off x="0" y="4432595"/>
        <a:ext cx="6171948" cy="893025"/>
      </dsp:txXfrm>
    </dsp:sp>
    <dsp:sp modelId="{7D315F4C-DEEA-5E4B-B87E-D89CE754D58C}">
      <dsp:nvSpPr>
        <dsp:cNvPr id="0" name=""/>
        <dsp:cNvSpPr/>
      </dsp:nvSpPr>
      <dsp:spPr>
        <a:xfrm>
          <a:off x="308597" y="4122635"/>
          <a:ext cx="4320363" cy="6199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99" tIns="0" rIns="163299" bIns="0" numCol="1" spcCol="1270" anchor="ctr" anchorCtr="0">
          <a:noAutofit/>
        </a:bodyPr>
        <a:lstStyle/>
        <a:p>
          <a:pPr marL="0" lvl="0" indent="0" algn="l" defTabSz="933450">
            <a:lnSpc>
              <a:spcPct val="90000"/>
            </a:lnSpc>
            <a:spcBef>
              <a:spcPct val="0"/>
            </a:spcBef>
            <a:spcAft>
              <a:spcPct val="35000"/>
            </a:spcAft>
            <a:buNone/>
          </a:pPr>
          <a:r>
            <a:rPr lang="en-MY" sz="2100" b="1" kern="1200"/>
            <a:t>Ease of Use:</a:t>
          </a:r>
          <a:r>
            <a:rPr lang="en-MY" sz="2100" kern="1200"/>
            <a:t> </a:t>
          </a:r>
          <a:endParaRPr lang="en-US" sz="2100" kern="1200"/>
        </a:p>
      </dsp:txBody>
      <dsp:txXfrm>
        <a:off x="338859" y="4152897"/>
        <a:ext cx="4259839" cy="559396"/>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5AE7AA-A1F7-4B41-96A0-9DFA237CDD41}">
      <dsp:nvSpPr>
        <dsp:cNvPr id="0" name=""/>
        <dsp:cNvSpPr/>
      </dsp:nvSpPr>
      <dsp:spPr>
        <a:xfrm>
          <a:off x="663670" y="822795"/>
          <a:ext cx="1060066" cy="10600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BB21EF-B8CB-46D4-BEE3-AE3CE7424BF3}">
      <dsp:nvSpPr>
        <dsp:cNvPr id="0" name=""/>
        <dsp:cNvSpPr/>
      </dsp:nvSpPr>
      <dsp:spPr>
        <a:xfrm>
          <a:off x="15852"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b="1" kern="1200"/>
            <a:t>Low-code iPaaS (Integration Platform as a Service)</a:t>
          </a:r>
          <a:endParaRPr lang="en-US" sz="1500" kern="1200"/>
        </a:p>
      </dsp:txBody>
      <dsp:txXfrm>
        <a:off x="15852" y="2197100"/>
        <a:ext cx="2355704" cy="720000"/>
      </dsp:txXfrm>
    </dsp:sp>
    <dsp:sp modelId="{CE4E7EAF-2E26-4FFD-9A4E-627952E988F5}">
      <dsp:nvSpPr>
        <dsp:cNvPr id="0" name=""/>
        <dsp:cNvSpPr/>
      </dsp:nvSpPr>
      <dsp:spPr>
        <a:xfrm>
          <a:off x="3431622" y="822795"/>
          <a:ext cx="1060066" cy="10600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6B9FE0-686A-4DDC-897D-6EF8B83ADD04}">
      <dsp:nvSpPr>
        <dsp:cNvPr id="0" name=""/>
        <dsp:cNvSpPr/>
      </dsp:nvSpPr>
      <dsp:spPr>
        <a:xfrm>
          <a:off x="2783804"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kern="1200"/>
            <a:t>Supports connecting cloud and on-premise systems.</a:t>
          </a:r>
          <a:endParaRPr lang="en-US" sz="1500" kern="1200"/>
        </a:p>
      </dsp:txBody>
      <dsp:txXfrm>
        <a:off x="2783804" y="2197100"/>
        <a:ext cx="2355704" cy="720000"/>
      </dsp:txXfrm>
    </dsp:sp>
    <dsp:sp modelId="{598D1C03-2871-4BEE-8144-180AD9008C4D}">
      <dsp:nvSpPr>
        <dsp:cNvPr id="0" name=""/>
        <dsp:cNvSpPr/>
      </dsp:nvSpPr>
      <dsp:spPr>
        <a:xfrm>
          <a:off x="6199575" y="822795"/>
          <a:ext cx="1060066" cy="10600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AF3A4D-801D-4C04-8DC3-5891FB4FF34C}">
      <dsp:nvSpPr>
        <dsp:cNvPr id="0" name=""/>
        <dsp:cNvSpPr/>
      </dsp:nvSpPr>
      <dsp:spPr>
        <a:xfrm>
          <a:off x="5551756"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kern="1200"/>
            <a:t>Visual data mapping and transformation.</a:t>
          </a:r>
          <a:endParaRPr lang="en-US" sz="1500" kern="1200"/>
        </a:p>
      </dsp:txBody>
      <dsp:txXfrm>
        <a:off x="5551756" y="2197100"/>
        <a:ext cx="2355704" cy="720000"/>
      </dsp:txXfrm>
    </dsp:sp>
    <dsp:sp modelId="{4BBF32E5-F8BF-45FD-846D-37D26548BDC6}">
      <dsp:nvSpPr>
        <dsp:cNvPr id="0" name=""/>
        <dsp:cNvSpPr/>
      </dsp:nvSpPr>
      <dsp:spPr>
        <a:xfrm>
          <a:off x="8967527" y="822795"/>
          <a:ext cx="1060066" cy="10600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11A2DE-0B62-40E9-B31E-BD3BD728FC5E}">
      <dsp:nvSpPr>
        <dsp:cNvPr id="0" name=""/>
        <dsp:cNvSpPr/>
      </dsp:nvSpPr>
      <dsp:spPr>
        <a:xfrm>
          <a:off x="8319708" y="2197100"/>
          <a:ext cx="23557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MY" sz="1500" kern="1200"/>
            <a:t>Real-time and scheduled integrations.</a:t>
          </a:r>
          <a:endParaRPr lang="en-US" sz="1500" kern="1200"/>
        </a:p>
      </dsp:txBody>
      <dsp:txXfrm>
        <a:off x="8319708" y="2197100"/>
        <a:ext cx="2355704" cy="720000"/>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C0C84-03C0-4BDF-8E17-4E0AFF6DFF19}">
      <dsp:nvSpPr>
        <dsp:cNvPr id="0" name=""/>
        <dsp:cNvSpPr/>
      </dsp:nvSpPr>
      <dsp:spPr>
        <a:xfrm>
          <a:off x="566905" y="790074"/>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BBE616-9F30-4CD3-99A5-EA7B4F7F05F4}">
      <dsp:nvSpPr>
        <dsp:cNvPr id="0" name=""/>
        <dsp:cNvSpPr/>
      </dsp:nvSpPr>
      <dsp:spPr>
        <a:xfrm>
          <a:off x="800905" y="102407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D46B45-59EC-40E5-ACAA-B84CF140BD23}">
      <dsp:nvSpPr>
        <dsp:cNvPr id="0" name=""/>
        <dsp:cNvSpPr/>
      </dsp:nvSpPr>
      <dsp:spPr>
        <a:xfrm>
          <a:off x="215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Monitoring and Logging</a:t>
          </a:r>
          <a:endParaRPr lang="en-US" sz="1700" kern="1200"/>
        </a:p>
      </dsp:txBody>
      <dsp:txXfrm>
        <a:off x="215905" y="2230075"/>
        <a:ext cx="1800000" cy="720000"/>
      </dsp:txXfrm>
    </dsp:sp>
    <dsp:sp modelId="{3F4F9DC9-1EEA-49BF-8744-D73BF8B38B7E}">
      <dsp:nvSpPr>
        <dsp:cNvPr id="0" name=""/>
        <dsp:cNvSpPr/>
      </dsp:nvSpPr>
      <dsp:spPr>
        <a:xfrm>
          <a:off x="2681905" y="790074"/>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8FFFED-0A37-4EF6-93B3-0B1600CC5285}">
      <dsp:nvSpPr>
        <dsp:cNvPr id="0" name=""/>
        <dsp:cNvSpPr/>
      </dsp:nvSpPr>
      <dsp:spPr>
        <a:xfrm>
          <a:off x="2915905" y="1024074"/>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273688-B7FC-491A-8095-B23E1BD74FC2}">
      <dsp:nvSpPr>
        <dsp:cNvPr id="0" name=""/>
        <dsp:cNvSpPr/>
      </dsp:nvSpPr>
      <dsp:spPr>
        <a:xfrm>
          <a:off x="2330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Performance Optimization</a:t>
          </a:r>
          <a:endParaRPr lang="en-US" sz="1700" kern="1200"/>
        </a:p>
      </dsp:txBody>
      <dsp:txXfrm>
        <a:off x="2330905" y="2230075"/>
        <a:ext cx="1800000" cy="720000"/>
      </dsp:txXfrm>
    </dsp:sp>
    <dsp:sp modelId="{A508EEEC-82E9-46F7-8754-7DFF64FF4CCA}">
      <dsp:nvSpPr>
        <dsp:cNvPr id="0" name=""/>
        <dsp:cNvSpPr/>
      </dsp:nvSpPr>
      <dsp:spPr>
        <a:xfrm>
          <a:off x="4796905" y="790074"/>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A46A3B-38D4-4C71-BEE6-2C24D4C814CF}">
      <dsp:nvSpPr>
        <dsp:cNvPr id="0" name=""/>
        <dsp:cNvSpPr/>
      </dsp:nvSpPr>
      <dsp:spPr>
        <a:xfrm>
          <a:off x="5030905" y="1024074"/>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2145E6-647C-46F3-B75D-322710971840}">
      <dsp:nvSpPr>
        <dsp:cNvPr id="0" name=""/>
        <dsp:cNvSpPr/>
      </dsp:nvSpPr>
      <dsp:spPr>
        <a:xfrm>
          <a:off x="4445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Security Policy Updates</a:t>
          </a:r>
          <a:endParaRPr lang="en-US" sz="1700" kern="1200"/>
        </a:p>
      </dsp:txBody>
      <dsp:txXfrm>
        <a:off x="4445905" y="2230075"/>
        <a:ext cx="1800000" cy="720000"/>
      </dsp:txXfrm>
    </dsp:sp>
    <dsp:sp modelId="{D83E42D7-2CD5-4959-9882-4220FCEC7E95}">
      <dsp:nvSpPr>
        <dsp:cNvPr id="0" name=""/>
        <dsp:cNvSpPr/>
      </dsp:nvSpPr>
      <dsp:spPr>
        <a:xfrm>
          <a:off x="6911906" y="790074"/>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C8DF57-0C5F-4D80-B0DB-51C876D4084A}">
      <dsp:nvSpPr>
        <dsp:cNvPr id="0" name=""/>
        <dsp:cNvSpPr/>
      </dsp:nvSpPr>
      <dsp:spPr>
        <a:xfrm>
          <a:off x="7145906" y="1024074"/>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76B273-6D6D-40E6-AE03-AA25DEAB2181}">
      <dsp:nvSpPr>
        <dsp:cNvPr id="0" name=""/>
        <dsp:cNvSpPr/>
      </dsp:nvSpPr>
      <dsp:spPr>
        <a:xfrm>
          <a:off x="6560905"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User Training</a:t>
          </a:r>
          <a:endParaRPr lang="en-US" sz="1700" kern="1200"/>
        </a:p>
      </dsp:txBody>
      <dsp:txXfrm>
        <a:off x="6560905" y="2230075"/>
        <a:ext cx="1800000" cy="720000"/>
      </dsp:txXfrm>
    </dsp:sp>
    <dsp:sp modelId="{1D208ECB-3E41-47DA-8CDF-B7782C4A926B}">
      <dsp:nvSpPr>
        <dsp:cNvPr id="0" name=""/>
        <dsp:cNvSpPr/>
      </dsp:nvSpPr>
      <dsp:spPr>
        <a:xfrm>
          <a:off x="9026906" y="790074"/>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3AC11-2027-46CD-88F6-0241E992F23C}">
      <dsp:nvSpPr>
        <dsp:cNvPr id="0" name=""/>
        <dsp:cNvSpPr/>
      </dsp:nvSpPr>
      <dsp:spPr>
        <a:xfrm>
          <a:off x="9260905" y="1024074"/>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E80F5D-F7F3-4CDF-BF07-2787BFBB2197}">
      <dsp:nvSpPr>
        <dsp:cNvPr id="0" name=""/>
        <dsp:cNvSpPr/>
      </dsp:nvSpPr>
      <dsp:spPr>
        <a:xfrm>
          <a:off x="8675906" y="22300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MY" sz="1700" b="1" kern="1200"/>
            <a:t>Periodic Audits</a:t>
          </a:r>
          <a:endParaRPr lang="en-US" sz="1700" kern="1200"/>
        </a:p>
      </dsp:txBody>
      <dsp:txXfrm>
        <a:off x="8675906" y="2230075"/>
        <a:ext cx="1800000" cy="720000"/>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D220E7-9D91-4E86-A87E-9CCA6E4E96D4}">
      <dsp:nvSpPr>
        <dsp:cNvPr id="0" name=""/>
        <dsp:cNvSpPr/>
      </dsp:nvSpPr>
      <dsp:spPr>
        <a:xfrm>
          <a:off x="1249717" y="736567"/>
          <a:ext cx="1306681" cy="13066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F428D2-64F8-4B98-B296-B35C97C720E4}">
      <dsp:nvSpPr>
        <dsp:cNvPr id="0" name=""/>
        <dsp:cNvSpPr/>
      </dsp:nvSpPr>
      <dsp:spPr>
        <a:xfrm>
          <a:off x="451189" y="2401058"/>
          <a:ext cx="29037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MY" sz="1800" b="1" kern="1200"/>
            <a:t>Message Queuing:</a:t>
          </a:r>
          <a:r>
            <a:rPr lang="en-MY" sz="1800" kern="1200"/>
            <a:t> Temporarily holds messages for processing.</a:t>
          </a:r>
          <a:endParaRPr lang="en-US" sz="1800" kern="1200"/>
        </a:p>
      </dsp:txBody>
      <dsp:txXfrm>
        <a:off x="451189" y="2401058"/>
        <a:ext cx="2903737" cy="720000"/>
      </dsp:txXfrm>
    </dsp:sp>
    <dsp:sp modelId="{4603671D-B44F-4C60-B2FF-CDDBA6E96AB0}">
      <dsp:nvSpPr>
        <dsp:cNvPr id="0" name=""/>
        <dsp:cNvSpPr/>
      </dsp:nvSpPr>
      <dsp:spPr>
        <a:xfrm>
          <a:off x="4661609" y="736567"/>
          <a:ext cx="1306681" cy="13066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6B62C2-3421-4064-AE31-C759CE411CD4}">
      <dsp:nvSpPr>
        <dsp:cNvPr id="0" name=""/>
        <dsp:cNvSpPr/>
      </dsp:nvSpPr>
      <dsp:spPr>
        <a:xfrm>
          <a:off x="3863081" y="2401058"/>
          <a:ext cx="29037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MY" sz="1800" b="1" kern="1200"/>
            <a:t>Decouples Components:</a:t>
          </a:r>
          <a:r>
            <a:rPr lang="en-MY" sz="1800" kern="1200"/>
            <a:t> Producer and consumer run independently.</a:t>
          </a:r>
          <a:endParaRPr lang="en-US" sz="1800" kern="1200"/>
        </a:p>
      </dsp:txBody>
      <dsp:txXfrm>
        <a:off x="3863081" y="2401058"/>
        <a:ext cx="2903737" cy="720000"/>
      </dsp:txXfrm>
    </dsp:sp>
    <dsp:sp modelId="{A569F02A-F82F-4337-9CBE-E981BF12A2F2}">
      <dsp:nvSpPr>
        <dsp:cNvPr id="0" name=""/>
        <dsp:cNvSpPr/>
      </dsp:nvSpPr>
      <dsp:spPr>
        <a:xfrm>
          <a:off x="8073500" y="736567"/>
          <a:ext cx="1306681" cy="13066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6A86F5-4DE6-4DD5-B9A5-43EF2539B1EF}">
      <dsp:nvSpPr>
        <dsp:cNvPr id="0" name=""/>
        <dsp:cNvSpPr/>
      </dsp:nvSpPr>
      <dsp:spPr>
        <a:xfrm>
          <a:off x="7274972" y="2401058"/>
          <a:ext cx="29037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MY" sz="1800" b="1" kern="1200"/>
            <a:t>Improves Reliability:</a:t>
          </a:r>
          <a:r>
            <a:rPr lang="en-MY" sz="1800" kern="1200"/>
            <a:t> Handles spikes without overloading systems.</a:t>
          </a:r>
          <a:endParaRPr lang="en-US" sz="1800" kern="1200"/>
        </a:p>
      </dsp:txBody>
      <dsp:txXfrm>
        <a:off x="7274972" y="2401058"/>
        <a:ext cx="2903737" cy="720000"/>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7E0F6A-A19C-4F4C-9841-874742572793}">
      <dsp:nvSpPr>
        <dsp:cNvPr id="0" name=""/>
        <dsp:cNvSpPr/>
      </dsp:nvSpPr>
      <dsp:spPr>
        <a:xfrm>
          <a:off x="1189030" y="955710"/>
          <a:ext cx="934170" cy="9341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B22686-2C8F-4DE5-8393-4DE2D2B7C192}">
      <dsp:nvSpPr>
        <dsp:cNvPr id="0" name=""/>
        <dsp:cNvSpPr/>
      </dsp:nvSpPr>
      <dsp:spPr>
        <a:xfrm>
          <a:off x="618148" y="2181915"/>
          <a:ext cx="207593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MY" sz="1600" b="1" kern="1200"/>
            <a:t>Amazon SQS</a:t>
          </a:r>
          <a:r>
            <a:rPr lang="en-MY" sz="1600" kern="1200"/>
            <a:t>: Reliable queue service for distributed apps.</a:t>
          </a:r>
          <a:endParaRPr lang="en-US" sz="1600" kern="1200"/>
        </a:p>
      </dsp:txBody>
      <dsp:txXfrm>
        <a:off x="618148" y="2181915"/>
        <a:ext cx="2075934" cy="720000"/>
      </dsp:txXfrm>
    </dsp:sp>
    <dsp:sp modelId="{DA7A3917-0720-4381-B57E-4A69F38C1505}">
      <dsp:nvSpPr>
        <dsp:cNvPr id="0" name=""/>
        <dsp:cNvSpPr/>
      </dsp:nvSpPr>
      <dsp:spPr>
        <a:xfrm>
          <a:off x="3628253" y="955710"/>
          <a:ext cx="934170" cy="9341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7769C0-D963-4CB7-82A5-017AC973702D}">
      <dsp:nvSpPr>
        <dsp:cNvPr id="0" name=""/>
        <dsp:cNvSpPr/>
      </dsp:nvSpPr>
      <dsp:spPr>
        <a:xfrm>
          <a:off x="3057371" y="2181915"/>
          <a:ext cx="207593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MY" sz="1600" b="1" kern="1200"/>
            <a:t>Apache Kafka</a:t>
          </a:r>
          <a:r>
            <a:rPr lang="en-MY" sz="1600" kern="1200"/>
            <a:t>: High-throughput distributed messaging.</a:t>
          </a:r>
          <a:endParaRPr lang="en-US" sz="1600" kern="1200"/>
        </a:p>
      </dsp:txBody>
      <dsp:txXfrm>
        <a:off x="3057371" y="2181915"/>
        <a:ext cx="2075934" cy="720000"/>
      </dsp:txXfrm>
    </dsp:sp>
    <dsp:sp modelId="{DFEC4772-5120-4121-9D06-834C787C4B8E}">
      <dsp:nvSpPr>
        <dsp:cNvPr id="0" name=""/>
        <dsp:cNvSpPr/>
      </dsp:nvSpPr>
      <dsp:spPr>
        <a:xfrm>
          <a:off x="6067476" y="955710"/>
          <a:ext cx="934170" cy="9341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FF6BCB-AF08-47A4-AA45-EBFB9217AAA9}">
      <dsp:nvSpPr>
        <dsp:cNvPr id="0" name=""/>
        <dsp:cNvSpPr/>
      </dsp:nvSpPr>
      <dsp:spPr>
        <a:xfrm>
          <a:off x="5496594" y="2181915"/>
          <a:ext cx="207593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MY" sz="1600" b="1" kern="1200"/>
            <a:t>RabbitMQ</a:t>
          </a:r>
          <a:r>
            <a:rPr lang="en-MY" sz="1600" kern="1200"/>
            <a:t>: Lightweight and flexible broker.</a:t>
          </a:r>
          <a:endParaRPr lang="en-US" sz="1600" kern="1200"/>
        </a:p>
      </dsp:txBody>
      <dsp:txXfrm>
        <a:off x="5496594" y="2181915"/>
        <a:ext cx="2075934" cy="720000"/>
      </dsp:txXfrm>
    </dsp:sp>
    <dsp:sp modelId="{03CC4DB5-1063-4B17-ABCE-9D5CA8D1921E}">
      <dsp:nvSpPr>
        <dsp:cNvPr id="0" name=""/>
        <dsp:cNvSpPr/>
      </dsp:nvSpPr>
      <dsp:spPr>
        <a:xfrm>
          <a:off x="8506699" y="955710"/>
          <a:ext cx="934170" cy="9341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582AE9-68C9-4F99-AA14-28053688A294}">
      <dsp:nvSpPr>
        <dsp:cNvPr id="0" name=""/>
        <dsp:cNvSpPr/>
      </dsp:nvSpPr>
      <dsp:spPr>
        <a:xfrm>
          <a:off x="7935817" y="2181915"/>
          <a:ext cx="207593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MY" sz="1600" b="1" kern="1200"/>
            <a:t>Azure Queue Storage</a:t>
          </a:r>
          <a:endParaRPr lang="en-US" sz="1600" kern="1200"/>
        </a:p>
      </dsp:txBody>
      <dsp:txXfrm>
        <a:off x="7935817" y="2181915"/>
        <a:ext cx="2075934" cy="720000"/>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77C58-590D-499B-82ED-B2299E927865}">
      <dsp:nvSpPr>
        <dsp:cNvPr id="0" name=""/>
        <dsp:cNvSpPr/>
      </dsp:nvSpPr>
      <dsp:spPr>
        <a:xfrm>
          <a:off x="535949" y="84881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B3F16D-442C-44C0-A847-12AEBCD052EE}">
      <dsp:nvSpPr>
        <dsp:cNvPr id="0" name=""/>
        <dsp:cNvSpPr/>
      </dsp:nvSpPr>
      <dsp:spPr>
        <a:xfrm>
          <a:off x="769949" y="1082813"/>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CCD9AB-A32E-4C91-9D9D-1A7A93CFEF42}">
      <dsp:nvSpPr>
        <dsp:cNvPr id="0" name=""/>
        <dsp:cNvSpPr/>
      </dsp:nvSpPr>
      <dsp:spPr>
        <a:xfrm>
          <a:off x="184949" y="22888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MY" sz="1500" kern="1200"/>
            <a:t>Cloud migration is complex but rewarding</a:t>
          </a:r>
          <a:endParaRPr lang="en-US" sz="1500" kern="1200"/>
        </a:p>
      </dsp:txBody>
      <dsp:txXfrm>
        <a:off x="184949" y="2288813"/>
        <a:ext cx="1800000" cy="720000"/>
      </dsp:txXfrm>
    </dsp:sp>
    <dsp:sp modelId="{2830CD6B-58C7-4BF2-814A-E44517777A03}">
      <dsp:nvSpPr>
        <dsp:cNvPr id="0" name=""/>
        <dsp:cNvSpPr/>
      </dsp:nvSpPr>
      <dsp:spPr>
        <a:xfrm>
          <a:off x="2650949" y="84881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7D5DBF-74EA-4838-8547-FBB486F213EE}">
      <dsp:nvSpPr>
        <dsp:cNvPr id="0" name=""/>
        <dsp:cNvSpPr/>
      </dsp:nvSpPr>
      <dsp:spPr>
        <a:xfrm>
          <a:off x="2884949" y="108281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8149A8-B50D-44D4-939B-5A03A48D27AC}">
      <dsp:nvSpPr>
        <dsp:cNvPr id="0" name=""/>
        <dsp:cNvSpPr/>
      </dsp:nvSpPr>
      <dsp:spPr>
        <a:xfrm>
          <a:off x="2299949" y="22888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MY" sz="1500" kern="1200"/>
            <a:t>Choose the right model and tools</a:t>
          </a:r>
          <a:endParaRPr lang="en-US" sz="1500" kern="1200"/>
        </a:p>
      </dsp:txBody>
      <dsp:txXfrm>
        <a:off x="2299949" y="2288813"/>
        <a:ext cx="1800000" cy="720000"/>
      </dsp:txXfrm>
    </dsp:sp>
    <dsp:sp modelId="{7FBCB7BB-338E-4F1C-B1F5-179C1BAADE35}">
      <dsp:nvSpPr>
        <dsp:cNvPr id="0" name=""/>
        <dsp:cNvSpPr/>
      </dsp:nvSpPr>
      <dsp:spPr>
        <a:xfrm>
          <a:off x="4765949" y="84881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CBCB77-6E73-42A3-AA11-C3C9E60B828D}">
      <dsp:nvSpPr>
        <dsp:cNvPr id="0" name=""/>
        <dsp:cNvSpPr/>
      </dsp:nvSpPr>
      <dsp:spPr>
        <a:xfrm>
          <a:off x="4999949" y="108281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5DD2DA-D0EB-4C3A-BB1C-B4DC2F373395}">
      <dsp:nvSpPr>
        <dsp:cNvPr id="0" name=""/>
        <dsp:cNvSpPr/>
      </dsp:nvSpPr>
      <dsp:spPr>
        <a:xfrm>
          <a:off x="4414949" y="22888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MY" sz="1500" kern="1200"/>
            <a:t>Integrate thoughtfully</a:t>
          </a:r>
          <a:endParaRPr lang="en-US" sz="1500" kern="1200"/>
        </a:p>
      </dsp:txBody>
      <dsp:txXfrm>
        <a:off x="4414949" y="2288813"/>
        <a:ext cx="1800000" cy="720000"/>
      </dsp:txXfrm>
    </dsp:sp>
    <dsp:sp modelId="{9B7AA995-F9EF-4084-87BA-8DC78E57591D}">
      <dsp:nvSpPr>
        <dsp:cNvPr id="0" name=""/>
        <dsp:cNvSpPr/>
      </dsp:nvSpPr>
      <dsp:spPr>
        <a:xfrm>
          <a:off x="6880950" y="84881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5AFD6-3CFC-472A-A6E1-916E716E28C7}">
      <dsp:nvSpPr>
        <dsp:cNvPr id="0" name=""/>
        <dsp:cNvSpPr/>
      </dsp:nvSpPr>
      <dsp:spPr>
        <a:xfrm>
          <a:off x="7114950" y="108281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A1B9DD-248B-4FE0-A4B5-2DE7FDEED98A}">
      <dsp:nvSpPr>
        <dsp:cNvPr id="0" name=""/>
        <dsp:cNvSpPr/>
      </dsp:nvSpPr>
      <dsp:spPr>
        <a:xfrm>
          <a:off x="6529949" y="22888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MY" sz="1500" kern="1200"/>
            <a:t>Be aware of risks and mitigate them</a:t>
          </a:r>
          <a:endParaRPr lang="en-US" sz="1500" kern="1200"/>
        </a:p>
      </dsp:txBody>
      <dsp:txXfrm>
        <a:off x="6529949" y="2288813"/>
        <a:ext cx="1800000" cy="720000"/>
      </dsp:txXfrm>
    </dsp:sp>
    <dsp:sp modelId="{95D12BC2-A7F4-4D4F-9F21-B83F1CA267CC}">
      <dsp:nvSpPr>
        <dsp:cNvPr id="0" name=""/>
        <dsp:cNvSpPr/>
      </dsp:nvSpPr>
      <dsp:spPr>
        <a:xfrm>
          <a:off x="8995950" y="848812"/>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159FE5-A41D-4DB3-A87A-4DA00FDE8220}">
      <dsp:nvSpPr>
        <dsp:cNvPr id="0" name=""/>
        <dsp:cNvSpPr/>
      </dsp:nvSpPr>
      <dsp:spPr>
        <a:xfrm>
          <a:off x="9229950" y="108281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91C9BD-B2A9-4204-B7BB-5AF874E1D5D6}">
      <dsp:nvSpPr>
        <dsp:cNvPr id="0" name=""/>
        <dsp:cNvSpPr/>
      </dsp:nvSpPr>
      <dsp:spPr>
        <a:xfrm>
          <a:off x="8644950" y="22888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MY" sz="1500" kern="1200"/>
            <a:t>Use messaging queues for better architecture</a:t>
          </a:r>
          <a:endParaRPr lang="en-US" sz="1500" kern="1200"/>
        </a:p>
      </dsp:txBody>
      <dsp:txXfrm>
        <a:off x="8644950" y="2288813"/>
        <a:ext cx="1800000" cy="720000"/>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D1CAF2-B47A-4A02-B736-6516D90D1FDE}">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03F973-2E7A-49B2-A88A-3B741507D792}">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CA12A2-1C58-4A57-B35E-A2778B966B22}">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On-demand Self-Service</a:t>
          </a:r>
          <a:r>
            <a:rPr lang="en-MY" sz="2100" kern="1200"/>
            <a:t>: Users can provision resources as needed.</a:t>
          </a:r>
          <a:endParaRPr lang="en-US" sz="2100" kern="1200"/>
        </a:p>
      </dsp:txBody>
      <dsp:txXfrm>
        <a:off x="1339618" y="2288"/>
        <a:ext cx="5024605" cy="1159843"/>
      </dsp:txXfrm>
    </dsp:sp>
    <dsp:sp modelId="{A04B86BE-1AA9-400D-B017-06F4A97E1D26}">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F845AA-F7B5-4AB0-8944-1A0F5E02C793}">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F36799-C3C2-4445-9120-A24579C38EEB}">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Resource Pooling</a:t>
          </a:r>
          <a:r>
            <a:rPr lang="en-MY" sz="2100" kern="1200"/>
            <a:t>: Providers pool computing resources to serve multiple clients.</a:t>
          </a:r>
          <a:endParaRPr lang="en-US" sz="2100" kern="1200"/>
        </a:p>
      </dsp:txBody>
      <dsp:txXfrm>
        <a:off x="1339618" y="1452092"/>
        <a:ext cx="5024605" cy="1159843"/>
      </dsp:txXfrm>
    </dsp:sp>
    <dsp:sp modelId="{89D69FFC-F8AC-4445-A60D-25CAADC352C0}">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B8AB6E-3155-472D-BF76-05A69F7E65B0}">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AD39F4-F876-4CE2-B8A2-28F777FDFF2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Rapid Elasticity</a:t>
          </a:r>
          <a:r>
            <a:rPr lang="en-MY" sz="2100" kern="1200"/>
            <a:t>: Scale resources up or down quickly.</a:t>
          </a:r>
          <a:endParaRPr lang="en-US" sz="2100" kern="1200"/>
        </a:p>
      </dsp:txBody>
      <dsp:txXfrm>
        <a:off x="1339618" y="2901896"/>
        <a:ext cx="5024605" cy="1159843"/>
      </dsp:txXfrm>
    </dsp:sp>
    <dsp:sp modelId="{A68A106D-FAB7-4FE2-A004-0FCE8AC758BB}">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82142C-0308-40FB-BD1E-8686741A3F8C}">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453B01-6C52-4D4A-BD95-7E63F5D350A7}">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Measured Service</a:t>
          </a:r>
          <a:r>
            <a:rPr lang="en-MY" sz="2100" kern="1200"/>
            <a:t>: Pay only for what you use. These features enable agility and cost-efficiency.</a:t>
          </a:r>
          <a:endParaRPr lang="en-US" sz="2100" kern="1200"/>
        </a:p>
      </dsp:txBody>
      <dsp:txXfrm>
        <a:off x="1339618" y="4351700"/>
        <a:ext cx="5024605" cy="1159843"/>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0.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9.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8F1F-58FD-49EF-8B4D-AEFDF40682F0}" type="datetimeFigureOut">
              <a:rPr lang="en-MY" smtClean="0"/>
              <a:t>16/5/2025</a:t>
            </a:fld>
            <a:endParaRPr lang="en-MY"/>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MY"/>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8B919-81EB-444F-A41C-0A39ED1E03B8}" type="slidenum">
              <a:rPr lang="en-MY" smtClean="0"/>
              <a:t>‹#›</a:t>
            </a:fld>
            <a:endParaRPr lang="en-MY"/>
          </a:p>
        </p:txBody>
      </p:sp>
    </p:spTree>
    <p:extLst>
      <p:ext uri="{BB962C8B-B14F-4D97-AF65-F5344CB8AC3E}">
        <p14:creationId xmlns:p14="http://schemas.microsoft.com/office/powerpoint/2010/main" val="1722471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b4e4182d98_1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g2b4e4182d98_1_3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b4e4182d98_1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6" name="Google Shape;476;g2b4e4182d98_1_3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2b4e4182d98_1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8" name="Google Shape;488;g2b4e4182d98_1_3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b4e4182d98_1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0" name="Google Shape;500;g2b4e4182d98_1_4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611E-BE88-04D1-AF5E-52386296759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A80D2AD-1797-871C-F123-74F2DA684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8375FDF-3395-E78B-6384-1CEB6721327F}"/>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5" name="Footer Placeholder 4">
            <a:extLst>
              <a:ext uri="{FF2B5EF4-FFF2-40B4-BE49-F238E27FC236}">
                <a16:creationId xmlns:a16="http://schemas.microsoft.com/office/drawing/2014/main" id="{D7B3DE10-F425-F481-B17F-115A8BD756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8D81E0-C797-B136-60E1-56A28BF2A4A9}"/>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3870189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D9DC-78AE-739A-E18C-8C2C419D72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49CCA8F-1D71-DEA2-DFCF-46F61043A9B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CEE157-7007-98EE-D6A9-6CBE47E04626}"/>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5" name="Footer Placeholder 4">
            <a:extLst>
              <a:ext uri="{FF2B5EF4-FFF2-40B4-BE49-F238E27FC236}">
                <a16:creationId xmlns:a16="http://schemas.microsoft.com/office/drawing/2014/main" id="{CF746474-684F-BA5A-EFE9-D910286F5E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A7ACF-3D84-6FB0-22D2-DE035FD92509}"/>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2431670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C5BE-D1CE-8341-6F93-108D09C3E9E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F63F187-187B-5415-5FEB-564FD43FA9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CA26A75-25DD-3885-8B21-2C40C678A6AE}"/>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5" name="Footer Placeholder 4">
            <a:extLst>
              <a:ext uri="{FF2B5EF4-FFF2-40B4-BE49-F238E27FC236}">
                <a16:creationId xmlns:a16="http://schemas.microsoft.com/office/drawing/2014/main" id="{614C1AF6-580B-3D0F-0C60-0029BF557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D0D9D-EF0E-7401-093B-AD64EB038C6A}"/>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2467127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1F5CB-A794-1613-C32C-E319FB535A7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F62D791-A1CB-DF18-FA03-5C611DC4F81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FE69F83-4F68-6D87-DF4A-CC4BD877148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572C09-F9D5-819A-4CEE-2607425F489D}"/>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6" name="Footer Placeholder 5">
            <a:extLst>
              <a:ext uri="{FF2B5EF4-FFF2-40B4-BE49-F238E27FC236}">
                <a16:creationId xmlns:a16="http://schemas.microsoft.com/office/drawing/2014/main" id="{7A600B86-4241-9D4B-07E2-77FFB5412F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D36606-E4FB-3F22-B62E-EECEDB0F9D75}"/>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391084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DA7CA-485B-8B12-7737-DA99A9CB646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3ED62E-DD39-47A4-F37A-D8C9D17724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D8279D0-877B-D0F1-3AAD-E2244792CDF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9ECBB26-A8E8-919D-D65E-766131F243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69DA6DC-2A66-6DFA-6F07-FB7C7FBAECD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A6F2671-3E73-B567-E513-CED376E51901}"/>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8" name="Footer Placeholder 7">
            <a:extLst>
              <a:ext uri="{FF2B5EF4-FFF2-40B4-BE49-F238E27FC236}">
                <a16:creationId xmlns:a16="http://schemas.microsoft.com/office/drawing/2014/main" id="{F2A4989D-1A18-FB3F-9F79-96871B2D2F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B8E4C2-6974-8807-47EA-25CE5960CC6C}"/>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3824014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D9B7-3EC8-0F2F-0630-897649C32F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326B1FA-3CD7-6D49-E6CC-B5D2EF3295A7}"/>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4" name="Footer Placeholder 3">
            <a:extLst>
              <a:ext uri="{FF2B5EF4-FFF2-40B4-BE49-F238E27FC236}">
                <a16:creationId xmlns:a16="http://schemas.microsoft.com/office/drawing/2014/main" id="{D9A68D46-719F-A8A4-D1D0-AA73468CF2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7C5F11-7017-8190-AF34-A5980BC1DEE4}"/>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1044456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D538B7-8A07-1EA2-6E63-5DFA57436301}"/>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3" name="Footer Placeholder 2">
            <a:extLst>
              <a:ext uri="{FF2B5EF4-FFF2-40B4-BE49-F238E27FC236}">
                <a16:creationId xmlns:a16="http://schemas.microsoft.com/office/drawing/2014/main" id="{57247163-4921-618D-68C0-CFF3B61F13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30D739-523D-D9EA-5ED5-B2FDBA89D687}"/>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585151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7F8E3-D251-F8DC-8849-6D7B9C87A1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B8EF480-A766-1CC7-6B35-DE449FCC15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7B213CE-7784-591D-A665-6A9E5ABDB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C43414-1A5A-9E8F-15CF-ED5F80EE0168}"/>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6" name="Footer Placeholder 5">
            <a:extLst>
              <a:ext uri="{FF2B5EF4-FFF2-40B4-BE49-F238E27FC236}">
                <a16:creationId xmlns:a16="http://schemas.microsoft.com/office/drawing/2014/main" id="{99F2D937-EFB2-ADB4-1DBE-3CC92B10B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3CA29-64C2-E08A-6D8F-44C4A61169E2}"/>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3923729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E4241-189B-2CE1-70D8-AF5702D1C5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593D9AE-5468-F273-C284-C03CFF6EE5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0B8047-4537-A858-FC83-C14D8723CB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7000A5E-97F6-C391-AEC0-3D5688647A9D}"/>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6" name="Footer Placeholder 5">
            <a:extLst>
              <a:ext uri="{FF2B5EF4-FFF2-40B4-BE49-F238E27FC236}">
                <a16:creationId xmlns:a16="http://schemas.microsoft.com/office/drawing/2014/main" id="{814C8C54-94F2-147D-9C5A-B408839C85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CB0881-17B2-BAD8-236D-2CFE682F10C2}"/>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697389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42149-8C7A-66FC-BDAC-54BCB608130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55996CC-67C7-09AF-81BF-69A41E92DE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3C3EC5-D341-D275-276D-05A15F094402}"/>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5" name="Footer Placeholder 4">
            <a:extLst>
              <a:ext uri="{FF2B5EF4-FFF2-40B4-BE49-F238E27FC236}">
                <a16:creationId xmlns:a16="http://schemas.microsoft.com/office/drawing/2014/main" id="{745C78DB-434B-F34E-D197-F999B750E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752E1-01D8-93ED-5425-E5EFD6BCDDE4}"/>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2179240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A518CF-CF1E-6B7F-D3A5-E58E6A25B10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77388FC-FEED-7DB5-CF9D-E69BDE25433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13ED6-2A22-DF63-EAA3-23851001B5CC}"/>
              </a:ext>
            </a:extLst>
          </p:cNvPr>
          <p:cNvSpPr>
            <a:spLocks noGrp="1"/>
          </p:cNvSpPr>
          <p:nvPr>
            <p:ph type="dt" sz="half" idx="10"/>
          </p:nvPr>
        </p:nvSpPr>
        <p:spPr/>
        <p:txBody>
          <a:bodyPr/>
          <a:lstStyle/>
          <a:p>
            <a:fld id="{CFF9E276-9623-1944-9633-3E9236F47851}" type="datetimeFigureOut">
              <a:rPr lang="en-US" smtClean="0"/>
              <a:t>5/16/2025</a:t>
            </a:fld>
            <a:endParaRPr lang="en-US"/>
          </a:p>
        </p:txBody>
      </p:sp>
      <p:sp>
        <p:nvSpPr>
          <p:cNvPr id="5" name="Footer Placeholder 4">
            <a:extLst>
              <a:ext uri="{FF2B5EF4-FFF2-40B4-BE49-F238E27FC236}">
                <a16:creationId xmlns:a16="http://schemas.microsoft.com/office/drawing/2014/main" id="{F6789649-CC75-85D2-51EC-B630631DC9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73269-406B-8D12-B0DB-D735B213C154}"/>
              </a:ext>
            </a:extLst>
          </p:cNvPr>
          <p:cNvSpPr>
            <a:spLocks noGrp="1"/>
          </p:cNvSpPr>
          <p:nvPr>
            <p:ph type="sldNum" sz="quarter" idx="12"/>
          </p:nvPr>
        </p:nvSpPr>
        <p:spPr/>
        <p:txBody>
          <a:bodyPr/>
          <a:lstStyle/>
          <a:p>
            <a:fld id="{EBA6D826-270A-8A4D-8DC1-64624826A51F}" type="slidenum">
              <a:rPr lang="en-US" smtClean="0"/>
              <a:t>‹#›</a:t>
            </a:fld>
            <a:endParaRPr lang="en-US"/>
          </a:p>
        </p:txBody>
      </p:sp>
    </p:spTree>
    <p:extLst>
      <p:ext uri="{BB962C8B-B14F-4D97-AF65-F5344CB8AC3E}">
        <p14:creationId xmlns:p14="http://schemas.microsoft.com/office/powerpoint/2010/main" val="3870976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9A7031-C06D-6919-AC81-7AAE55E76A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6864C66-45EB-91C3-EF44-885612474F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59514FA-92EF-7150-843B-16C75EFA0C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F9E276-9623-1944-9633-3E9236F47851}" type="datetimeFigureOut">
              <a:rPr lang="en-US" smtClean="0"/>
              <a:t>5/16/2025</a:t>
            </a:fld>
            <a:endParaRPr lang="en-US"/>
          </a:p>
        </p:txBody>
      </p:sp>
      <p:sp>
        <p:nvSpPr>
          <p:cNvPr id="5" name="Footer Placeholder 4">
            <a:extLst>
              <a:ext uri="{FF2B5EF4-FFF2-40B4-BE49-F238E27FC236}">
                <a16:creationId xmlns:a16="http://schemas.microsoft.com/office/drawing/2014/main" id="{2C662EEE-B398-B243-FB69-2DE828324F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0D98AF-E64B-8378-93E3-7AFA744264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A6D826-270A-8A4D-8DC1-64624826A51F}" type="slidenum">
              <a:rPr lang="en-US" smtClean="0"/>
              <a:t>‹#›</a:t>
            </a:fld>
            <a:endParaRPr lang="en-US"/>
          </a:p>
        </p:txBody>
      </p:sp>
    </p:spTree>
    <p:extLst>
      <p:ext uri="{BB962C8B-B14F-4D97-AF65-F5344CB8AC3E}">
        <p14:creationId xmlns:p14="http://schemas.microsoft.com/office/powerpoint/2010/main" val="233553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image" Target="../media/image89.png"/></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58.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7.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8.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9.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70.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20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image" Target="../media/image203.jpeg"/><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105.xml.rels><?xml version="1.0" encoding="UTF-8" standalone="yes"?>
<Relationships xmlns="http://schemas.openxmlformats.org/package/2006/relationships"><Relationship Id="rId2" Type="http://schemas.openxmlformats.org/officeDocument/2006/relationships/image" Target="../media/image236.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107.xml.rels><?xml version="1.0" encoding="UTF-8" standalone="yes"?>
<Relationships xmlns="http://schemas.openxmlformats.org/package/2006/relationships"><Relationship Id="rId2" Type="http://schemas.openxmlformats.org/officeDocument/2006/relationships/image" Target="../media/image243.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44.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02.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111.xml.rels><?xml version="1.0" encoding="UTF-8" standalone="yes"?>
<Relationships xmlns="http://schemas.openxmlformats.org/package/2006/relationships"><Relationship Id="rId2" Type="http://schemas.openxmlformats.org/officeDocument/2006/relationships/image" Target="../media/image251.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52.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53.jpe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254.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129.xml.rels><?xml version="1.0" encoding="UTF-8" standalone="yes"?>
<Relationships xmlns="http://schemas.openxmlformats.org/package/2006/relationships"><Relationship Id="rId3" Type="http://schemas.openxmlformats.org/officeDocument/2006/relationships/diagramLayout" Target="../diagrams/layout57.xm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60.xml"/><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diagramLayout" Target="../diagrams/layout63.xm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65.xml"/><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142.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144.xml.rels><?xml version="1.0" encoding="UTF-8" standalone="yes"?>
<Relationships xmlns="http://schemas.openxmlformats.org/package/2006/relationships"><Relationship Id="rId2" Type="http://schemas.openxmlformats.org/officeDocument/2006/relationships/image" Target="../media/image167.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50.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68.xml"/><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69.xml"/><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70.xml"/><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71.xml"/><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diagramLayout" Target="../diagrams/layout72.xml"/><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38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388.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389.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390.jpe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391.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0D7EB-D39D-1FCD-B8DA-33D03EF825BA}"/>
              </a:ext>
            </a:extLst>
          </p:cNvPr>
          <p:cNvSpPr>
            <a:spLocks noGrp="1"/>
          </p:cNvSpPr>
          <p:nvPr>
            <p:ph type="ctrTitle"/>
          </p:nvPr>
        </p:nvSpPr>
        <p:spPr>
          <a:xfrm>
            <a:off x="6590662" y="4267832"/>
            <a:ext cx="4805996" cy="1297115"/>
          </a:xfrm>
        </p:spPr>
        <p:txBody>
          <a:bodyPr anchor="t">
            <a:normAutofit/>
          </a:bodyPr>
          <a:lstStyle/>
          <a:p>
            <a:pPr algn="l"/>
            <a:r>
              <a:rPr lang="en-US" sz="4000" dirty="0">
                <a:solidFill>
                  <a:schemeClr val="tx2"/>
                </a:solidFill>
              </a:rPr>
              <a:t>Cloud Principles</a:t>
            </a:r>
          </a:p>
        </p:txBody>
      </p:sp>
      <p:sp>
        <p:nvSpPr>
          <p:cNvPr id="3" name="Subtitle 2">
            <a:extLst>
              <a:ext uri="{FF2B5EF4-FFF2-40B4-BE49-F238E27FC236}">
                <a16:creationId xmlns:a16="http://schemas.microsoft.com/office/drawing/2014/main" id="{A07222DF-5EFE-CAB6-75B2-88D1E49D87D0}"/>
              </a:ext>
            </a:extLst>
          </p:cNvPr>
          <p:cNvSpPr>
            <a:spLocks noGrp="1"/>
          </p:cNvSpPr>
          <p:nvPr>
            <p:ph type="subTitle" idx="1"/>
          </p:nvPr>
        </p:nvSpPr>
        <p:spPr>
          <a:xfrm>
            <a:off x="6590966" y="3428999"/>
            <a:ext cx="4805691" cy="838831"/>
          </a:xfrm>
        </p:spPr>
        <p:txBody>
          <a:bodyPr anchor="b">
            <a:normAutofit/>
          </a:bodyPr>
          <a:lstStyle/>
          <a:p>
            <a:pPr algn="l"/>
            <a:r>
              <a:rPr lang="en-US" sz="2000" dirty="0">
                <a:solidFill>
                  <a:schemeClr val="tx2"/>
                </a:solidFill>
              </a:rPr>
              <a:t>Topic 1</a:t>
            </a:r>
          </a:p>
        </p:txBody>
      </p:sp>
      <p:pic>
        <p:nvPicPr>
          <p:cNvPr id="7" name="Graphic 6" descr="Cloud">
            <a:extLst>
              <a:ext uri="{FF2B5EF4-FFF2-40B4-BE49-F238E27FC236}">
                <a16:creationId xmlns:a16="http://schemas.microsoft.com/office/drawing/2014/main" id="{6D5BEFED-25A7-7E3C-3C3B-4DE237461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53959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041E9A-5C25-1C8F-C08C-4504C3CFC348}"/>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Lesson Objectives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81ED5A5D-0B3E-2544-A82F-CBDB979777C7}"/>
              </a:ext>
            </a:extLst>
          </p:cNvPr>
          <p:cNvGraphicFramePr>
            <a:graphicFrameLocks noGrp="1"/>
          </p:cNvGraphicFramePr>
          <p:nvPr>
            <p:ph idx="1"/>
            <p:extLst>
              <p:ext uri="{D42A27DB-BD31-4B8C-83A1-F6EECF244321}">
                <p14:modId xmlns:p14="http://schemas.microsoft.com/office/powerpoint/2010/main" val="6696939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5233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B6D17A2-9DB5-F050-A567-1341BFE8A1BC}"/>
              </a:ext>
            </a:extLst>
          </p:cNvPr>
          <p:cNvSpPr>
            <a:spLocks noGrp="1"/>
          </p:cNvSpPr>
          <p:nvPr>
            <p:ph type="title"/>
          </p:nvPr>
        </p:nvSpPr>
        <p:spPr>
          <a:xfrm>
            <a:off x="3027924" y="991261"/>
            <a:ext cx="5754696" cy="1837349"/>
          </a:xfrm>
        </p:spPr>
        <p:txBody>
          <a:bodyPr>
            <a:normAutofit/>
          </a:bodyPr>
          <a:lstStyle/>
          <a:p>
            <a:pPr algn="ctr"/>
            <a:r>
              <a:rPr lang="en-MY" sz="3600">
                <a:solidFill>
                  <a:schemeClr val="tx2"/>
                </a:solidFill>
              </a:rPr>
              <a:t>What is Cloud Computing?</a:t>
            </a:r>
            <a:endParaRPr lang="en-US" sz="3600">
              <a:solidFill>
                <a:schemeClr val="tx2"/>
              </a:solidFill>
            </a:endParaRPr>
          </a:p>
        </p:txBody>
      </p:sp>
      <p:sp>
        <p:nvSpPr>
          <p:cNvPr id="3" name="Content Placeholder 2">
            <a:extLst>
              <a:ext uri="{FF2B5EF4-FFF2-40B4-BE49-F238E27FC236}">
                <a16:creationId xmlns:a16="http://schemas.microsoft.com/office/drawing/2014/main" id="{0F35B6BE-F156-2B1A-27E9-EBE7AC4F8848}"/>
              </a:ext>
            </a:extLst>
          </p:cNvPr>
          <p:cNvSpPr>
            <a:spLocks noGrp="1"/>
          </p:cNvSpPr>
          <p:nvPr>
            <p:ph idx="1"/>
          </p:nvPr>
        </p:nvSpPr>
        <p:spPr>
          <a:xfrm>
            <a:off x="3050412" y="2979336"/>
            <a:ext cx="5709721" cy="2430864"/>
          </a:xfrm>
        </p:spPr>
        <p:txBody>
          <a:bodyPr anchor="t">
            <a:normAutofit/>
          </a:bodyPr>
          <a:lstStyle/>
          <a:p>
            <a:pPr marL="0" indent="0">
              <a:buNone/>
            </a:pPr>
            <a:r>
              <a:rPr lang="en-MY" sz="2000">
                <a:solidFill>
                  <a:schemeClr val="tx2"/>
                </a:solidFill>
              </a:rPr>
              <a:t>"Cloud Computing is the delivery of computing services (servers, storage, databases, networking, software, analytics, etc.) over the internet ('the cloud')."</a:t>
            </a:r>
            <a:endParaRPr lang="en-US" sz="200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4447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B16AA-3D81-FCAF-9C1C-4705BBE9214D}"/>
              </a:ext>
            </a:extLst>
          </p:cNvPr>
          <p:cNvSpPr>
            <a:spLocks noGrp="1"/>
          </p:cNvSpPr>
          <p:nvPr>
            <p:ph type="title"/>
          </p:nvPr>
        </p:nvSpPr>
        <p:spPr/>
        <p:txBody>
          <a:bodyPr/>
          <a:lstStyle/>
          <a:p>
            <a:r>
              <a:rPr lang="en-US" dirty="0"/>
              <a:t>On-Premise vs Cloud</a:t>
            </a:r>
          </a:p>
        </p:txBody>
      </p:sp>
      <p:graphicFrame>
        <p:nvGraphicFramePr>
          <p:cNvPr id="5" name="Content Placeholder 2">
            <a:extLst>
              <a:ext uri="{FF2B5EF4-FFF2-40B4-BE49-F238E27FC236}">
                <a16:creationId xmlns:a16="http://schemas.microsoft.com/office/drawing/2014/main" id="{87D8DBB1-FBC6-C192-10B3-A6A4094310E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518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Freeform: Shape 103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1" name="Isosceles Triangle 104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chart with text and words&#10;&#10;AI-generated content may be incorrect.">
            <a:extLst>
              <a:ext uri="{FF2B5EF4-FFF2-40B4-BE49-F238E27FC236}">
                <a16:creationId xmlns:a16="http://schemas.microsoft.com/office/drawing/2014/main" id="{7348A94F-45C6-2050-4399-C5AB04EFA1E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22917" y="643467"/>
            <a:ext cx="8346166"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3" name="Isosceles Triangle 104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3534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6919B6-157F-B454-648A-7F339E694961}"/>
              </a:ext>
            </a:extLst>
          </p:cNvPr>
          <p:cNvSpPr>
            <a:spLocks noGrp="1"/>
          </p:cNvSpPr>
          <p:nvPr>
            <p:ph type="title"/>
          </p:nvPr>
        </p:nvSpPr>
        <p:spPr>
          <a:xfrm>
            <a:off x="838200" y="365125"/>
            <a:ext cx="10515600" cy="1325563"/>
          </a:xfrm>
        </p:spPr>
        <p:txBody>
          <a:bodyPr>
            <a:normAutofit/>
          </a:bodyPr>
          <a:lstStyle/>
          <a:p>
            <a:r>
              <a:rPr lang="en-US" sz="5400"/>
              <a:t>Cloud Access Methods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2598D2C-F121-EDD0-9C04-C05AD8E46AD9}"/>
              </a:ext>
            </a:extLst>
          </p:cNvPr>
          <p:cNvGraphicFramePr>
            <a:graphicFrameLocks noGrp="1"/>
          </p:cNvGraphicFramePr>
          <p:nvPr>
            <p:ph idx="1"/>
            <p:extLst>
              <p:ext uri="{D42A27DB-BD31-4B8C-83A1-F6EECF244321}">
                <p14:modId xmlns:p14="http://schemas.microsoft.com/office/powerpoint/2010/main" val="1628733152"/>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8363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8886A6-5426-494B-96D8-D962D2BA0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A3ED336-C09E-46E8-9774-B977D15FC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2347"/>
            <a:ext cx="12191999" cy="6105653"/>
          </a:xfrm>
          <a:custGeom>
            <a:avLst/>
            <a:gdLst>
              <a:gd name="connsiteX0" fmla="*/ 7538181 w 12191999"/>
              <a:gd name="connsiteY0" fmla="*/ 484 h 6105653"/>
              <a:gd name="connsiteX1" fmla="*/ 7569993 w 12191999"/>
              <a:gd name="connsiteY1" fmla="*/ 5527 h 6105653"/>
              <a:gd name="connsiteX2" fmla="*/ 7587853 w 12191999"/>
              <a:gd name="connsiteY2" fmla="*/ 84028 h 6105653"/>
              <a:gd name="connsiteX3" fmla="*/ 7559278 w 12191999"/>
              <a:gd name="connsiteY3" fmla="*/ 325347 h 6105653"/>
              <a:gd name="connsiteX4" fmla="*/ 7795021 w 12191999"/>
              <a:gd name="connsiteY4" fmla="*/ 25878 h 6105653"/>
              <a:gd name="connsiteX5" fmla="*/ 7759302 w 12191999"/>
              <a:gd name="connsiteY5" fmla="*/ 249752 h 6105653"/>
              <a:gd name="connsiteX6" fmla="*/ 7852171 w 12191999"/>
              <a:gd name="connsiteY6" fmla="*/ 313717 h 6105653"/>
              <a:gd name="connsiteX7" fmla="*/ 8002190 w 12191999"/>
              <a:gd name="connsiteY7" fmla="*/ 418385 h 6105653"/>
              <a:gd name="connsiteX8" fmla="*/ 8084343 w 12191999"/>
              <a:gd name="connsiteY8" fmla="*/ 491072 h 6105653"/>
              <a:gd name="connsiteX9" fmla="*/ 8348662 w 12191999"/>
              <a:gd name="connsiteY9" fmla="*/ 520146 h 6105653"/>
              <a:gd name="connsiteX10" fmla="*/ 8637984 w 12191999"/>
              <a:gd name="connsiteY10" fmla="*/ 459090 h 6105653"/>
              <a:gd name="connsiteX11" fmla="*/ 8784431 w 12191999"/>
              <a:gd name="connsiteY11" fmla="*/ 290457 h 6105653"/>
              <a:gd name="connsiteX12" fmla="*/ 8948737 w 12191999"/>
              <a:gd name="connsiteY12" fmla="*/ 339884 h 6105653"/>
              <a:gd name="connsiteX13" fmla="*/ 8848725 w 12191999"/>
              <a:gd name="connsiteY13" fmla="*/ 697501 h 6105653"/>
              <a:gd name="connsiteX14" fmla="*/ 9238059 w 12191999"/>
              <a:gd name="connsiteY14" fmla="*/ 165437 h 6105653"/>
              <a:gd name="connsiteX15" fmla="*/ 9255919 w 12191999"/>
              <a:gd name="connsiteY15" fmla="*/ 255567 h 6105653"/>
              <a:gd name="connsiteX16" fmla="*/ 9477374 w 12191999"/>
              <a:gd name="connsiteY16" fmla="*/ 578295 h 6105653"/>
              <a:gd name="connsiteX17" fmla="*/ 9488091 w 12191999"/>
              <a:gd name="connsiteY17" fmla="*/ 595740 h 6105653"/>
              <a:gd name="connsiteX18" fmla="*/ 9627393 w 12191999"/>
              <a:gd name="connsiteY18" fmla="*/ 650981 h 6105653"/>
              <a:gd name="connsiteX19" fmla="*/ 9648824 w 12191999"/>
              <a:gd name="connsiteY19" fmla="*/ 825429 h 6105653"/>
              <a:gd name="connsiteX20" fmla="*/ 9616678 w 12191999"/>
              <a:gd name="connsiteY20" fmla="*/ 970802 h 6105653"/>
              <a:gd name="connsiteX21" fmla="*/ 9655968 w 12191999"/>
              <a:gd name="connsiteY21" fmla="*/ 1127805 h 6105653"/>
              <a:gd name="connsiteX22" fmla="*/ 9638109 w 12191999"/>
              <a:gd name="connsiteY22" fmla="*/ 1267362 h 6105653"/>
              <a:gd name="connsiteX23" fmla="*/ 9663111 w 12191999"/>
              <a:gd name="connsiteY23" fmla="*/ 1386568 h 6105653"/>
              <a:gd name="connsiteX24" fmla="*/ 9780984 w 12191999"/>
              <a:gd name="connsiteY24" fmla="*/ 1270269 h 6105653"/>
              <a:gd name="connsiteX25" fmla="*/ 9780984 w 12191999"/>
              <a:gd name="connsiteY25" fmla="*/ 1107452 h 6105653"/>
              <a:gd name="connsiteX26" fmla="*/ 9855993 w 12191999"/>
              <a:gd name="connsiteY26" fmla="*/ 991154 h 6105653"/>
              <a:gd name="connsiteX27" fmla="*/ 9991724 w 12191999"/>
              <a:gd name="connsiteY27" fmla="*/ 880670 h 6105653"/>
              <a:gd name="connsiteX28" fmla="*/ 10209609 w 12191999"/>
              <a:gd name="connsiteY28" fmla="*/ 491071 h 6105653"/>
              <a:gd name="connsiteX29" fmla="*/ 10291762 w 12191999"/>
              <a:gd name="connsiteY29" fmla="*/ 421292 h 6105653"/>
              <a:gd name="connsiteX30" fmla="*/ 9973865 w 12191999"/>
              <a:gd name="connsiteY30" fmla="*/ 1531941 h 6105653"/>
              <a:gd name="connsiteX31" fmla="*/ 10106024 w 12191999"/>
              <a:gd name="connsiteY31" fmla="*/ 1188861 h 6105653"/>
              <a:gd name="connsiteX32" fmla="*/ 10081022 w 12191999"/>
              <a:gd name="connsiteY32" fmla="*/ 1421458 h 6105653"/>
              <a:gd name="connsiteX33" fmla="*/ 10170318 w 12191999"/>
              <a:gd name="connsiteY33" fmla="*/ 1549385 h 6105653"/>
              <a:gd name="connsiteX34" fmla="*/ 10198893 w 12191999"/>
              <a:gd name="connsiteY34" fmla="*/ 1549385 h 6105653"/>
              <a:gd name="connsiteX35" fmla="*/ 10281046 w 12191999"/>
              <a:gd name="connsiteY35" fmla="*/ 1453439 h 6105653"/>
              <a:gd name="connsiteX36" fmla="*/ 10334625 w 12191999"/>
              <a:gd name="connsiteY36" fmla="*/ 1398198 h 6105653"/>
              <a:gd name="connsiteX37" fmla="*/ 10527506 w 12191999"/>
              <a:gd name="connsiteY37" fmla="*/ 1247010 h 6105653"/>
              <a:gd name="connsiteX38" fmla="*/ 10548937 w 12191999"/>
              <a:gd name="connsiteY38" fmla="*/ 1354586 h 6105653"/>
              <a:gd name="connsiteX39" fmla="*/ 10588228 w 12191999"/>
              <a:gd name="connsiteY39" fmla="*/ 1395290 h 6105653"/>
              <a:gd name="connsiteX40" fmla="*/ 10645378 w 12191999"/>
              <a:gd name="connsiteY40" fmla="*/ 1366216 h 6105653"/>
              <a:gd name="connsiteX41" fmla="*/ 10820400 w 12191999"/>
              <a:gd name="connsiteY41" fmla="*/ 1031858 h 6105653"/>
              <a:gd name="connsiteX42" fmla="*/ 10956131 w 12191999"/>
              <a:gd name="connsiteY42" fmla="*/ 1005691 h 6105653"/>
              <a:gd name="connsiteX43" fmla="*/ 10977562 w 12191999"/>
              <a:gd name="connsiteY43" fmla="*/ 1069655 h 6105653"/>
              <a:gd name="connsiteX44" fmla="*/ 10966847 w 12191999"/>
              <a:gd name="connsiteY44" fmla="*/ 1142341 h 6105653"/>
              <a:gd name="connsiteX45" fmla="*/ 11074003 w 12191999"/>
              <a:gd name="connsiteY45" fmla="*/ 1084192 h 6105653"/>
              <a:gd name="connsiteX46" fmla="*/ 11181159 w 12191999"/>
              <a:gd name="connsiteY46" fmla="*/ 848688 h 6105653"/>
              <a:gd name="connsiteX47" fmla="*/ 11238309 w 12191999"/>
              <a:gd name="connsiteY47" fmla="*/ 805077 h 6105653"/>
              <a:gd name="connsiteX48" fmla="*/ 11266884 w 12191999"/>
              <a:gd name="connsiteY48" fmla="*/ 863226 h 6105653"/>
              <a:gd name="connsiteX49" fmla="*/ 11277600 w 12191999"/>
              <a:gd name="connsiteY49" fmla="*/ 906838 h 6105653"/>
              <a:gd name="connsiteX50" fmla="*/ 11724084 w 12191999"/>
              <a:gd name="connsiteY50" fmla="*/ 5527 h 6105653"/>
              <a:gd name="connsiteX51" fmla="*/ 11727656 w 12191999"/>
              <a:gd name="connsiteY51" fmla="*/ 209048 h 6105653"/>
              <a:gd name="connsiteX52" fmla="*/ 11656218 w 12191999"/>
              <a:gd name="connsiteY52" fmla="*/ 409663 h 6105653"/>
              <a:gd name="connsiteX53" fmla="*/ 11666934 w 12191999"/>
              <a:gd name="connsiteY53" fmla="*/ 621907 h 6105653"/>
              <a:gd name="connsiteX54" fmla="*/ 11631215 w 12191999"/>
              <a:gd name="connsiteY54" fmla="*/ 822521 h 6105653"/>
              <a:gd name="connsiteX55" fmla="*/ 11631215 w 12191999"/>
              <a:gd name="connsiteY55" fmla="*/ 996969 h 6105653"/>
              <a:gd name="connsiteX56" fmla="*/ 11684793 w 12191999"/>
              <a:gd name="connsiteY56" fmla="*/ 834151 h 6105653"/>
              <a:gd name="connsiteX57" fmla="*/ 11774090 w 12191999"/>
              <a:gd name="connsiteY57" fmla="*/ 773095 h 6105653"/>
              <a:gd name="connsiteX58" fmla="*/ 11856243 w 12191999"/>
              <a:gd name="connsiteY58" fmla="*/ 793447 h 6105653"/>
              <a:gd name="connsiteX59" fmla="*/ 11831240 w 12191999"/>
              <a:gd name="connsiteY59" fmla="*/ 860319 h 6105653"/>
              <a:gd name="connsiteX60" fmla="*/ 11738371 w 12191999"/>
              <a:gd name="connsiteY60" fmla="*/ 938820 h 6105653"/>
              <a:gd name="connsiteX61" fmla="*/ 11795521 w 12191999"/>
              <a:gd name="connsiteY61" fmla="*/ 956264 h 6105653"/>
              <a:gd name="connsiteX62" fmla="*/ 11838384 w 12191999"/>
              <a:gd name="connsiteY62" fmla="*/ 1002784 h 6105653"/>
              <a:gd name="connsiteX63" fmla="*/ 11816952 w 12191999"/>
              <a:gd name="connsiteY63" fmla="*/ 1270269 h 6105653"/>
              <a:gd name="connsiteX64" fmla="*/ 11999118 w 12191999"/>
              <a:gd name="connsiteY64" fmla="*/ 1092915 h 6105653"/>
              <a:gd name="connsiteX65" fmla="*/ 12027693 w 12191999"/>
              <a:gd name="connsiteY65" fmla="*/ 979524 h 6105653"/>
              <a:gd name="connsiteX66" fmla="*/ 12102703 w 12191999"/>
              <a:gd name="connsiteY66" fmla="*/ 953357 h 6105653"/>
              <a:gd name="connsiteX67" fmla="*/ 12120562 w 12191999"/>
              <a:gd name="connsiteY67" fmla="*/ 1005691 h 6105653"/>
              <a:gd name="connsiteX68" fmla="*/ 12056268 w 12191999"/>
              <a:gd name="connsiteY68" fmla="*/ 1267362 h 6105653"/>
              <a:gd name="connsiteX69" fmla="*/ 12081272 w 12191999"/>
              <a:gd name="connsiteY69" fmla="*/ 1310974 h 6105653"/>
              <a:gd name="connsiteX70" fmla="*/ 12191999 w 12191999"/>
              <a:gd name="connsiteY70" fmla="*/ 1008598 h 6105653"/>
              <a:gd name="connsiteX71" fmla="*/ 12191999 w 12191999"/>
              <a:gd name="connsiteY71" fmla="*/ 6105653 h 6105653"/>
              <a:gd name="connsiteX72" fmla="*/ 0 w 12191999"/>
              <a:gd name="connsiteY72" fmla="*/ 6105653 h 6105653"/>
              <a:gd name="connsiteX73" fmla="*/ 0 w 12191999"/>
              <a:gd name="connsiteY73" fmla="*/ 927116 h 6105653"/>
              <a:gd name="connsiteX74" fmla="*/ 61930 w 12191999"/>
              <a:gd name="connsiteY74" fmla="*/ 902578 h 6105653"/>
              <a:gd name="connsiteX75" fmla="*/ 155971 w 12191999"/>
              <a:gd name="connsiteY75" fmla="*/ 883588 h 6105653"/>
              <a:gd name="connsiteX76" fmla="*/ 277414 w 12191999"/>
              <a:gd name="connsiteY76" fmla="*/ 802179 h 6105653"/>
              <a:gd name="connsiteX77" fmla="*/ 638174 w 12191999"/>
              <a:gd name="connsiteY77" fmla="*/ 430025 h 6105653"/>
              <a:gd name="connsiteX78" fmla="*/ 477440 w 12191999"/>
              <a:gd name="connsiteY78" fmla="*/ 784735 h 6105653"/>
              <a:gd name="connsiteX79" fmla="*/ 827483 w 12191999"/>
              <a:gd name="connsiteY79" fmla="*/ 418395 h 6105653"/>
              <a:gd name="connsiteX80" fmla="*/ 956071 w 12191999"/>
              <a:gd name="connsiteY80" fmla="*/ 241040 h 6105653"/>
              <a:gd name="connsiteX81" fmla="*/ 999268 w 12191999"/>
              <a:gd name="connsiteY81" fmla="*/ 192386 h 6105653"/>
              <a:gd name="connsiteX82" fmla="*/ 1031080 w 12191999"/>
              <a:gd name="connsiteY82" fmla="*/ 197429 h 6105653"/>
              <a:gd name="connsiteX83" fmla="*/ 1048940 w 12191999"/>
              <a:gd name="connsiteY83" fmla="*/ 275930 h 6105653"/>
              <a:gd name="connsiteX84" fmla="*/ 1020365 w 12191999"/>
              <a:gd name="connsiteY84" fmla="*/ 517249 h 6105653"/>
              <a:gd name="connsiteX85" fmla="*/ 1256108 w 12191999"/>
              <a:gd name="connsiteY85" fmla="*/ 217780 h 6105653"/>
              <a:gd name="connsiteX86" fmla="*/ 1220389 w 12191999"/>
              <a:gd name="connsiteY86" fmla="*/ 441654 h 6105653"/>
              <a:gd name="connsiteX87" fmla="*/ 1313258 w 12191999"/>
              <a:gd name="connsiteY87" fmla="*/ 505619 h 6105653"/>
              <a:gd name="connsiteX88" fmla="*/ 1463277 w 12191999"/>
              <a:gd name="connsiteY88" fmla="*/ 610287 h 6105653"/>
              <a:gd name="connsiteX89" fmla="*/ 1545430 w 12191999"/>
              <a:gd name="connsiteY89" fmla="*/ 682974 h 6105653"/>
              <a:gd name="connsiteX90" fmla="*/ 1809749 w 12191999"/>
              <a:gd name="connsiteY90" fmla="*/ 712048 h 6105653"/>
              <a:gd name="connsiteX91" fmla="*/ 2099071 w 12191999"/>
              <a:gd name="connsiteY91" fmla="*/ 650992 h 6105653"/>
              <a:gd name="connsiteX92" fmla="*/ 2245518 w 12191999"/>
              <a:gd name="connsiteY92" fmla="*/ 482359 h 6105653"/>
              <a:gd name="connsiteX93" fmla="*/ 2409824 w 12191999"/>
              <a:gd name="connsiteY93" fmla="*/ 531786 h 6105653"/>
              <a:gd name="connsiteX94" fmla="*/ 2309812 w 12191999"/>
              <a:gd name="connsiteY94" fmla="*/ 889403 h 6105653"/>
              <a:gd name="connsiteX95" fmla="*/ 2699146 w 12191999"/>
              <a:gd name="connsiteY95" fmla="*/ 357339 h 6105653"/>
              <a:gd name="connsiteX96" fmla="*/ 2717006 w 12191999"/>
              <a:gd name="connsiteY96" fmla="*/ 447469 h 6105653"/>
              <a:gd name="connsiteX97" fmla="*/ 2938461 w 12191999"/>
              <a:gd name="connsiteY97" fmla="*/ 770197 h 6105653"/>
              <a:gd name="connsiteX98" fmla="*/ 2949178 w 12191999"/>
              <a:gd name="connsiteY98" fmla="*/ 787642 h 6105653"/>
              <a:gd name="connsiteX99" fmla="*/ 3088480 w 12191999"/>
              <a:gd name="connsiteY99" fmla="*/ 842883 h 6105653"/>
              <a:gd name="connsiteX100" fmla="*/ 3109911 w 12191999"/>
              <a:gd name="connsiteY100" fmla="*/ 1017331 h 6105653"/>
              <a:gd name="connsiteX101" fmla="*/ 3077765 w 12191999"/>
              <a:gd name="connsiteY101" fmla="*/ 1162704 h 6105653"/>
              <a:gd name="connsiteX102" fmla="*/ 3117055 w 12191999"/>
              <a:gd name="connsiteY102" fmla="*/ 1319707 h 6105653"/>
              <a:gd name="connsiteX103" fmla="*/ 3099196 w 12191999"/>
              <a:gd name="connsiteY103" fmla="*/ 1459264 h 6105653"/>
              <a:gd name="connsiteX104" fmla="*/ 3124198 w 12191999"/>
              <a:gd name="connsiteY104" fmla="*/ 1578470 h 6105653"/>
              <a:gd name="connsiteX105" fmla="*/ 3242071 w 12191999"/>
              <a:gd name="connsiteY105" fmla="*/ 1462171 h 6105653"/>
              <a:gd name="connsiteX106" fmla="*/ 3242071 w 12191999"/>
              <a:gd name="connsiteY106" fmla="*/ 1299354 h 6105653"/>
              <a:gd name="connsiteX107" fmla="*/ 3317080 w 12191999"/>
              <a:gd name="connsiteY107" fmla="*/ 1183056 h 6105653"/>
              <a:gd name="connsiteX108" fmla="*/ 3452811 w 12191999"/>
              <a:gd name="connsiteY108" fmla="*/ 1072572 h 6105653"/>
              <a:gd name="connsiteX109" fmla="*/ 3670696 w 12191999"/>
              <a:gd name="connsiteY109" fmla="*/ 682973 h 6105653"/>
              <a:gd name="connsiteX110" fmla="*/ 3752849 w 12191999"/>
              <a:gd name="connsiteY110" fmla="*/ 613194 h 6105653"/>
              <a:gd name="connsiteX111" fmla="*/ 3434952 w 12191999"/>
              <a:gd name="connsiteY111" fmla="*/ 1723843 h 6105653"/>
              <a:gd name="connsiteX112" fmla="*/ 3567111 w 12191999"/>
              <a:gd name="connsiteY112" fmla="*/ 1380763 h 6105653"/>
              <a:gd name="connsiteX113" fmla="*/ 3542109 w 12191999"/>
              <a:gd name="connsiteY113" fmla="*/ 1613360 h 6105653"/>
              <a:gd name="connsiteX114" fmla="*/ 3631405 w 12191999"/>
              <a:gd name="connsiteY114" fmla="*/ 1741287 h 6105653"/>
              <a:gd name="connsiteX115" fmla="*/ 3659980 w 12191999"/>
              <a:gd name="connsiteY115" fmla="*/ 1741287 h 6105653"/>
              <a:gd name="connsiteX116" fmla="*/ 3742133 w 12191999"/>
              <a:gd name="connsiteY116" fmla="*/ 1645341 h 6105653"/>
              <a:gd name="connsiteX117" fmla="*/ 3795712 w 12191999"/>
              <a:gd name="connsiteY117" fmla="*/ 1590100 h 6105653"/>
              <a:gd name="connsiteX118" fmla="*/ 3988593 w 12191999"/>
              <a:gd name="connsiteY118" fmla="*/ 1438912 h 6105653"/>
              <a:gd name="connsiteX119" fmla="*/ 4010024 w 12191999"/>
              <a:gd name="connsiteY119" fmla="*/ 1546488 h 6105653"/>
              <a:gd name="connsiteX120" fmla="*/ 4049315 w 12191999"/>
              <a:gd name="connsiteY120" fmla="*/ 1587192 h 6105653"/>
              <a:gd name="connsiteX121" fmla="*/ 4106465 w 12191999"/>
              <a:gd name="connsiteY121" fmla="*/ 1558118 h 6105653"/>
              <a:gd name="connsiteX122" fmla="*/ 4281487 w 12191999"/>
              <a:gd name="connsiteY122" fmla="*/ 1223760 h 6105653"/>
              <a:gd name="connsiteX123" fmla="*/ 4417219 w 12191999"/>
              <a:gd name="connsiteY123" fmla="*/ 1197593 h 6105653"/>
              <a:gd name="connsiteX124" fmla="*/ 4438649 w 12191999"/>
              <a:gd name="connsiteY124" fmla="*/ 1261557 h 6105653"/>
              <a:gd name="connsiteX125" fmla="*/ 4427935 w 12191999"/>
              <a:gd name="connsiteY125" fmla="*/ 1334243 h 6105653"/>
              <a:gd name="connsiteX126" fmla="*/ 4535090 w 12191999"/>
              <a:gd name="connsiteY126" fmla="*/ 1276094 h 6105653"/>
              <a:gd name="connsiteX127" fmla="*/ 4642246 w 12191999"/>
              <a:gd name="connsiteY127" fmla="*/ 1040590 h 6105653"/>
              <a:gd name="connsiteX128" fmla="*/ 4699396 w 12191999"/>
              <a:gd name="connsiteY128" fmla="*/ 996979 h 6105653"/>
              <a:gd name="connsiteX129" fmla="*/ 4727971 w 12191999"/>
              <a:gd name="connsiteY129" fmla="*/ 1055128 h 6105653"/>
              <a:gd name="connsiteX130" fmla="*/ 4738688 w 12191999"/>
              <a:gd name="connsiteY130" fmla="*/ 1098740 h 6105653"/>
              <a:gd name="connsiteX131" fmla="*/ 5185172 w 12191999"/>
              <a:gd name="connsiteY131" fmla="*/ 197429 h 6105653"/>
              <a:gd name="connsiteX132" fmla="*/ 5188744 w 12191999"/>
              <a:gd name="connsiteY132" fmla="*/ 400950 h 6105653"/>
              <a:gd name="connsiteX133" fmla="*/ 5117306 w 12191999"/>
              <a:gd name="connsiteY133" fmla="*/ 601565 h 6105653"/>
              <a:gd name="connsiteX134" fmla="*/ 5128021 w 12191999"/>
              <a:gd name="connsiteY134" fmla="*/ 813809 h 6105653"/>
              <a:gd name="connsiteX135" fmla="*/ 5092302 w 12191999"/>
              <a:gd name="connsiteY135" fmla="*/ 1014423 h 6105653"/>
              <a:gd name="connsiteX136" fmla="*/ 5092302 w 12191999"/>
              <a:gd name="connsiteY136" fmla="*/ 1188871 h 6105653"/>
              <a:gd name="connsiteX137" fmla="*/ 5145880 w 12191999"/>
              <a:gd name="connsiteY137" fmla="*/ 1026053 h 6105653"/>
              <a:gd name="connsiteX138" fmla="*/ 5235177 w 12191999"/>
              <a:gd name="connsiteY138" fmla="*/ 964997 h 6105653"/>
              <a:gd name="connsiteX139" fmla="*/ 5317331 w 12191999"/>
              <a:gd name="connsiteY139" fmla="*/ 985349 h 6105653"/>
              <a:gd name="connsiteX140" fmla="*/ 5292327 w 12191999"/>
              <a:gd name="connsiteY140" fmla="*/ 1052221 h 6105653"/>
              <a:gd name="connsiteX141" fmla="*/ 5199458 w 12191999"/>
              <a:gd name="connsiteY141" fmla="*/ 1130722 h 6105653"/>
              <a:gd name="connsiteX142" fmla="*/ 5256608 w 12191999"/>
              <a:gd name="connsiteY142" fmla="*/ 1148166 h 6105653"/>
              <a:gd name="connsiteX143" fmla="*/ 5299471 w 12191999"/>
              <a:gd name="connsiteY143" fmla="*/ 1194686 h 6105653"/>
              <a:gd name="connsiteX144" fmla="*/ 5278039 w 12191999"/>
              <a:gd name="connsiteY144" fmla="*/ 1462171 h 6105653"/>
              <a:gd name="connsiteX145" fmla="*/ 5460205 w 12191999"/>
              <a:gd name="connsiteY145" fmla="*/ 1284817 h 6105653"/>
              <a:gd name="connsiteX146" fmla="*/ 5488780 w 12191999"/>
              <a:gd name="connsiteY146" fmla="*/ 1171426 h 6105653"/>
              <a:gd name="connsiteX147" fmla="*/ 5539513 w 12191999"/>
              <a:gd name="connsiteY147" fmla="*/ 1140353 h 6105653"/>
              <a:gd name="connsiteX148" fmla="*/ 5552720 w 12191999"/>
              <a:gd name="connsiteY148" fmla="*/ 1143022 h 6105653"/>
              <a:gd name="connsiteX149" fmla="*/ 5574208 w 12191999"/>
              <a:gd name="connsiteY149" fmla="*/ 1115811 h 6105653"/>
              <a:gd name="connsiteX150" fmla="*/ 5734050 w 12191999"/>
              <a:gd name="connsiteY150" fmla="*/ 1075470 h 6105653"/>
              <a:gd name="connsiteX151" fmla="*/ 5798343 w 12191999"/>
              <a:gd name="connsiteY151" fmla="*/ 1020228 h 6105653"/>
              <a:gd name="connsiteX152" fmla="*/ 5884068 w 12191999"/>
              <a:gd name="connsiteY152" fmla="*/ 883578 h 6105653"/>
              <a:gd name="connsiteX153" fmla="*/ 6066234 w 12191999"/>
              <a:gd name="connsiteY153" fmla="*/ 645166 h 6105653"/>
              <a:gd name="connsiteX154" fmla="*/ 6109096 w 12191999"/>
              <a:gd name="connsiteY154" fmla="*/ 732391 h 6105653"/>
              <a:gd name="connsiteX155" fmla="*/ 5998368 w 12191999"/>
              <a:gd name="connsiteY155" fmla="*/ 985338 h 6105653"/>
              <a:gd name="connsiteX156" fmla="*/ 5969793 w 12191999"/>
              <a:gd name="connsiteY156" fmla="*/ 1168509 h 6105653"/>
              <a:gd name="connsiteX157" fmla="*/ 6162674 w 12191999"/>
              <a:gd name="connsiteY157" fmla="*/ 909745 h 6105653"/>
              <a:gd name="connsiteX158" fmla="*/ 6412705 w 12191999"/>
              <a:gd name="connsiteY158" fmla="*/ 659704 h 6105653"/>
              <a:gd name="connsiteX159" fmla="*/ 6366271 w 12191999"/>
              <a:gd name="connsiteY159" fmla="*/ 851596 h 6105653"/>
              <a:gd name="connsiteX160" fmla="*/ 6398418 w 12191999"/>
              <a:gd name="connsiteY160" fmla="*/ 860319 h 6105653"/>
              <a:gd name="connsiteX161" fmla="*/ 6694884 w 12191999"/>
              <a:gd name="connsiteY161" fmla="*/ 691686 h 6105653"/>
              <a:gd name="connsiteX162" fmla="*/ 6816327 w 12191999"/>
              <a:gd name="connsiteY162" fmla="*/ 610277 h 6105653"/>
              <a:gd name="connsiteX163" fmla="*/ 7177087 w 12191999"/>
              <a:gd name="connsiteY163" fmla="*/ 238123 h 6105653"/>
              <a:gd name="connsiteX164" fmla="*/ 7016353 w 12191999"/>
              <a:gd name="connsiteY164" fmla="*/ 592833 h 6105653"/>
              <a:gd name="connsiteX165" fmla="*/ 7366396 w 12191999"/>
              <a:gd name="connsiteY165" fmla="*/ 226493 h 6105653"/>
              <a:gd name="connsiteX166" fmla="*/ 7494984 w 12191999"/>
              <a:gd name="connsiteY166" fmla="*/ 49138 h 6105653"/>
              <a:gd name="connsiteX167" fmla="*/ 7538181 w 12191999"/>
              <a:gd name="connsiteY167" fmla="*/ 484 h 6105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105653">
                <a:moveTo>
                  <a:pt x="7538181" y="484"/>
                </a:moveTo>
                <a:cubicBezTo>
                  <a:pt x="7546999" y="-833"/>
                  <a:pt x="7557492" y="439"/>
                  <a:pt x="7569993" y="5527"/>
                </a:cubicBezTo>
                <a:cubicBezTo>
                  <a:pt x="7612855" y="22971"/>
                  <a:pt x="7598567" y="54953"/>
                  <a:pt x="7587853" y="84028"/>
                </a:cubicBezTo>
                <a:cubicBezTo>
                  <a:pt x="7559278" y="153806"/>
                  <a:pt x="7559278" y="229401"/>
                  <a:pt x="7559278" y="325347"/>
                </a:cubicBezTo>
                <a:cubicBezTo>
                  <a:pt x="7695009" y="243938"/>
                  <a:pt x="7652146" y="95658"/>
                  <a:pt x="7795021" y="25878"/>
                </a:cubicBezTo>
                <a:cubicBezTo>
                  <a:pt x="7820024" y="113102"/>
                  <a:pt x="7770018" y="179974"/>
                  <a:pt x="7759302" y="249752"/>
                </a:cubicBezTo>
                <a:cubicBezTo>
                  <a:pt x="7748587" y="313717"/>
                  <a:pt x="7773590" y="328254"/>
                  <a:pt x="7852171" y="313717"/>
                </a:cubicBezTo>
                <a:cubicBezTo>
                  <a:pt x="7973615" y="290457"/>
                  <a:pt x="8034337" y="325347"/>
                  <a:pt x="8002190" y="418385"/>
                </a:cubicBezTo>
                <a:cubicBezTo>
                  <a:pt x="7970043" y="505609"/>
                  <a:pt x="8016478" y="514331"/>
                  <a:pt x="8084343" y="491072"/>
                </a:cubicBezTo>
                <a:cubicBezTo>
                  <a:pt x="8184355" y="456182"/>
                  <a:pt x="8262937" y="493979"/>
                  <a:pt x="8348662" y="520146"/>
                </a:cubicBezTo>
                <a:cubicBezTo>
                  <a:pt x="8477249" y="560851"/>
                  <a:pt x="8541543" y="543406"/>
                  <a:pt x="8637984" y="459090"/>
                </a:cubicBezTo>
                <a:cubicBezTo>
                  <a:pt x="8691561" y="409663"/>
                  <a:pt x="8737996" y="360236"/>
                  <a:pt x="8784431" y="290457"/>
                </a:cubicBezTo>
                <a:cubicBezTo>
                  <a:pt x="8809434" y="450367"/>
                  <a:pt x="8895158" y="284642"/>
                  <a:pt x="8948737" y="339884"/>
                </a:cubicBezTo>
                <a:cubicBezTo>
                  <a:pt x="8970168" y="453274"/>
                  <a:pt x="8798717" y="543406"/>
                  <a:pt x="8848725" y="697501"/>
                </a:cubicBezTo>
                <a:cubicBezTo>
                  <a:pt x="8995171" y="511424"/>
                  <a:pt x="9041606" y="302087"/>
                  <a:pt x="9238059" y="165437"/>
                </a:cubicBezTo>
                <a:cubicBezTo>
                  <a:pt x="9280921" y="197419"/>
                  <a:pt x="9238059" y="229401"/>
                  <a:pt x="9255919" y="255567"/>
                </a:cubicBezTo>
                <a:cubicBezTo>
                  <a:pt x="9266634" y="255567"/>
                  <a:pt x="9198767" y="560851"/>
                  <a:pt x="9477374" y="578295"/>
                </a:cubicBezTo>
                <a:cubicBezTo>
                  <a:pt x="9477374" y="584110"/>
                  <a:pt x="9477374" y="589925"/>
                  <a:pt x="9488091" y="595740"/>
                </a:cubicBezTo>
                <a:cubicBezTo>
                  <a:pt x="9527380" y="627722"/>
                  <a:pt x="9620249" y="598648"/>
                  <a:pt x="9627393" y="650981"/>
                </a:cubicBezTo>
                <a:cubicBezTo>
                  <a:pt x="9634537" y="709131"/>
                  <a:pt x="9666684" y="764373"/>
                  <a:pt x="9648824" y="825429"/>
                </a:cubicBezTo>
                <a:cubicBezTo>
                  <a:pt x="9634537" y="871948"/>
                  <a:pt x="9616678" y="921374"/>
                  <a:pt x="9616678" y="970802"/>
                </a:cubicBezTo>
                <a:cubicBezTo>
                  <a:pt x="9616678" y="1023136"/>
                  <a:pt x="9495233" y="1095822"/>
                  <a:pt x="9655968" y="1127805"/>
                </a:cubicBezTo>
                <a:cubicBezTo>
                  <a:pt x="9663111" y="1127805"/>
                  <a:pt x="9645252" y="1217935"/>
                  <a:pt x="9638109" y="1267362"/>
                </a:cubicBezTo>
                <a:cubicBezTo>
                  <a:pt x="9630965" y="1308066"/>
                  <a:pt x="9598818" y="1357494"/>
                  <a:pt x="9663111" y="1386568"/>
                </a:cubicBezTo>
                <a:cubicBezTo>
                  <a:pt x="9702403" y="1401105"/>
                  <a:pt x="9773840" y="1331326"/>
                  <a:pt x="9780984" y="1270269"/>
                </a:cubicBezTo>
                <a:cubicBezTo>
                  <a:pt x="9788127" y="1215028"/>
                  <a:pt x="9795271" y="1159787"/>
                  <a:pt x="9780984" y="1107452"/>
                </a:cubicBezTo>
                <a:cubicBezTo>
                  <a:pt x="9763125" y="1043488"/>
                  <a:pt x="9791699" y="1008598"/>
                  <a:pt x="9855993" y="991154"/>
                </a:cubicBezTo>
                <a:cubicBezTo>
                  <a:pt x="9923858" y="970802"/>
                  <a:pt x="9959577" y="933005"/>
                  <a:pt x="9991724" y="880670"/>
                </a:cubicBezTo>
                <a:cubicBezTo>
                  <a:pt x="10070305" y="752742"/>
                  <a:pt x="10163174" y="630630"/>
                  <a:pt x="10209609" y="491071"/>
                </a:cubicBezTo>
                <a:cubicBezTo>
                  <a:pt x="10216753" y="464905"/>
                  <a:pt x="10231040" y="432923"/>
                  <a:pt x="10291762" y="421292"/>
                </a:cubicBezTo>
                <a:cubicBezTo>
                  <a:pt x="10198893" y="799262"/>
                  <a:pt x="9959577" y="1142341"/>
                  <a:pt x="9973865" y="1531941"/>
                </a:cubicBezTo>
                <a:cubicBezTo>
                  <a:pt x="10048874" y="1427272"/>
                  <a:pt x="10052446" y="1302252"/>
                  <a:pt x="10106024" y="1188861"/>
                </a:cubicBezTo>
                <a:cubicBezTo>
                  <a:pt x="10145315" y="1270269"/>
                  <a:pt x="10102453" y="1345863"/>
                  <a:pt x="10081022" y="1421458"/>
                </a:cubicBezTo>
                <a:cubicBezTo>
                  <a:pt x="10063162" y="1485421"/>
                  <a:pt x="10059590" y="1543570"/>
                  <a:pt x="10170318" y="1549385"/>
                </a:cubicBezTo>
                <a:cubicBezTo>
                  <a:pt x="10181034" y="1549385"/>
                  <a:pt x="10188178" y="1549385"/>
                  <a:pt x="10198893" y="1549385"/>
                </a:cubicBezTo>
                <a:cubicBezTo>
                  <a:pt x="10245327" y="1526126"/>
                  <a:pt x="10266759" y="1494144"/>
                  <a:pt x="10281046" y="1453439"/>
                </a:cubicBezTo>
                <a:cubicBezTo>
                  <a:pt x="10288190" y="1430180"/>
                  <a:pt x="10302477" y="1398198"/>
                  <a:pt x="10334625" y="1398198"/>
                </a:cubicBezTo>
                <a:cubicBezTo>
                  <a:pt x="10456068" y="1401105"/>
                  <a:pt x="10491787" y="1322604"/>
                  <a:pt x="10527506" y="1247010"/>
                </a:cubicBezTo>
                <a:cubicBezTo>
                  <a:pt x="10588228" y="1287714"/>
                  <a:pt x="10545365" y="1322604"/>
                  <a:pt x="10548937" y="1354586"/>
                </a:cubicBezTo>
                <a:cubicBezTo>
                  <a:pt x="10552509" y="1374938"/>
                  <a:pt x="10556080" y="1395290"/>
                  <a:pt x="10588228" y="1395290"/>
                </a:cubicBezTo>
                <a:cubicBezTo>
                  <a:pt x="10613230" y="1395290"/>
                  <a:pt x="10645378" y="1386568"/>
                  <a:pt x="10645378" y="1366216"/>
                </a:cubicBezTo>
                <a:cubicBezTo>
                  <a:pt x="10648949" y="1238288"/>
                  <a:pt x="10820400" y="1165601"/>
                  <a:pt x="10820400" y="1031858"/>
                </a:cubicBezTo>
                <a:cubicBezTo>
                  <a:pt x="10820400" y="950449"/>
                  <a:pt x="10916840" y="1072563"/>
                  <a:pt x="10956131" y="1005691"/>
                </a:cubicBezTo>
                <a:cubicBezTo>
                  <a:pt x="10966847" y="991154"/>
                  <a:pt x="10981133" y="1046395"/>
                  <a:pt x="10977562" y="1069655"/>
                </a:cubicBezTo>
                <a:cubicBezTo>
                  <a:pt x="10973991" y="1092915"/>
                  <a:pt x="10948987" y="1113267"/>
                  <a:pt x="10966847" y="1142341"/>
                </a:cubicBezTo>
                <a:cubicBezTo>
                  <a:pt x="11031140" y="1156879"/>
                  <a:pt x="11056143" y="1119081"/>
                  <a:pt x="11074003" y="1084192"/>
                </a:cubicBezTo>
                <a:cubicBezTo>
                  <a:pt x="11116865" y="1008598"/>
                  <a:pt x="11166871" y="933005"/>
                  <a:pt x="11181159" y="848688"/>
                </a:cubicBezTo>
                <a:cubicBezTo>
                  <a:pt x="11184730" y="819614"/>
                  <a:pt x="11202590" y="802169"/>
                  <a:pt x="11238309" y="805077"/>
                </a:cubicBezTo>
                <a:cubicBezTo>
                  <a:pt x="11284744" y="810891"/>
                  <a:pt x="11270456" y="839966"/>
                  <a:pt x="11266884" y="863226"/>
                </a:cubicBezTo>
                <a:cubicBezTo>
                  <a:pt x="11263312" y="877763"/>
                  <a:pt x="11252596" y="892300"/>
                  <a:pt x="11277600" y="906838"/>
                </a:cubicBezTo>
                <a:cubicBezTo>
                  <a:pt x="11531203" y="566666"/>
                  <a:pt x="11516915" y="386403"/>
                  <a:pt x="11724084" y="5527"/>
                </a:cubicBezTo>
                <a:cubicBezTo>
                  <a:pt x="11763375" y="89842"/>
                  <a:pt x="11734800" y="150899"/>
                  <a:pt x="11727656" y="209048"/>
                </a:cubicBezTo>
                <a:cubicBezTo>
                  <a:pt x="11709796" y="354421"/>
                  <a:pt x="11677649" y="264290"/>
                  <a:pt x="11656218" y="409663"/>
                </a:cubicBezTo>
                <a:cubicBezTo>
                  <a:pt x="11645503" y="479442"/>
                  <a:pt x="11609784" y="543406"/>
                  <a:pt x="11666934" y="621907"/>
                </a:cubicBezTo>
                <a:cubicBezTo>
                  <a:pt x="11706225" y="674241"/>
                  <a:pt x="11663362" y="758557"/>
                  <a:pt x="11631215" y="822521"/>
                </a:cubicBezTo>
                <a:cubicBezTo>
                  <a:pt x="11602640" y="874856"/>
                  <a:pt x="11595497" y="927190"/>
                  <a:pt x="11631215" y="996969"/>
                </a:cubicBezTo>
                <a:cubicBezTo>
                  <a:pt x="11652646" y="933005"/>
                  <a:pt x="11670505" y="883578"/>
                  <a:pt x="11684793" y="834151"/>
                </a:cubicBezTo>
                <a:cubicBezTo>
                  <a:pt x="11695509" y="793447"/>
                  <a:pt x="11720512" y="770187"/>
                  <a:pt x="11774090" y="773095"/>
                </a:cubicBezTo>
                <a:cubicBezTo>
                  <a:pt x="11802665" y="773095"/>
                  <a:pt x="11841956" y="764373"/>
                  <a:pt x="11856243" y="793447"/>
                </a:cubicBezTo>
                <a:cubicBezTo>
                  <a:pt x="11870531" y="816706"/>
                  <a:pt x="11856243" y="848688"/>
                  <a:pt x="11831240" y="860319"/>
                </a:cubicBezTo>
                <a:cubicBezTo>
                  <a:pt x="11784806" y="874856"/>
                  <a:pt x="11741944" y="889393"/>
                  <a:pt x="11738371" y="938820"/>
                </a:cubicBezTo>
                <a:cubicBezTo>
                  <a:pt x="11731228" y="1005691"/>
                  <a:pt x="11759802" y="967894"/>
                  <a:pt x="11795521" y="956264"/>
                </a:cubicBezTo>
                <a:cubicBezTo>
                  <a:pt x="11834812" y="944634"/>
                  <a:pt x="11845527" y="979524"/>
                  <a:pt x="11838384" y="1002784"/>
                </a:cubicBezTo>
                <a:cubicBezTo>
                  <a:pt x="11806237" y="1090007"/>
                  <a:pt x="11863387" y="1180138"/>
                  <a:pt x="11816952" y="1270269"/>
                </a:cubicBezTo>
                <a:cubicBezTo>
                  <a:pt x="11931252" y="1247010"/>
                  <a:pt x="11981259" y="1197583"/>
                  <a:pt x="11999118" y="1092915"/>
                </a:cubicBezTo>
                <a:cubicBezTo>
                  <a:pt x="12002690" y="1055118"/>
                  <a:pt x="11995547" y="1014413"/>
                  <a:pt x="12027693" y="979524"/>
                </a:cubicBezTo>
                <a:cubicBezTo>
                  <a:pt x="12045553" y="959172"/>
                  <a:pt x="12066984" y="938820"/>
                  <a:pt x="12102703" y="953357"/>
                </a:cubicBezTo>
                <a:cubicBezTo>
                  <a:pt x="12127705" y="962080"/>
                  <a:pt x="12127705" y="985338"/>
                  <a:pt x="12120562" y="1005691"/>
                </a:cubicBezTo>
                <a:cubicBezTo>
                  <a:pt x="12081272" y="1090007"/>
                  <a:pt x="12070555" y="1180138"/>
                  <a:pt x="12056268" y="1267362"/>
                </a:cubicBezTo>
                <a:cubicBezTo>
                  <a:pt x="12052697" y="1281899"/>
                  <a:pt x="12045553" y="1296437"/>
                  <a:pt x="12081272" y="1310974"/>
                </a:cubicBezTo>
                <a:cubicBezTo>
                  <a:pt x="12113418" y="1209213"/>
                  <a:pt x="12156280" y="1110359"/>
                  <a:pt x="12191999" y="1008598"/>
                </a:cubicBezTo>
                <a:lnTo>
                  <a:pt x="12191999" y="6105653"/>
                </a:lnTo>
                <a:lnTo>
                  <a:pt x="0" y="6105653"/>
                </a:lnTo>
                <a:lnTo>
                  <a:pt x="0" y="927116"/>
                </a:lnTo>
                <a:lnTo>
                  <a:pt x="61930" y="902578"/>
                </a:lnTo>
                <a:cubicBezTo>
                  <a:pt x="91454" y="894128"/>
                  <a:pt x="122931" y="887949"/>
                  <a:pt x="155971" y="883588"/>
                </a:cubicBezTo>
                <a:cubicBezTo>
                  <a:pt x="223837" y="877773"/>
                  <a:pt x="245268" y="839976"/>
                  <a:pt x="277414" y="802179"/>
                </a:cubicBezTo>
                <a:cubicBezTo>
                  <a:pt x="388143" y="674251"/>
                  <a:pt x="488155" y="537601"/>
                  <a:pt x="638174" y="430025"/>
                </a:cubicBezTo>
                <a:cubicBezTo>
                  <a:pt x="620315" y="555046"/>
                  <a:pt x="520302" y="653899"/>
                  <a:pt x="477440" y="784735"/>
                </a:cubicBezTo>
                <a:cubicBezTo>
                  <a:pt x="641746" y="680066"/>
                  <a:pt x="727471" y="543415"/>
                  <a:pt x="827483" y="418395"/>
                </a:cubicBezTo>
                <a:cubicBezTo>
                  <a:pt x="873917" y="360246"/>
                  <a:pt x="931068" y="307912"/>
                  <a:pt x="956071" y="241040"/>
                </a:cubicBezTo>
                <a:cubicBezTo>
                  <a:pt x="961429" y="223595"/>
                  <a:pt x="972814" y="196338"/>
                  <a:pt x="999268" y="192386"/>
                </a:cubicBezTo>
                <a:cubicBezTo>
                  <a:pt x="1008086" y="191069"/>
                  <a:pt x="1018579" y="192341"/>
                  <a:pt x="1031080" y="197429"/>
                </a:cubicBezTo>
                <a:cubicBezTo>
                  <a:pt x="1073942" y="214873"/>
                  <a:pt x="1059654" y="246855"/>
                  <a:pt x="1048940" y="275930"/>
                </a:cubicBezTo>
                <a:cubicBezTo>
                  <a:pt x="1020365" y="345708"/>
                  <a:pt x="1020365" y="421303"/>
                  <a:pt x="1020365" y="517249"/>
                </a:cubicBezTo>
                <a:cubicBezTo>
                  <a:pt x="1156096" y="435840"/>
                  <a:pt x="1113233" y="287560"/>
                  <a:pt x="1256108" y="217780"/>
                </a:cubicBezTo>
                <a:cubicBezTo>
                  <a:pt x="1281111" y="305004"/>
                  <a:pt x="1231105" y="371876"/>
                  <a:pt x="1220389" y="441654"/>
                </a:cubicBezTo>
                <a:cubicBezTo>
                  <a:pt x="1209674" y="505619"/>
                  <a:pt x="1234677" y="520156"/>
                  <a:pt x="1313258" y="505619"/>
                </a:cubicBezTo>
                <a:cubicBezTo>
                  <a:pt x="1434702" y="482359"/>
                  <a:pt x="1495424" y="517249"/>
                  <a:pt x="1463277" y="610287"/>
                </a:cubicBezTo>
                <a:cubicBezTo>
                  <a:pt x="1431130" y="697511"/>
                  <a:pt x="1477565" y="706233"/>
                  <a:pt x="1545430" y="682974"/>
                </a:cubicBezTo>
                <a:cubicBezTo>
                  <a:pt x="1645442" y="648084"/>
                  <a:pt x="1724024" y="685881"/>
                  <a:pt x="1809749" y="712048"/>
                </a:cubicBezTo>
                <a:cubicBezTo>
                  <a:pt x="1938336" y="752753"/>
                  <a:pt x="2002630" y="735308"/>
                  <a:pt x="2099071" y="650992"/>
                </a:cubicBezTo>
                <a:cubicBezTo>
                  <a:pt x="2152648" y="601565"/>
                  <a:pt x="2199083" y="552138"/>
                  <a:pt x="2245518" y="482359"/>
                </a:cubicBezTo>
                <a:cubicBezTo>
                  <a:pt x="2270521" y="642269"/>
                  <a:pt x="2356245" y="476544"/>
                  <a:pt x="2409824" y="531786"/>
                </a:cubicBezTo>
                <a:cubicBezTo>
                  <a:pt x="2431255" y="645176"/>
                  <a:pt x="2259804" y="735308"/>
                  <a:pt x="2309812" y="889403"/>
                </a:cubicBezTo>
                <a:cubicBezTo>
                  <a:pt x="2456258" y="703326"/>
                  <a:pt x="2502693" y="493989"/>
                  <a:pt x="2699146" y="357339"/>
                </a:cubicBezTo>
                <a:cubicBezTo>
                  <a:pt x="2742008" y="389321"/>
                  <a:pt x="2699146" y="421303"/>
                  <a:pt x="2717006" y="447469"/>
                </a:cubicBezTo>
                <a:cubicBezTo>
                  <a:pt x="2727721" y="447469"/>
                  <a:pt x="2659854" y="752753"/>
                  <a:pt x="2938461" y="770197"/>
                </a:cubicBezTo>
                <a:cubicBezTo>
                  <a:pt x="2938461" y="776012"/>
                  <a:pt x="2938461" y="781827"/>
                  <a:pt x="2949178" y="787642"/>
                </a:cubicBezTo>
                <a:cubicBezTo>
                  <a:pt x="2988467" y="819624"/>
                  <a:pt x="3081336" y="790550"/>
                  <a:pt x="3088480" y="842883"/>
                </a:cubicBezTo>
                <a:cubicBezTo>
                  <a:pt x="3095624" y="901033"/>
                  <a:pt x="3127771" y="956275"/>
                  <a:pt x="3109911" y="1017331"/>
                </a:cubicBezTo>
                <a:cubicBezTo>
                  <a:pt x="3095624" y="1063850"/>
                  <a:pt x="3077765" y="1113276"/>
                  <a:pt x="3077765" y="1162704"/>
                </a:cubicBezTo>
                <a:cubicBezTo>
                  <a:pt x="3077765" y="1215038"/>
                  <a:pt x="2956320" y="1287724"/>
                  <a:pt x="3117055" y="1319707"/>
                </a:cubicBezTo>
                <a:cubicBezTo>
                  <a:pt x="3124198" y="1319707"/>
                  <a:pt x="3106339" y="1409837"/>
                  <a:pt x="3099196" y="1459264"/>
                </a:cubicBezTo>
                <a:cubicBezTo>
                  <a:pt x="3092052" y="1499968"/>
                  <a:pt x="3059905" y="1549396"/>
                  <a:pt x="3124198" y="1578470"/>
                </a:cubicBezTo>
                <a:cubicBezTo>
                  <a:pt x="3163490" y="1593007"/>
                  <a:pt x="3234927" y="1523228"/>
                  <a:pt x="3242071" y="1462171"/>
                </a:cubicBezTo>
                <a:cubicBezTo>
                  <a:pt x="3249214" y="1406930"/>
                  <a:pt x="3256358" y="1351689"/>
                  <a:pt x="3242071" y="1299354"/>
                </a:cubicBezTo>
                <a:cubicBezTo>
                  <a:pt x="3224212" y="1235390"/>
                  <a:pt x="3252786" y="1200500"/>
                  <a:pt x="3317080" y="1183056"/>
                </a:cubicBezTo>
                <a:cubicBezTo>
                  <a:pt x="3384945" y="1162704"/>
                  <a:pt x="3420664" y="1124907"/>
                  <a:pt x="3452811" y="1072572"/>
                </a:cubicBezTo>
                <a:cubicBezTo>
                  <a:pt x="3531392" y="944644"/>
                  <a:pt x="3624261" y="822532"/>
                  <a:pt x="3670696" y="682973"/>
                </a:cubicBezTo>
                <a:cubicBezTo>
                  <a:pt x="3677840" y="656807"/>
                  <a:pt x="3692127" y="624825"/>
                  <a:pt x="3752849" y="613194"/>
                </a:cubicBezTo>
                <a:cubicBezTo>
                  <a:pt x="3659980" y="991164"/>
                  <a:pt x="3420664" y="1334243"/>
                  <a:pt x="3434952" y="1723843"/>
                </a:cubicBezTo>
                <a:cubicBezTo>
                  <a:pt x="3509961" y="1619174"/>
                  <a:pt x="3513533" y="1494154"/>
                  <a:pt x="3567111" y="1380763"/>
                </a:cubicBezTo>
                <a:cubicBezTo>
                  <a:pt x="3606402" y="1462171"/>
                  <a:pt x="3563540" y="1537765"/>
                  <a:pt x="3542109" y="1613360"/>
                </a:cubicBezTo>
                <a:cubicBezTo>
                  <a:pt x="3524249" y="1677323"/>
                  <a:pt x="3520677" y="1735472"/>
                  <a:pt x="3631405" y="1741287"/>
                </a:cubicBezTo>
                <a:cubicBezTo>
                  <a:pt x="3642121" y="1741287"/>
                  <a:pt x="3649265" y="1741287"/>
                  <a:pt x="3659980" y="1741287"/>
                </a:cubicBezTo>
                <a:cubicBezTo>
                  <a:pt x="3706414" y="1718028"/>
                  <a:pt x="3727846" y="1686046"/>
                  <a:pt x="3742133" y="1645341"/>
                </a:cubicBezTo>
                <a:cubicBezTo>
                  <a:pt x="3749277" y="1622082"/>
                  <a:pt x="3763564" y="1590100"/>
                  <a:pt x="3795712" y="1590100"/>
                </a:cubicBezTo>
                <a:cubicBezTo>
                  <a:pt x="3917155" y="1593007"/>
                  <a:pt x="3952874" y="1514506"/>
                  <a:pt x="3988593" y="1438912"/>
                </a:cubicBezTo>
                <a:cubicBezTo>
                  <a:pt x="4049315" y="1479616"/>
                  <a:pt x="4006452" y="1514506"/>
                  <a:pt x="4010024" y="1546488"/>
                </a:cubicBezTo>
                <a:cubicBezTo>
                  <a:pt x="4013596" y="1566840"/>
                  <a:pt x="4017167" y="1587192"/>
                  <a:pt x="4049315" y="1587192"/>
                </a:cubicBezTo>
                <a:cubicBezTo>
                  <a:pt x="4074317" y="1587192"/>
                  <a:pt x="4106465" y="1578470"/>
                  <a:pt x="4106465" y="1558118"/>
                </a:cubicBezTo>
                <a:cubicBezTo>
                  <a:pt x="4110036" y="1430190"/>
                  <a:pt x="4281487" y="1357503"/>
                  <a:pt x="4281487" y="1223760"/>
                </a:cubicBezTo>
                <a:cubicBezTo>
                  <a:pt x="4281487" y="1142351"/>
                  <a:pt x="4377927" y="1264465"/>
                  <a:pt x="4417219" y="1197593"/>
                </a:cubicBezTo>
                <a:cubicBezTo>
                  <a:pt x="4427935" y="1183056"/>
                  <a:pt x="4442220" y="1238297"/>
                  <a:pt x="4438649" y="1261557"/>
                </a:cubicBezTo>
                <a:cubicBezTo>
                  <a:pt x="4435078" y="1284817"/>
                  <a:pt x="4410074" y="1305169"/>
                  <a:pt x="4427935" y="1334243"/>
                </a:cubicBezTo>
                <a:cubicBezTo>
                  <a:pt x="4492228" y="1348781"/>
                  <a:pt x="4517230" y="1310983"/>
                  <a:pt x="4535090" y="1276094"/>
                </a:cubicBezTo>
                <a:cubicBezTo>
                  <a:pt x="4577952" y="1200500"/>
                  <a:pt x="4627958" y="1124907"/>
                  <a:pt x="4642246" y="1040590"/>
                </a:cubicBezTo>
                <a:cubicBezTo>
                  <a:pt x="4645817" y="1011516"/>
                  <a:pt x="4663677" y="994071"/>
                  <a:pt x="4699396" y="996979"/>
                </a:cubicBezTo>
                <a:cubicBezTo>
                  <a:pt x="4745832" y="1002793"/>
                  <a:pt x="4731544" y="1031868"/>
                  <a:pt x="4727971" y="1055128"/>
                </a:cubicBezTo>
                <a:cubicBezTo>
                  <a:pt x="4724399" y="1069665"/>
                  <a:pt x="4713683" y="1084202"/>
                  <a:pt x="4738688" y="1098740"/>
                </a:cubicBezTo>
                <a:cubicBezTo>
                  <a:pt x="4992291" y="758568"/>
                  <a:pt x="4978002" y="578305"/>
                  <a:pt x="5185172" y="197429"/>
                </a:cubicBezTo>
                <a:cubicBezTo>
                  <a:pt x="5224462" y="281744"/>
                  <a:pt x="5195887" y="342801"/>
                  <a:pt x="5188744" y="400950"/>
                </a:cubicBezTo>
                <a:cubicBezTo>
                  <a:pt x="5170883" y="546323"/>
                  <a:pt x="5138736" y="456192"/>
                  <a:pt x="5117306" y="601565"/>
                </a:cubicBezTo>
                <a:cubicBezTo>
                  <a:pt x="5106590" y="671344"/>
                  <a:pt x="5070871" y="735308"/>
                  <a:pt x="5128021" y="813809"/>
                </a:cubicBezTo>
                <a:cubicBezTo>
                  <a:pt x="5167312" y="866143"/>
                  <a:pt x="5124450" y="950459"/>
                  <a:pt x="5092302" y="1014423"/>
                </a:cubicBezTo>
                <a:cubicBezTo>
                  <a:pt x="5063727" y="1066758"/>
                  <a:pt x="5056585" y="1119092"/>
                  <a:pt x="5092302" y="1188871"/>
                </a:cubicBezTo>
                <a:cubicBezTo>
                  <a:pt x="5113734" y="1124907"/>
                  <a:pt x="5131592" y="1075480"/>
                  <a:pt x="5145880" y="1026053"/>
                </a:cubicBezTo>
                <a:cubicBezTo>
                  <a:pt x="5156596" y="985349"/>
                  <a:pt x="5181600" y="962089"/>
                  <a:pt x="5235177" y="964997"/>
                </a:cubicBezTo>
                <a:cubicBezTo>
                  <a:pt x="5263752" y="964997"/>
                  <a:pt x="5303044" y="956275"/>
                  <a:pt x="5317331" y="985349"/>
                </a:cubicBezTo>
                <a:cubicBezTo>
                  <a:pt x="5331618" y="1008608"/>
                  <a:pt x="5317331" y="1040590"/>
                  <a:pt x="5292327" y="1052221"/>
                </a:cubicBezTo>
                <a:cubicBezTo>
                  <a:pt x="5245894" y="1066758"/>
                  <a:pt x="5203031" y="1081295"/>
                  <a:pt x="5199458" y="1130722"/>
                </a:cubicBezTo>
                <a:cubicBezTo>
                  <a:pt x="5192315" y="1197593"/>
                  <a:pt x="5220889" y="1159796"/>
                  <a:pt x="5256608" y="1148166"/>
                </a:cubicBezTo>
                <a:cubicBezTo>
                  <a:pt x="5295899" y="1136536"/>
                  <a:pt x="5306616" y="1171426"/>
                  <a:pt x="5299471" y="1194686"/>
                </a:cubicBezTo>
                <a:cubicBezTo>
                  <a:pt x="5267324" y="1281909"/>
                  <a:pt x="5324474" y="1372040"/>
                  <a:pt x="5278039" y="1462171"/>
                </a:cubicBezTo>
                <a:cubicBezTo>
                  <a:pt x="5392339" y="1438912"/>
                  <a:pt x="5442347" y="1389485"/>
                  <a:pt x="5460205" y="1284817"/>
                </a:cubicBezTo>
                <a:cubicBezTo>
                  <a:pt x="5463777" y="1247020"/>
                  <a:pt x="5456634" y="1206315"/>
                  <a:pt x="5488780" y="1171426"/>
                </a:cubicBezTo>
                <a:cubicBezTo>
                  <a:pt x="5502175" y="1156162"/>
                  <a:pt x="5517579" y="1140898"/>
                  <a:pt x="5539513" y="1140353"/>
                </a:cubicBezTo>
                <a:lnTo>
                  <a:pt x="5552720" y="1143022"/>
                </a:lnTo>
                <a:lnTo>
                  <a:pt x="5574208" y="1115811"/>
                </a:lnTo>
                <a:cubicBezTo>
                  <a:pt x="5609034" y="1085646"/>
                  <a:pt x="5659040" y="1068202"/>
                  <a:pt x="5734050" y="1075470"/>
                </a:cubicBezTo>
                <a:cubicBezTo>
                  <a:pt x="5776912" y="1078377"/>
                  <a:pt x="5809058" y="1055118"/>
                  <a:pt x="5798343" y="1020228"/>
                </a:cubicBezTo>
                <a:cubicBezTo>
                  <a:pt x="5776912" y="953357"/>
                  <a:pt x="5837634" y="921375"/>
                  <a:pt x="5884068" y="883578"/>
                </a:cubicBezTo>
                <a:cubicBezTo>
                  <a:pt x="5966221" y="816706"/>
                  <a:pt x="6051947" y="752742"/>
                  <a:pt x="6066234" y="645166"/>
                </a:cubicBezTo>
                <a:cubicBezTo>
                  <a:pt x="6130528" y="665519"/>
                  <a:pt x="6123384" y="700408"/>
                  <a:pt x="6109096" y="732391"/>
                </a:cubicBezTo>
                <a:cubicBezTo>
                  <a:pt x="6073377" y="816706"/>
                  <a:pt x="6034087" y="901023"/>
                  <a:pt x="5998368" y="985338"/>
                </a:cubicBezTo>
                <a:cubicBezTo>
                  <a:pt x="5976937" y="1040581"/>
                  <a:pt x="5944790" y="1095822"/>
                  <a:pt x="5969793" y="1168509"/>
                </a:cubicBezTo>
                <a:cubicBezTo>
                  <a:pt x="6098380" y="1104545"/>
                  <a:pt x="6123384" y="996969"/>
                  <a:pt x="6162674" y="909745"/>
                </a:cubicBezTo>
                <a:cubicBezTo>
                  <a:pt x="6212681" y="802169"/>
                  <a:pt x="6305549" y="738205"/>
                  <a:pt x="6412705" y="659704"/>
                </a:cubicBezTo>
                <a:cubicBezTo>
                  <a:pt x="6441280" y="738205"/>
                  <a:pt x="6362699" y="787632"/>
                  <a:pt x="6366271" y="851596"/>
                </a:cubicBezTo>
                <a:cubicBezTo>
                  <a:pt x="6376987" y="854503"/>
                  <a:pt x="6398418" y="860319"/>
                  <a:pt x="6398418" y="860319"/>
                </a:cubicBezTo>
                <a:cubicBezTo>
                  <a:pt x="6455568" y="755650"/>
                  <a:pt x="6562724" y="709131"/>
                  <a:pt x="6694884" y="691686"/>
                </a:cubicBezTo>
                <a:cubicBezTo>
                  <a:pt x="6762750" y="685871"/>
                  <a:pt x="6784181" y="648074"/>
                  <a:pt x="6816327" y="610277"/>
                </a:cubicBezTo>
                <a:cubicBezTo>
                  <a:pt x="6927056" y="482349"/>
                  <a:pt x="7027068" y="345699"/>
                  <a:pt x="7177087" y="238123"/>
                </a:cubicBezTo>
                <a:cubicBezTo>
                  <a:pt x="7159228" y="363144"/>
                  <a:pt x="7059215" y="461997"/>
                  <a:pt x="7016353" y="592833"/>
                </a:cubicBezTo>
                <a:cubicBezTo>
                  <a:pt x="7180659" y="488164"/>
                  <a:pt x="7266384" y="351513"/>
                  <a:pt x="7366396" y="226493"/>
                </a:cubicBezTo>
                <a:cubicBezTo>
                  <a:pt x="7412830" y="168344"/>
                  <a:pt x="7469981" y="116010"/>
                  <a:pt x="7494984" y="49138"/>
                </a:cubicBezTo>
                <a:cubicBezTo>
                  <a:pt x="7500342" y="31693"/>
                  <a:pt x="7511727" y="4436"/>
                  <a:pt x="7538181" y="484"/>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1EFCE879-65AF-6CF8-3DE0-E4C401C2775A}"/>
              </a:ext>
            </a:extLst>
          </p:cNvPr>
          <p:cNvSpPr>
            <a:spLocks noGrp="1"/>
          </p:cNvSpPr>
          <p:nvPr>
            <p:ph type="title"/>
          </p:nvPr>
        </p:nvSpPr>
        <p:spPr>
          <a:xfrm>
            <a:off x="838200" y="365125"/>
            <a:ext cx="10515600" cy="1325563"/>
          </a:xfrm>
        </p:spPr>
        <p:txBody>
          <a:bodyPr>
            <a:normAutofit/>
          </a:bodyPr>
          <a:lstStyle/>
          <a:p>
            <a:r>
              <a:rPr lang="en-MY" dirty="0"/>
              <a:t>Cloud Computing Characteristics</a:t>
            </a:r>
            <a:endParaRPr lang="en-US" dirty="0"/>
          </a:p>
        </p:txBody>
      </p:sp>
      <p:graphicFrame>
        <p:nvGraphicFramePr>
          <p:cNvPr id="5" name="Content Placeholder 2">
            <a:extLst>
              <a:ext uri="{FF2B5EF4-FFF2-40B4-BE49-F238E27FC236}">
                <a16:creationId xmlns:a16="http://schemas.microsoft.com/office/drawing/2014/main" id="{672B7EF8-E005-8FA0-36B8-2C655C2FF623}"/>
              </a:ext>
            </a:extLst>
          </p:cNvPr>
          <p:cNvGraphicFramePr>
            <a:graphicFrameLocks noGrp="1"/>
          </p:cNvGraphicFramePr>
          <p:nvPr>
            <p:ph idx="1"/>
            <p:extLst>
              <p:ext uri="{D42A27DB-BD31-4B8C-83A1-F6EECF244321}">
                <p14:modId xmlns:p14="http://schemas.microsoft.com/office/powerpoint/2010/main" val="3890084569"/>
              </p:ext>
            </p:extLst>
          </p:nvPr>
        </p:nvGraphicFramePr>
        <p:xfrm>
          <a:off x="838200" y="2001902"/>
          <a:ext cx="10515600" cy="4160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5895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1858-9CFD-9BB4-6D2F-4BA07E8761FE}"/>
              </a:ext>
            </a:extLst>
          </p:cNvPr>
          <p:cNvSpPr>
            <a:spLocks noGrp="1"/>
          </p:cNvSpPr>
          <p:nvPr>
            <p:ph type="title"/>
          </p:nvPr>
        </p:nvSpPr>
        <p:spPr>
          <a:xfrm>
            <a:off x="5868557" y="1138036"/>
            <a:ext cx="5444382" cy="1402470"/>
          </a:xfrm>
        </p:spPr>
        <p:txBody>
          <a:bodyPr anchor="t">
            <a:normAutofit/>
          </a:bodyPr>
          <a:lstStyle/>
          <a:p>
            <a:r>
              <a:rPr lang="en-MY" sz="3200"/>
              <a:t>Elasticity</a:t>
            </a:r>
            <a:endParaRPr lang="en-US" sz="3200"/>
          </a:p>
        </p:txBody>
      </p:sp>
      <p:pic>
        <p:nvPicPr>
          <p:cNvPr id="5" name="Picture 4" descr="Cloud shaped hard drive with cables">
            <a:extLst>
              <a:ext uri="{FF2B5EF4-FFF2-40B4-BE49-F238E27FC236}">
                <a16:creationId xmlns:a16="http://schemas.microsoft.com/office/drawing/2014/main" id="{87E3348D-2251-ACB5-6DF0-BE30B656F162}"/>
              </a:ext>
            </a:extLst>
          </p:cNvPr>
          <p:cNvPicPr>
            <a:picLocks noChangeAspect="1"/>
          </p:cNvPicPr>
          <p:nvPr/>
        </p:nvPicPr>
        <p:blipFill>
          <a:blip r:embed="rId2"/>
          <a:srcRect l="22224" r="34775"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2DAFF89-2D2E-88C7-1E41-C11919E12046}"/>
              </a:ext>
            </a:extLst>
          </p:cNvPr>
          <p:cNvSpPr>
            <a:spLocks noGrp="1"/>
          </p:cNvSpPr>
          <p:nvPr>
            <p:ph idx="1"/>
          </p:nvPr>
        </p:nvSpPr>
        <p:spPr>
          <a:xfrm>
            <a:off x="5868557" y="2551176"/>
            <a:ext cx="5444382" cy="3591207"/>
          </a:xfrm>
        </p:spPr>
        <p:txBody>
          <a:bodyPr>
            <a:normAutofit/>
          </a:bodyPr>
          <a:lstStyle/>
          <a:p>
            <a:pPr marL="0" indent="0">
              <a:buNone/>
            </a:pPr>
            <a:r>
              <a:rPr lang="en-MY" sz="2000"/>
              <a:t>Elasticity refers to the ability to scale computing resources up or down dynamically based on current demand. This means if you have a sudden spike in user activity, the cloud can allocate additional resources automatically, and when demand drops, it reduces the resources to avoid wastage.</a:t>
            </a:r>
            <a:endParaRPr lang="en-US" sz="2000"/>
          </a:p>
        </p:txBody>
      </p:sp>
    </p:spTree>
    <p:extLst>
      <p:ext uri="{BB962C8B-B14F-4D97-AF65-F5344CB8AC3E}">
        <p14:creationId xmlns:p14="http://schemas.microsoft.com/office/powerpoint/2010/main" val="1538238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ud shaped hard drive with cables">
            <a:extLst>
              <a:ext uri="{FF2B5EF4-FFF2-40B4-BE49-F238E27FC236}">
                <a16:creationId xmlns:a16="http://schemas.microsoft.com/office/drawing/2014/main" id="{E1EB5164-DC97-C463-E4CA-9FDDC0935880}"/>
              </a:ext>
            </a:extLst>
          </p:cNvPr>
          <p:cNvPicPr>
            <a:picLocks noChangeAspect="1"/>
          </p:cNvPicPr>
          <p:nvPr/>
        </p:nvPicPr>
        <p:blipFill>
          <a:blip r:embed="rId2"/>
          <a:srcRect l="3181" r="16099" b="1"/>
          <a:stretch/>
        </p:blipFill>
        <p:spPr>
          <a:xfrm>
            <a:off x="2522356" y="10"/>
            <a:ext cx="9669642" cy="6857990"/>
          </a:xfrm>
          <a:prstGeom prst="rect">
            <a:avLst/>
          </a:prstGeom>
        </p:spPr>
      </p:pic>
      <p:sp>
        <p:nvSpPr>
          <p:cNvPr id="16" name="Rectangle 1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F29CB5-D833-8658-77F0-0CD0392F1364}"/>
              </a:ext>
            </a:extLst>
          </p:cNvPr>
          <p:cNvSpPr>
            <a:spLocks noGrp="1"/>
          </p:cNvSpPr>
          <p:nvPr>
            <p:ph type="title"/>
          </p:nvPr>
        </p:nvSpPr>
        <p:spPr>
          <a:xfrm>
            <a:off x="838200" y="365125"/>
            <a:ext cx="3822189" cy="1899912"/>
          </a:xfrm>
        </p:spPr>
        <p:txBody>
          <a:bodyPr>
            <a:normAutofit/>
          </a:bodyPr>
          <a:lstStyle/>
          <a:p>
            <a:r>
              <a:rPr lang="en-MY" sz="4000"/>
              <a:t>Multi-Tenancy</a:t>
            </a:r>
            <a:endParaRPr lang="en-US" sz="4000"/>
          </a:p>
        </p:txBody>
      </p:sp>
      <p:sp>
        <p:nvSpPr>
          <p:cNvPr id="3" name="Content Placeholder 2">
            <a:extLst>
              <a:ext uri="{FF2B5EF4-FFF2-40B4-BE49-F238E27FC236}">
                <a16:creationId xmlns:a16="http://schemas.microsoft.com/office/drawing/2014/main" id="{6602844B-D85D-9310-84E1-DA8F59463526}"/>
              </a:ext>
            </a:extLst>
          </p:cNvPr>
          <p:cNvSpPr>
            <a:spLocks noGrp="1"/>
          </p:cNvSpPr>
          <p:nvPr>
            <p:ph idx="1"/>
          </p:nvPr>
        </p:nvSpPr>
        <p:spPr>
          <a:xfrm>
            <a:off x="838200" y="2434201"/>
            <a:ext cx="3822189" cy="3742762"/>
          </a:xfrm>
        </p:spPr>
        <p:txBody>
          <a:bodyPr>
            <a:normAutofit/>
          </a:bodyPr>
          <a:lstStyle/>
          <a:p>
            <a:r>
              <a:rPr lang="en-MY" sz="1900"/>
              <a:t>Multi-tenancy is a cloud architecture where multiple users (tenants) share the same physical infrastructure while keeping their data and applications isolated and secure.</a:t>
            </a:r>
          </a:p>
          <a:p>
            <a:endParaRPr lang="en-MY" sz="1900"/>
          </a:p>
          <a:p>
            <a:r>
              <a:rPr lang="en-MY" sz="1900"/>
              <a:t>A cloud provider like AWS hosts data for multiple organizations on the same server, but each organization's data is accessible only to them.</a:t>
            </a:r>
            <a:endParaRPr lang="en-US" sz="1900"/>
          </a:p>
        </p:txBody>
      </p:sp>
    </p:spTree>
    <p:extLst>
      <p:ext uri="{BB962C8B-B14F-4D97-AF65-F5344CB8AC3E}">
        <p14:creationId xmlns:p14="http://schemas.microsoft.com/office/powerpoint/2010/main" val="431474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3DA81-C0F5-70B1-2CB9-691B783E692E}"/>
              </a:ext>
            </a:extLst>
          </p:cNvPr>
          <p:cNvSpPr>
            <a:spLocks noGrp="1"/>
          </p:cNvSpPr>
          <p:nvPr>
            <p:ph type="title"/>
          </p:nvPr>
        </p:nvSpPr>
        <p:spPr>
          <a:xfrm>
            <a:off x="5868557" y="1138036"/>
            <a:ext cx="5444382" cy="1402470"/>
          </a:xfrm>
        </p:spPr>
        <p:txBody>
          <a:bodyPr anchor="t">
            <a:normAutofit/>
          </a:bodyPr>
          <a:lstStyle/>
          <a:p>
            <a:r>
              <a:rPr lang="en-MY" sz="3200"/>
              <a:t>On-Demand Access</a:t>
            </a:r>
            <a:endParaRPr lang="en-US" sz="3200"/>
          </a:p>
        </p:txBody>
      </p:sp>
      <p:pic>
        <p:nvPicPr>
          <p:cNvPr id="5" name="Picture 4" descr="A 3D pattern of ring shapes connected by lines">
            <a:extLst>
              <a:ext uri="{FF2B5EF4-FFF2-40B4-BE49-F238E27FC236}">
                <a16:creationId xmlns:a16="http://schemas.microsoft.com/office/drawing/2014/main" id="{C0BE9D94-4AE2-B6CE-F2EE-D0333D93BEB2}"/>
              </a:ext>
            </a:extLst>
          </p:cNvPr>
          <p:cNvPicPr>
            <a:picLocks noChangeAspect="1"/>
          </p:cNvPicPr>
          <p:nvPr/>
        </p:nvPicPr>
        <p:blipFill>
          <a:blip r:embed="rId2"/>
          <a:srcRect l="12513" r="45236"/>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3C2C0D9-F6B9-91DF-7A92-FD3159477E47}"/>
              </a:ext>
            </a:extLst>
          </p:cNvPr>
          <p:cNvSpPr>
            <a:spLocks noGrp="1"/>
          </p:cNvSpPr>
          <p:nvPr>
            <p:ph idx="1"/>
          </p:nvPr>
        </p:nvSpPr>
        <p:spPr>
          <a:xfrm>
            <a:off x="5868557" y="2551176"/>
            <a:ext cx="5444382" cy="3591207"/>
          </a:xfrm>
        </p:spPr>
        <p:txBody>
          <a:bodyPr>
            <a:normAutofit/>
          </a:bodyPr>
          <a:lstStyle/>
          <a:p>
            <a:r>
              <a:rPr lang="en-MY" sz="1700"/>
              <a:t>Users can access and use computing resources whenever they need them, without waiting for manual provisioning.</a:t>
            </a:r>
          </a:p>
          <a:p>
            <a:endParaRPr lang="en-MY" sz="1700"/>
          </a:p>
          <a:p>
            <a:r>
              <a:rPr lang="en-MY" sz="1700"/>
              <a:t>A developer can instantly spin up a virtual server or database instance with just a few clicks in a cloud portal or an API call.</a:t>
            </a:r>
          </a:p>
          <a:p>
            <a:endParaRPr lang="en-MY" sz="1700"/>
          </a:p>
          <a:p>
            <a:r>
              <a:rPr lang="en-MY" sz="1700"/>
              <a:t>Immediate resource availability.</a:t>
            </a:r>
          </a:p>
          <a:p>
            <a:r>
              <a:rPr lang="en-MY" sz="1700"/>
              <a:t>Faster deployment of applications.</a:t>
            </a:r>
          </a:p>
          <a:p>
            <a:r>
              <a:rPr lang="en-MY" sz="1700"/>
              <a:t>Improved flexibility and agility for businesses.</a:t>
            </a:r>
            <a:endParaRPr lang="en-US" sz="1700"/>
          </a:p>
        </p:txBody>
      </p:sp>
    </p:spTree>
    <p:extLst>
      <p:ext uri="{BB962C8B-B14F-4D97-AF65-F5344CB8AC3E}">
        <p14:creationId xmlns:p14="http://schemas.microsoft.com/office/powerpoint/2010/main" val="3590394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B0DA-E645-BC0F-74D9-44D8FEB47A0F}"/>
              </a:ext>
            </a:extLst>
          </p:cNvPr>
          <p:cNvSpPr>
            <a:spLocks noGrp="1"/>
          </p:cNvSpPr>
          <p:nvPr>
            <p:ph type="title"/>
          </p:nvPr>
        </p:nvSpPr>
        <p:spPr>
          <a:xfrm>
            <a:off x="5868557" y="1138036"/>
            <a:ext cx="5444382" cy="1402470"/>
          </a:xfrm>
        </p:spPr>
        <p:txBody>
          <a:bodyPr anchor="t">
            <a:normAutofit/>
          </a:bodyPr>
          <a:lstStyle/>
          <a:p>
            <a:r>
              <a:rPr lang="en-MY" sz="3200"/>
              <a:t>Ubiquitous Access</a:t>
            </a:r>
            <a:endParaRPr lang="en-US" sz="3200"/>
          </a:p>
        </p:txBody>
      </p:sp>
      <p:pic>
        <p:nvPicPr>
          <p:cNvPr id="5" name="Picture 4" descr="Mobile device with apps">
            <a:extLst>
              <a:ext uri="{FF2B5EF4-FFF2-40B4-BE49-F238E27FC236}">
                <a16:creationId xmlns:a16="http://schemas.microsoft.com/office/drawing/2014/main" id="{8B01A343-AF09-8440-6C36-2A61E7463EAA}"/>
              </a:ext>
            </a:extLst>
          </p:cNvPr>
          <p:cNvPicPr>
            <a:picLocks noChangeAspect="1"/>
          </p:cNvPicPr>
          <p:nvPr/>
        </p:nvPicPr>
        <p:blipFill>
          <a:blip r:embed="rId2"/>
          <a:srcRect l="48660" r="9089"/>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0D0EBEA-FEE4-2003-2810-9342700BAE15}"/>
              </a:ext>
            </a:extLst>
          </p:cNvPr>
          <p:cNvSpPr>
            <a:spLocks noGrp="1"/>
          </p:cNvSpPr>
          <p:nvPr>
            <p:ph idx="1"/>
          </p:nvPr>
        </p:nvSpPr>
        <p:spPr>
          <a:xfrm>
            <a:off x="5868557" y="2551176"/>
            <a:ext cx="5444382" cy="3591207"/>
          </a:xfrm>
        </p:spPr>
        <p:txBody>
          <a:bodyPr>
            <a:normAutofit/>
          </a:bodyPr>
          <a:lstStyle/>
          <a:p>
            <a:r>
              <a:rPr lang="en-MY" sz="2000" dirty="0"/>
              <a:t>Cloud resources can be accessed from anywhere with an internet connection, using any compatible device, like a laptop, tablet, or smartphone.</a:t>
            </a:r>
          </a:p>
          <a:p>
            <a:endParaRPr lang="en-MY" sz="2000" dirty="0"/>
          </a:p>
          <a:p>
            <a:r>
              <a:rPr lang="en-MY" sz="2000" dirty="0"/>
              <a:t>Employees working remotely can access cloud-based productivity tools like Google Workspace or Microsoft 365 from any location.</a:t>
            </a:r>
            <a:endParaRPr lang="en-US" sz="2000" dirty="0"/>
          </a:p>
        </p:txBody>
      </p:sp>
    </p:spTree>
    <p:extLst>
      <p:ext uri="{BB962C8B-B14F-4D97-AF65-F5344CB8AC3E}">
        <p14:creationId xmlns:p14="http://schemas.microsoft.com/office/powerpoint/2010/main" val="1173835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E9BC4-ABF5-F23B-8E89-86EA1540BDEC}"/>
              </a:ext>
            </a:extLst>
          </p:cNvPr>
          <p:cNvSpPr>
            <a:spLocks noGrp="1"/>
          </p:cNvSpPr>
          <p:nvPr>
            <p:ph type="title"/>
          </p:nvPr>
        </p:nvSpPr>
        <p:spPr>
          <a:xfrm>
            <a:off x="761803" y="350196"/>
            <a:ext cx="4646904" cy="1624520"/>
          </a:xfrm>
        </p:spPr>
        <p:txBody>
          <a:bodyPr anchor="ctr">
            <a:normAutofit/>
          </a:bodyPr>
          <a:lstStyle/>
          <a:p>
            <a:r>
              <a:rPr lang="en-MY" sz="4000"/>
              <a:t>Usage Metering</a:t>
            </a:r>
            <a:endParaRPr lang="en-US" sz="4000"/>
          </a:p>
        </p:txBody>
      </p:sp>
      <p:sp>
        <p:nvSpPr>
          <p:cNvPr id="3" name="Content Placeholder 2">
            <a:extLst>
              <a:ext uri="{FF2B5EF4-FFF2-40B4-BE49-F238E27FC236}">
                <a16:creationId xmlns:a16="http://schemas.microsoft.com/office/drawing/2014/main" id="{0E7284CF-2E48-7D4B-D3B8-1E2905CD3500}"/>
              </a:ext>
            </a:extLst>
          </p:cNvPr>
          <p:cNvSpPr>
            <a:spLocks noGrp="1"/>
          </p:cNvSpPr>
          <p:nvPr>
            <p:ph idx="1"/>
          </p:nvPr>
        </p:nvSpPr>
        <p:spPr>
          <a:xfrm>
            <a:off x="761802" y="2743200"/>
            <a:ext cx="4646905" cy="3613149"/>
          </a:xfrm>
        </p:spPr>
        <p:txBody>
          <a:bodyPr anchor="ctr">
            <a:normAutofit/>
          </a:bodyPr>
          <a:lstStyle/>
          <a:p>
            <a:r>
              <a:rPr lang="en-MY" sz="2000"/>
              <a:t>Cloud providers use metering systems to track resource usage, such as CPU, memory, storage, and bandwidth. Users are billed based on their actual consumption.</a:t>
            </a:r>
          </a:p>
          <a:p>
            <a:endParaRPr lang="en-MY" sz="2000"/>
          </a:p>
          <a:p>
            <a:r>
              <a:rPr lang="en-MY" sz="2000"/>
              <a:t>A cloud provider charges a company for storage in GB, compute power in hours, and data transfer in TB.</a:t>
            </a:r>
            <a:endParaRPr lang="en-US" sz="2000"/>
          </a:p>
        </p:txBody>
      </p:sp>
      <p:pic>
        <p:nvPicPr>
          <p:cNvPr id="5" name="Picture 4" descr="Illuminated server room panel">
            <a:extLst>
              <a:ext uri="{FF2B5EF4-FFF2-40B4-BE49-F238E27FC236}">
                <a16:creationId xmlns:a16="http://schemas.microsoft.com/office/drawing/2014/main" id="{D8B1BD4C-8F05-2B07-934F-A5C03E83212B}"/>
              </a:ext>
            </a:extLst>
          </p:cNvPr>
          <p:cNvPicPr>
            <a:picLocks noChangeAspect="1"/>
          </p:cNvPicPr>
          <p:nvPr/>
        </p:nvPicPr>
        <p:blipFill>
          <a:blip r:embed="rId2"/>
          <a:srcRect l="16934" r="23665" b="-2"/>
          <a:stretch/>
        </p:blipFill>
        <p:spPr>
          <a:xfrm>
            <a:off x="6096000" y="1"/>
            <a:ext cx="6102825" cy="6858000"/>
          </a:xfrm>
          <a:prstGeom prst="rect">
            <a:avLst/>
          </a:prstGeom>
        </p:spPr>
      </p:pic>
    </p:spTree>
    <p:extLst>
      <p:ext uri="{BB962C8B-B14F-4D97-AF65-F5344CB8AC3E}">
        <p14:creationId xmlns:p14="http://schemas.microsoft.com/office/powerpoint/2010/main" val="641310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14503-35F8-F7B5-5D88-65101C85751E}"/>
              </a:ext>
            </a:extLst>
          </p:cNvPr>
          <p:cNvSpPr>
            <a:spLocks noGrp="1"/>
          </p:cNvSpPr>
          <p:nvPr>
            <p:ph type="title"/>
          </p:nvPr>
        </p:nvSpPr>
        <p:spPr>
          <a:xfrm>
            <a:off x="481011" y="327025"/>
            <a:ext cx="5324477" cy="1630363"/>
          </a:xfrm>
        </p:spPr>
        <p:txBody>
          <a:bodyPr anchor="b">
            <a:normAutofit/>
          </a:bodyPr>
          <a:lstStyle/>
          <a:p>
            <a:r>
              <a:rPr lang="en-MY" sz="3600"/>
              <a:t>Self-Service Capability</a:t>
            </a:r>
            <a:endParaRPr lang="en-US" sz="3600"/>
          </a:p>
        </p:txBody>
      </p:sp>
      <p:pic>
        <p:nvPicPr>
          <p:cNvPr id="6" name="Picture 5" descr="A blue and yellow light lines&#10;&#10;AI-generated content may be incorrect.">
            <a:extLst>
              <a:ext uri="{FF2B5EF4-FFF2-40B4-BE49-F238E27FC236}">
                <a16:creationId xmlns:a16="http://schemas.microsoft.com/office/drawing/2014/main" id="{4D6A1146-7702-1746-D370-5DD9C98EA3F8}"/>
              </a:ext>
            </a:extLst>
          </p:cNvPr>
          <p:cNvPicPr>
            <a:picLocks noChangeAspect="1"/>
          </p:cNvPicPr>
          <p:nvPr/>
        </p:nvPicPr>
        <p:blipFill>
          <a:blip r:embed="rId2"/>
          <a:srcRect l="31263" r="3814" b="-2"/>
          <a:stretch/>
        </p:blipFill>
        <p:spPr>
          <a:xfrm>
            <a:off x="5966355" y="1"/>
            <a:ext cx="6225645"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BA8E9766-0E92-D0D3-90E9-87774D75AEFA}"/>
              </a:ext>
            </a:extLst>
          </p:cNvPr>
          <p:cNvGraphicFramePr>
            <a:graphicFrameLocks noGrp="1"/>
          </p:cNvGraphicFramePr>
          <p:nvPr>
            <p:ph idx="1"/>
            <p:extLst>
              <p:ext uri="{D42A27DB-BD31-4B8C-83A1-F6EECF244321}">
                <p14:modId xmlns:p14="http://schemas.microsoft.com/office/powerpoint/2010/main" val="1872276377"/>
              </p:ext>
            </p:extLst>
          </p:nvPr>
        </p:nvGraphicFramePr>
        <p:xfrm>
          <a:off x="481013" y="2286001"/>
          <a:ext cx="5324475"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412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323A2-94B5-B397-749C-49502F1B2C2B}"/>
              </a:ext>
            </a:extLst>
          </p:cNvPr>
          <p:cNvSpPr>
            <a:spLocks noGrp="1"/>
          </p:cNvSpPr>
          <p:nvPr>
            <p:ph type="title"/>
          </p:nvPr>
        </p:nvSpPr>
        <p:spPr>
          <a:xfrm>
            <a:off x="481011" y="327025"/>
            <a:ext cx="5324477" cy="1630363"/>
          </a:xfrm>
        </p:spPr>
        <p:txBody>
          <a:bodyPr anchor="b">
            <a:normAutofit/>
          </a:bodyPr>
          <a:lstStyle/>
          <a:p>
            <a:r>
              <a:rPr lang="en-MY" sz="3600"/>
              <a:t>SLA Monitoring</a:t>
            </a:r>
            <a:endParaRPr lang="en-US" sz="3600"/>
          </a:p>
        </p:txBody>
      </p:sp>
      <p:pic>
        <p:nvPicPr>
          <p:cNvPr id="6" name="Picture 5" descr="A close-up of a white wall&#10;&#10;AI-generated content may be incorrect.">
            <a:extLst>
              <a:ext uri="{FF2B5EF4-FFF2-40B4-BE49-F238E27FC236}">
                <a16:creationId xmlns:a16="http://schemas.microsoft.com/office/drawing/2014/main" id="{41636F8B-2F46-465F-45C6-292A89C3A168}"/>
              </a:ext>
            </a:extLst>
          </p:cNvPr>
          <p:cNvPicPr>
            <a:picLocks noChangeAspect="1"/>
          </p:cNvPicPr>
          <p:nvPr/>
        </p:nvPicPr>
        <p:blipFill>
          <a:blip r:embed="rId2"/>
          <a:srcRect l="39391" r="-2" b="-2"/>
          <a:stretch/>
        </p:blipFill>
        <p:spPr>
          <a:xfrm>
            <a:off x="5966355" y="1"/>
            <a:ext cx="6225645"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9EF43B34-3EB0-AE67-CE35-B5773270598D}"/>
              </a:ext>
            </a:extLst>
          </p:cNvPr>
          <p:cNvGraphicFramePr>
            <a:graphicFrameLocks noGrp="1"/>
          </p:cNvGraphicFramePr>
          <p:nvPr>
            <p:ph idx="1"/>
            <p:extLst>
              <p:ext uri="{D42A27DB-BD31-4B8C-83A1-F6EECF244321}">
                <p14:modId xmlns:p14="http://schemas.microsoft.com/office/powerpoint/2010/main" val="1016004845"/>
              </p:ext>
            </p:extLst>
          </p:nvPr>
        </p:nvGraphicFramePr>
        <p:xfrm>
          <a:off x="481013" y="2286001"/>
          <a:ext cx="5324475"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13877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11FD0E-2D27-4A5A-949D-222E61ECB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BC8109F-B452-45EE-8BB3-65433C039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D9BE255-C304-3AAB-E177-3064724F1710}"/>
              </a:ext>
            </a:extLst>
          </p:cNvPr>
          <p:cNvSpPr>
            <a:spLocks noGrp="1"/>
          </p:cNvSpPr>
          <p:nvPr>
            <p:ph type="title"/>
          </p:nvPr>
        </p:nvSpPr>
        <p:spPr>
          <a:xfrm>
            <a:off x="5991225" y="279400"/>
            <a:ext cx="5362576" cy="1892300"/>
          </a:xfrm>
        </p:spPr>
        <p:txBody>
          <a:bodyPr>
            <a:normAutofit/>
          </a:bodyPr>
          <a:lstStyle/>
          <a:p>
            <a:r>
              <a:rPr lang="en-US" dirty="0"/>
              <a:t>Service-Oriented Architecture (SOA)</a:t>
            </a:r>
          </a:p>
        </p:txBody>
      </p:sp>
      <p:graphicFrame>
        <p:nvGraphicFramePr>
          <p:cNvPr id="5" name="Content Placeholder 2">
            <a:extLst>
              <a:ext uri="{FF2B5EF4-FFF2-40B4-BE49-F238E27FC236}">
                <a16:creationId xmlns:a16="http://schemas.microsoft.com/office/drawing/2014/main" id="{F57EE948-6B93-CF22-94B6-705B2E59FC66}"/>
              </a:ext>
            </a:extLst>
          </p:cNvPr>
          <p:cNvGraphicFramePr>
            <a:graphicFrameLocks noGrp="1"/>
          </p:cNvGraphicFramePr>
          <p:nvPr>
            <p:ph idx="1"/>
            <p:extLst>
              <p:ext uri="{D42A27DB-BD31-4B8C-83A1-F6EECF244321}">
                <p14:modId xmlns:p14="http://schemas.microsoft.com/office/powerpoint/2010/main" val="2267359317"/>
              </p:ext>
            </p:extLst>
          </p:nvPr>
        </p:nvGraphicFramePr>
        <p:xfrm>
          <a:off x="838200" y="2028825"/>
          <a:ext cx="10515600" cy="4148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2816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Isosceles Triangle 2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9919A726-3D9A-BE1A-2AB6-60B2D6F991D5}"/>
              </a:ext>
            </a:extLst>
          </p:cNvPr>
          <p:cNvGraphicFramePr>
            <a:graphicFrameLocks noGrp="1"/>
          </p:cNvGraphicFramePr>
          <p:nvPr>
            <p:extLst>
              <p:ext uri="{D42A27DB-BD31-4B8C-83A1-F6EECF244321}">
                <p14:modId xmlns:p14="http://schemas.microsoft.com/office/powerpoint/2010/main" val="1565662423"/>
              </p:ext>
            </p:extLst>
          </p:nvPr>
        </p:nvGraphicFramePr>
        <p:xfrm>
          <a:off x="456203" y="424977"/>
          <a:ext cx="11279593" cy="6008046"/>
        </p:xfrm>
        <a:graphic>
          <a:graphicData uri="http://schemas.openxmlformats.org/drawingml/2006/table">
            <a:tbl>
              <a:tblPr>
                <a:tableStyleId>{5940675A-B579-460E-94D1-54222C63F5DA}</a:tableStyleId>
              </a:tblPr>
              <a:tblGrid>
                <a:gridCol w="1600407">
                  <a:extLst>
                    <a:ext uri="{9D8B030D-6E8A-4147-A177-3AD203B41FA5}">
                      <a16:colId xmlns:a16="http://schemas.microsoft.com/office/drawing/2014/main" val="1393088492"/>
                    </a:ext>
                  </a:extLst>
                </a:gridCol>
                <a:gridCol w="2012876">
                  <a:extLst>
                    <a:ext uri="{9D8B030D-6E8A-4147-A177-3AD203B41FA5}">
                      <a16:colId xmlns:a16="http://schemas.microsoft.com/office/drawing/2014/main" val="139399514"/>
                    </a:ext>
                  </a:extLst>
                </a:gridCol>
                <a:gridCol w="1634323">
                  <a:extLst>
                    <a:ext uri="{9D8B030D-6E8A-4147-A177-3AD203B41FA5}">
                      <a16:colId xmlns:a16="http://schemas.microsoft.com/office/drawing/2014/main" val="1246829781"/>
                    </a:ext>
                  </a:extLst>
                </a:gridCol>
                <a:gridCol w="2047743">
                  <a:extLst>
                    <a:ext uri="{9D8B030D-6E8A-4147-A177-3AD203B41FA5}">
                      <a16:colId xmlns:a16="http://schemas.microsoft.com/office/drawing/2014/main" val="2763556529"/>
                    </a:ext>
                  </a:extLst>
                </a:gridCol>
                <a:gridCol w="2011216">
                  <a:extLst>
                    <a:ext uri="{9D8B030D-6E8A-4147-A177-3AD203B41FA5}">
                      <a16:colId xmlns:a16="http://schemas.microsoft.com/office/drawing/2014/main" val="1258010550"/>
                    </a:ext>
                  </a:extLst>
                </a:gridCol>
                <a:gridCol w="1973028">
                  <a:extLst>
                    <a:ext uri="{9D8B030D-6E8A-4147-A177-3AD203B41FA5}">
                      <a16:colId xmlns:a16="http://schemas.microsoft.com/office/drawing/2014/main" val="3461644314"/>
                    </a:ext>
                  </a:extLst>
                </a:gridCol>
              </a:tblGrid>
              <a:tr h="226819">
                <a:tc>
                  <a:txBody>
                    <a:bodyPr/>
                    <a:lstStyle/>
                    <a:p>
                      <a:pPr algn="ctr"/>
                      <a:r>
                        <a:rPr lang="en-MY" sz="1300" b="1"/>
                        <a:t>Feature</a:t>
                      </a:r>
                    </a:p>
                  </a:txBody>
                  <a:tcPr marL="29172" marR="29172" marT="14587" marB="14587" anchor="ctr"/>
                </a:tc>
                <a:tc>
                  <a:txBody>
                    <a:bodyPr/>
                    <a:lstStyle/>
                    <a:p>
                      <a:pPr algn="ctr"/>
                      <a:r>
                        <a:rPr lang="en-MY" sz="1300" b="1"/>
                        <a:t>SOA</a:t>
                      </a:r>
                    </a:p>
                  </a:txBody>
                  <a:tcPr marL="29172" marR="29172" marT="14587" marB="14587" anchor="ctr"/>
                </a:tc>
                <a:tc>
                  <a:txBody>
                    <a:bodyPr/>
                    <a:lstStyle/>
                    <a:p>
                      <a:pPr algn="ctr"/>
                      <a:r>
                        <a:rPr lang="en-MY" sz="1300" b="1"/>
                        <a:t>Monolithic</a:t>
                      </a:r>
                    </a:p>
                  </a:txBody>
                  <a:tcPr marL="29172" marR="29172" marT="14587" marB="14587" anchor="ctr"/>
                </a:tc>
                <a:tc>
                  <a:txBody>
                    <a:bodyPr/>
                    <a:lstStyle/>
                    <a:p>
                      <a:pPr algn="ctr"/>
                      <a:r>
                        <a:rPr lang="en-MY" sz="1300" b="1"/>
                        <a:t>Microservice</a:t>
                      </a:r>
                    </a:p>
                  </a:txBody>
                  <a:tcPr marL="29172" marR="29172" marT="14587" marB="14587" anchor="ctr"/>
                </a:tc>
                <a:tc>
                  <a:txBody>
                    <a:bodyPr/>
                    <a:lstStyle/>
                    <a:p>
                      <a:pPr algn="ctr"/>
                      <a:r>
                        <a:rPr lang="en-MY" sz="1300" b="1" dirty="0"/>
                        <a:t>Event-Driven</a:t>
                      </a:r>
                    </a:p>
                  </a:txBody>
                  <a:tcPr marL="29172" marR="29172" marT="14587" marB="14587" anchor="ctr"/>
                </a:tc>
                <a:tc>
                  <a:txBody>
                    <a:bodyPr/>
                    <a:lstStyle/>
                    <a:p>
                      <a:pPr algn="ctr"/>
                      <a:r>
                        <a:rPr lang="en-MY" sz="1300" b="1" dirty="0"/>
                        <a:t>Layered</a:t>
                      </a:r>
                    </a:p>
                  </a:txBody>
                  <a:tcPr marL="29172" marR="29172" marT="14587" marB="14587" anchor="ctr"/>
                </a:tc>
                <a:extLst>
                  <a:ext uri="{0D108BD9-81ED-4DB2-BD59-A6C34878D82A}">
                    <a16:rowId xmlns:a16="http://schemas.microsoft.com/office/drawing/2014/main" val="3540955899"/>
                  </a:ext>
                </a:extLst>
              </a:tr>
              <a:tr h="545600">
                <a:tc>
                  <a:txBody>
                    <a:bodyPr/>
                    <a:lstStyle/>
                    <a:p>
                      <a:pPr algn="l"/>
                      <a:r>
                        <a:rPr lang="en-MY" sz="1300" b="1" dirty="0"/>
                        <a:t>Definition</a:t>
                      </a:r>
                      <a:endParaRPr lang="en-MY" sz="1300" dirty="0"/>
                    </a:p>
                  </a:txBody>
                  <a:tcPr marL="29172" marR="29172" marT="14587" marB="14587" anchor="ctr"/>
                </a:tc>
                <a:tc>
                  <a:txBody>
                    <a:bodyPr/>
                    <a:lstStyle/>
                    <a:p>
                      <a:r>
                        <a:rPr lang="en-MY" sz="1300"/>
                        <a:t>Design paradigm structuring software as modular services communicating via protocols.</a:t>
                      </a:r>
                    </a:p>
                  </a:txBody>
                  <a:tcPr marL="29172" marR="29172" marT="14587" marB="14587" anchor="ctr"/>
                </a:tc>
                <a:tc>
                  <a:txBody>
                    <a:bodyPr/>
                    <a:lstStyle/>
                    <a:p>
                      <a:r>
                        <a:rPr lang="en-MY" sz="1300"/>
                        <a:t>Entire application built as a single, unified unit.</a:t>
                      </a:r>
                    </a:p>
                  </a:txBody>
                  <a:tcPr marL="29172" marR="29172" marT="14587" marB="14587" anchor="ctr"/>
                </a:tc>
                <a:tc>
                  <a:txBody>
                    <a:bodyPr/>
                    <a:lstStyle/>
                    <a:p>
                      <a:r>
                        <a:rPr lang="en-MY" sz="1300" dirty="0"/>
                        <a:t>Breaks down applications into small, highly specific services.</a:t>
                      </a:r>
                    </a:p>
                  </a:txBody>
                  <a:tcPr marL="29172" marR="29172" marT="14587" marB="14587" anchor="ctr"/>
                </a:tc>
                <a:tc>
                  <a:txBody>
                    <a:bodyPr/>
                    <a:lstStyle/>
                    <a:p>
                      <a:r>
                        <a:rPr lang="en-MY" sz="1300"/>
                        <a:t>System communicates using asynchronous events.</a:t>
                      </a:r>
                    </a:p>
                  </a:txBody>
                  <a:tcPr marL="29172" marR="29172" marT="14587" marB="14587" anchor="ctr"/>
                </a:tc>
                <a:tc>
                  <a:txBody>
                    <a:bodyPr/>
                    <a:lstStyle/>
                    <a:p>
                      <a:r>
                        <a:rPr lang="en-MY" sz="1300"/>
                        <a:t>Applications divided into layers like presentation, business logic, and data.</a:t>
                      </a:r>
                    </a:p>
                  </a:txBody>
                  <a:tcPr marL="29172" marR="29172" marT="14587" marB="14587" anchor="ctr"/>
                </a:tc>
                <a:extLst>
                  <a:ext uri="{0D108BD9-81ED-4DB2-BD59-A6C34878D82A}">
                    <a16:rowId xmlns:a16="http://schemas.microsoft.com/office/drawing/2014/main" val="3481861334"/>
                  </a:ext>
                </a:extLst>
              </a:tr>
              <a:tr h="545600">
                <a:tc>
                  <a:txBody>
                    <a:bodyPr/>
                    <a:lstStyle/>
                    <a:p>
                      <a:pPr algn="l"/>
                      <a:r>
                        <a:rPr lang="en-MY" sz="1300" b="1" dirty="0"/>
                        <a:t>Modularity</a:t>
                      </a:r>
                      <a:endParaRPr lang="en-MY" sz="1300" dirty="0"/>
                    </a:p>
                  </a:txBody>
                  <a:tcPr marL="29172" marR="29172" marT="14587" marB="14587" anchor="ctr"/>
                </a:tc>
                <a:tc>
                  <a:txBody>
                    <a:bodyPr/>
                    <a:lstStyle/>
                    <a:p>
                      <a:r>
                        <a:rPr lang="en-MY" sz="1300"/>
                        <a:t>Medium - Coarse-grained services focused on business processes.</a:t>
                      </a:r>
                    </a:p>
                  </a:txBody>
                  <a:tcPr marL="29172" marR="29172" marT="14587" marB="14587" anchor="ctr"/>
                </a:tc>
                <a:tc>
                  <a:txBody>
                    <a:bodyPr/>
                    <a:lstStyle/>
                    <a:p>
                      <a:r>
                        <a:rPr lang="en-MY" sz="1300"/>
                        <a:t>Low - Single deployable codebase.</a:t>
                      </a:r>
                    </a:p>
                  </a:txBody>
                  <a:tcPr marL="29172" marR="29172" marT="14587" marB="14587" anchor="ctr"/>
                </a:tc>
                <a:tc>
                  <a:txBody>
                    <a:bodyPr/>
                    <a:lstStyle/>
                    <a:p>
                      <a:r>
                        <a:rPr lang="en-MY" sz="1300"/>
                        <a:t>High - Each microservice handles a single functionality.</a:t>
                      </a:r>
                    </a:p>
                  </a:txBody>
                  <a:tcPr marL="29172" marR="29172" marT="14587" marB="14587" anchor="ctr"/>
                </a:tc>
                <a:tc>
                  <a:txBody>
                    <a:bodyPr/>
                    <a:lstStyle/>
                    <a:p>
                      <a:r>
                        <a:rPr lang="en-MY" sz="1300" dirty="0"/>
                        <a:t>High - Components react to and produce events.</a:t>
                      </a:r>
                    </a:p>
                  </a:txBody>
                  <a:tcPr marL="29172" marR="29172" marT="14587" marB="14587" anchor="ctr"/>
                </a:tc>
                <a:tc>
                  <a:txBody>
                    <a:bodyPr/>
                    <a:lstStyle/>
                    <a:p>
                      <a:r>
                        <a:rPr lang="en-MY" sz="1300"/>
                        <a:t>Medium - Organized into distinct functional layers.</a:t>
                      </a:r>
                    </a:p>
                  </a:txBody>
                  <a:tcPr marL="29172" marR="29172" marT="14587" marB="14587" anchor="ctr"/>
                </a:tc>
                <a:extLst>
                  <a:ext uri="{0D108BD9-81ED-4DB2-BD59-A6C34878D82A}">
                    <a16:rowId xmlns:a16="http://schemas.microsoft.com/office/drawing/2014/main" val="4289283316"/>
                  </a:ext>
                </a:extLst>
              </a:tr>
              <a:tr h="545600">
                <a:tc>
                  <a:txBody>
                    <a:bodyPr/>
                    <a:lstStyle/>
                    <a:p>
                      <a:pPr algn="l"/>
                      <a:r>
                        <a:rPr lang="en-MY" sz="1300" b="1" dirty="0"/>
                        <a:t>Scalability</a:t>
                      </a:r>
                      <a:endParaRPr lang="en-MY" sz="1300" dirty="0"/>
                    </a:p>
                  </a:txBody>
                  <a:tcPr marL="29172" marR="29172" marT="14587" marB="14587" anchor="ctr"/>
                </a:tc>
                <a:tc>
                  <a:txBody>
                    <a:bodyPr/>
                    <a:lstStyle/>
                    <a:p>
                      <a:r>
                        <a:rPr lang="en-MY" sz="1300"/>
                        <a:t>Scalable but may require more effort for inter-service communication.</a:t>
                      </a:r>
                    </a:p>
                  </a:txBody>
                  <a:tcPr marL="29172" marR="29172" marT="14587" marB="14587" anchor="ctr"/>
                </a:tc>
                <a:tc>
                  <a:txBody>
                    <a:bodyPr/>
                    <a:lstStyle/>
                    <a:p>
                      <a:r>
                        <a:rPr lang="en-MY" sz="1300"/>
                        <a:t>Limited; scaling requires duplicating the entire application.</a:t>
                      </a:r>
                    </a:p>
                  </a:txBody>
                  <a:tcPr marL="29172" marR="29172" marT="14587" marB="14587" anchor="ctr"/>
                </a:tc>
                <a:tc>
                  <a:txBody>
                    <a:bodyPr/>
                    <a:lstStyle/>
                    <a:p>
                      <a:r>
                        <a:rPr lang="en-MY" sz="1300"/>
                        <a:t>Highly scalable; services scale independently.</a:t>
                      </a:r>
                    </a:p>
                  </a:txBody>
                  <a:tcPr marL="29172" marR="29172" marT="14587" marB="14587" anchor="ctr"/>
                </a:tc>
                <a:tc>
                  <a:txBody>
                    <a:bodyPr/>
                    <a:lstStyle/>
                    <a:p>
                      <a:r>
                        <a:rPr lang="en-MY" sz="1300"/>
                        <a:t>Highly scalable; can handle real-time workloads efficiently.</a:t>
                      </a:r>
                    </a:p>
                  </a:txBody>
                  <a:tcPr marL="29172" marR="29172" marT="14587" marB="14587" anchor="ctr"/>
                </a:tc>
                <a:tc>
                  <a:txBody>
                    <a:bodyPr/>
                    <a:lstStyle/>
                    <a:p>
                      <a:r>
                        <a:rPr lang="en-MY" sz="1300"/>
                        <a:t>Limited; scalability depends on specific layer bottlenecks.</a:t>
                      </a:r>
                    </a:p>
                  </a:txBody>
                  <a:tcPr marL="29172" marR="29172" marT="14587" marB="14587" anchor="ctr"/>
                </a:tc>
                <a:extLst>
                  <a:ext uri="{0D108BD9-81ED-4DB2-BD59-A6C34878D82A}">
                    <a16:rowId xmlns:a16="http://schemas.microsoft.com/office/drawing/2014/main" val="196235922"/>
                  </a:ext>
                </a:extLst>
              </a:tr>
              <a:tr h="545600">
                <a:tc>
                  <a:txBody>
                    <a:bodyPr/>
                    <a:lstStyle/>
                    <a:p>
                      <a:pPr algn="l"/>
                      <a:r>
                        <a:rPr lang="en-MY" sz="1300" b="1" dirty="0"/>
                        <a:t>Interdependence</a:t>
                      </a:r>
                      <a:endParaRPr lang="en-MY" sz="1300" dirty="0"/>
                    </a:p>
                  </a:txBody>
                  <a:tcPr marL="29172" marR="29172" marT="14587" marB="14587" anchor="ctr"/>
                </a:tc>
                <a:tc>
                  <a:txBody>
                    <a:bodyPr/>
                    <a:lstStyle/>
                    <a:p>
                      <a:r>
                        <a:rPr lang="en-MY" sz="1300"/>
                        <a:t>Loosely coupled services with some interdependencies.</a:t>
                      </a:r>
                    </a:p>
                  </a:txBody>
                  <a:tcPr marL="29172" marR="29172" marT="14587" marB="14587" anchor="ctr"/>
                </a:tc>
                <a:tc>
                  <a:txBody>
                    <a:bodyPr/>
                    <a:lstStyle/>
                    <a:p>
                      <a:r>
                        <a:rPr lang="en-MY" sz="1300"/>
                        <a:t>Highly interdependent; components tightly coupled.</a:t>
                      </a:r>
                    </a:p>
                  </a:txBody>
                  <a:tcPr marL="29172" marR="29172" marT="14587" marB="14587" anchor="ctr"/>
                </a:tc>
                <a:tc>
                  <a:txBody>
                    <a:bodyPr/>
                    <a:lstStyle/>
                    <a:p>
                      <a:r>
                        <a:rPr lang="en-MY" sz="1300" dirty="0"/>
                        <a:t>Loosely coupled with minimal interdependencies.</a:t>
                      </a:r>
                    </a:p>
                  </a:txBody>
                  <a:tcPr marL="29172" marR="29172" marT="14587" marB="14587" anchor="ctr"/>
                </a:tc>
                <a:tc>
                  <a:txBody>
                    <a:bodyPr/>
                    <a:lstStyle/>
                    <a:p>
                      <a:r>
                        <a:rPr lang="en-MY" sz="1300"/>
                        <a:t>Minimally coupled; services interact indirectly via events.</a:t>
                      </a:r>
                    </a:p>
                  </a:txBody>
                  <a:tcPr marL="29172" marR="29172" marT="14587" marB="14587" anchor="ctr"/>
                </a:tc>
                <a:tc>
                  <a:txBody>
                    <a:bodyPr/>
                    <a:lstStyle/>
                    <a:p>
                      <a:r>
                        <a:rPr lang="en-MY" sz="1300"/>
                        <a:t>Layers interact sequentially; moderately coupled.</a:t>
                      </a:r>
                    </a:p>
                  </a:txBody>
                  <a:tcPr marL="29172" marR="29172" marT="14587" marB="14587" anchor="ctr"/>
                </a:tc>
                <a:extLst>
                  <a:ext uri="{0D108BD9-81ED-4DB2-BD59-A6C34878D82A}">
                    <a16:rowId xmlns:a16="http://schemas.microsoft.com/office/drawing/2014/main" val="2482435501"/>
                  </a:ext>
                </a:extLst>
              </a:tr>
              <a:tr h="545600">
                <a:tc>
                  <a:txBody>
                    <a:bodyPr/>
                    <a:lstStyle/>
                    <a:p>
                      <a:pPr algn="l"/>
                      <a:r>
                        <a:rPr lang="en-MY" sz="1300" b="1" dirty="0"/>
                        <a:t>Technology Flexibility</a:t>
                      </a:r>
                      <a:endParaRPr lang="en-MY" sz="1300" dirty="0"/>
                    </a:p>
                  </a:txBody>
                  <a:tcPr marL="29172" marR="29172" marT="14587" marB="14587" anchor="ctr"/>
                </a:tc>
                <a:tc>
                  <a:txBody>
                    <a:bodyPr/>
                    <a:lstStyle/>
                    <a:p>
                      <a:r>
                        <a:rPr lang="en-MY" sz="1300"/>
                        <a:t>Supports heterogeneous technologies with protocols like SOAP/REST.</a:t>
                      </a:r>
                    </a:p>
                  </a:txBody>
                  <a:tcPr marL="29172" marR="29172" marT="14587" marB="14587" anchor="ctr"/>
                </a:tc>
                <a:tc>
                  <a:txBody>
                    <a:bodyPr/>
                    <a:lstStyle/>
                    <a:p>
                      <a:r>
                        <a:rPr lang="en-MY" sz="1300"/>
                        <a:t>Requires uniform technology stack.</a:t>
                      </a:r>
                    </a:p>
                  </a:txBody>
                  <a:tcPr marL="29172" marR="29172" marT="14587" marB="14587" anchor="ctr"/>
                </a:tc>
                <a:tc>
                  <a:txBody>
                    <a:bodyPr/>
                    <a:lstStyle/>
                    <a:p>
                      <a:r>
                        <a:rPr lang="en-MY" sz="1300"/>
                        <a:t>High flexibility; services can use different technologies.</a:t>
                      </a:r>
                    </a:p>
                  </a:txBody>
                  <a:tcPr marL="29172" marR="29172" marT="14587" marB="14587" anchor="ctr"/>
                </a:tc>
                <a:tc>
                  <a:txBody>
                    <a:bodyPr/>
                    <a:lstStyle/>
                    <a:p>
                      <a:r>
                        <a:rPr lang="en-MY" sz="1300"/>
                        <a:t>Flexible; integrates with various messaging technologies (e.g., Kafka).</a:t>
                      </a:r>
                    </a:p>
                  </a:txBody>
                  <a:tcPr marL="29172" marR="29172" marT="14587" marB="14587" anchor="ctr"/>
                </a:tc>
                <a:tc>
                  <a:txBody>
                    <a:bodyPr/>
                    <a:lstStyle/>
                    <a:p>
                      <a:r>
                        <a:rPr lang="en-MY" sz="1300"/>
                        <a:t>Relatively inflexible; layers depend on each other.</a:t>
                      </a:r>
                    </a:p>
                  </a:txBody>
                  <a:tcPr marL="29172" marR="29172" marT="14587" marB="14587" anchor="ctr"/>
                </a:tc>
                <a:extLst>
                  <a:ext uri="{0D108BD9-81ED-4DB2-BD59-A6C34878D82A}">
                    <a16:rowId xmlns:a16="http://schemas.microsoft.com/office/drawing/2014/main" val="2881954234"/>
                  </a:ext>
                </a:extLst>
              </a:tr>
              <a:tr h="545600">
                <a:tc>
                  <a:txBody>
                    <a:bodyPr/>
                    <a:lstStyle/>
                    <a:p>
                      <a:pPr algn="l"/>
                      <a:r>
                        <a:rPr lang="en-MY" sz="1300" b="1" dirty="0"/>
                        <a:t>Use Cases</a:t>
                      </a:r>
                      <a:endParaRPr lang="en-MY" sz="1300" dirty="0"/>
                    </a:p>
                  </a:txBody>
                  <a:tcPr marL="29172" marR="29172" marT="14587" marB="14587" anchor="ctr"/>
                </a:tc>
                <a:tc>
                  <a:txBody>
                    <a:bodyPr/>
                    <a:lstStyle/>
                    <a:p>
                      <a:r>
                        <a:rPr lang="en-MY" sz="1300"/>
                        <a:t>Enterprise systems, reusable services.</a:t>
                      </a:r>
                    </a:p>
                  </a:txBody>
                  <a:tcPr marL="29172" marR="29172" marT="14587" marB="14587" anchor="ctr"/>
                </a:tc>
                <a:tc>
                  <a:txBody>
                    <a:bodyPr/>
                    <a:lstStyle/>
                    <a:p>
                      <a:r>
                        <a:rPr lang="en-MY" sz="1300"/>
                        <a:t>Small-scale applications or systems with simple requirements.</a:t>
                      </a:r>
                    </a:p>
                  </a:txBody>
                  <a:tcPr marL="29172" marR="29172" marT="14587" marB="14587" anchor="ctr"/>
                </a:tc>
                <a:tc>
                  <a:txBody>
                    <a:bodyPr/>
                    <a:lstStyle/>
                    <a:p>
                      <a:r>
                        <a:rPr lang="en-MY" sz="1300"/>
                        <a:t>Large-scale, complex systems requiring agility (e.g., Netflix, Uber).</a:t>
                      </a:r>
                    </a:p>
                  </a:txBody>
                  <a:tcPr marL="29172" marR="29172" marT="14587" marB="14587" anchor="ctr"/>
                </a:tc>
                <a:tc>
                  <a:txBody>
                    <a:bodyPr/>
                    <a:lstStyle/>
                    <a:p>
                      <a:r>
                        <a:rPr lang="en-MY" sz="1300"/>
                        <a:t>IoT, real-time notifications, stock trading platforms.</a:t>
                      </a:r>
                    </a:p>
                  </a:txBody>
                  <a:tcPr marL="29172" marR="29172" marT="14587" marB="14587" anchor="ctr"/>
                </a:tc>
                <a:tc>
                  <a:txBody>
                    <a:bodyPr/>
                    <a:lstStyle/>
                    <a:p>
                      <a:r>
                        <a:rPr lang="en-MY" sz="1300"/>
                        <a:t>Traditional enterprise systems like CRM or ERP.</a:t>
                      </a:r>
                    </a:p>
                  </a:txBody>
                  <a:tcPr marL="29172" marR="29172" marT="14587" marB="14587" anchor="ctr"/>
                </a:tc>
                <a:extLst>
                  <a:ext uri="{0D108BD9-81ED-4DB2-BD59-A6C34878D82A}">
                    <a16:rowId xmlns:a16="http://schemas.microsoft.com/office/drawing/2014/main" val="2637920262"/>
                  </a:ext>
                </a:extLst>
              </a:tr>
              <a:tr h="386210">
                <a:tc>
                  <a:txBody>
                    <a:bodyPr/>
                    <a:lstStyle/>
                    <a:p>
                      <a:pPr algn="l"/>
                      <a:r>
                        <a:rPr lang="en-MY" sz="1300" b="1" dirty="0"/>
                        <a:t>Advantages</a:t>
                      </a:r>
                      <a:endParaRPr lang="en-MY" sz="1300" dirty="0"/>
                    </a:p>
                  </a:txBody>
                  <a:tcPr marL="29172" marR="29172" marT="14587" marB="14587" anchor="ctr"/>
                </a:tc>
                <a:tc>
                  <a:txBody>
                    <a:bodyPr/>
                    <a:lstStyle/>
                    <a:p>
                      <a:r>
                        <a:rPr lang="en-MY" sz="1300"/>
                        <a:t>Reusability, flexibility, promotes modular design.</a:t>
                      </a:r>
                    </a:p>
                  </a:txBody>
                  <a:tcPr marL="29172" marR="29172" marT="14587" marB="14587" anchor="ctr"/>
                </a:tc>
                <a:tc>
                  <a:txBody>
                    <a:bodyPr/>
                    <a:lstStyle/>
                    <a:p>
                      <a:r>
                        <a:rPr lang="en-MY" sz="1300"/>
                        <a:t>Easy to develop initially, fewer moving parts.</a:t>
                      </a:r>
                    </a:p>
                  </a:txBody>
                  <a:tcPr marL="29172" marR="29172" marT="14587" marB="14587" anchor="ctr"/>
                </a:tc>
                <a:tc>
                  <a:txBody>
                    <a:bodyPr/>
                    <a:lstStyle/>
                    <a:p>
                      <a:r>
                        <a:rPr lang="en-MY" sz="1300"/>
                        <a:t>Independent scalability, faster development cycles.</a:t>
                      </a:r>
                    </a:p>
                  </a:txBody>
                  <a:tcPr marL="29172" marR="29172" marT="14587" marB="14587" anchor="ctr"/>
                </a:tc>
                <a:tc>
                  <a:txBody>
                    <a:bodyPr/>
                    <a:lstStyle/>
                    <a:p>
                      <a:r>
                        <a:rPr lang="en-MY" sz="1300"/>
                        <a:t>Low latency, resilient, real-time communication.</a:t>
                      </a:r>
                    </a:p>
                  </a:txBody>
                  <a:tcPr marL="29172" marR="29172" marT="14587" marB="14587" anchor="ctr"/>
                </a:tc>
                <a:tc>
                  <a:txBody>
                    <a:bodyPr/>
                    <a:lstStyle/>
                    <a:p>
                      <a:r>
                        <a:rPr lang="en-MY" sz="1300"/>
                        <a:t>Clear separation of concerns, simplifies maintenance.</a:t>
                      </a:r>
                    </a:p>
                  </a:txBody>
                  <a:tcPr marL="29172" marR="29172" marT="14587" marB="14587" anchor="ctr"/>
                </a:tc>
                <a:extLst>
                  <a:ext uri="{0D108BD9-81ED-4DB2-BD59-A6C34878D82A}">
                    <a16:rowId xmlns:a16="http://schemas.microsoft.com/office/drawing/2014/main" val="1151218314"/>
                  </a:ext>
                </a:extLst>
              </a:tr>
              <a:tr h="545600">
                <a:tc>
                  <a:txBody>
                    <a:bodyPr/>
                    <a:lstStyle/>
                    <a:p>
                      <a:pPr algn="l"/>
                      <a:r>
                        <a:rPr lang="en-MY" sz="1300" b="1" dirty="0"/>
                        <a:t>Challenges</a:t>
                      </a:r>
                      <a:endParaRPr lang="en-MY" sz="1300" dirty="0"/>
                    </a:p>
                  </a:txBody>
                  <a:tcPr marL="29172" marR="29172" marT="14587" marB="14587" anchor="ctr"/>
                </a:tc>
                <a:tc>
                  <a:txBody>
                    <a:bodyPr/>
                    <a:lstStyle/>
                    <a:p>
                      <a:r>
                        <a:rPr lang="en-MY" sz="1300"/>
                        <a:t>Complex governance, potential performance overhead.</a:t>
                      </a:r>
                    </a:p>
                  </a:txBody>
                  <a:tcPr marL="29172" marR="29172" marT="14587" marB="14587" anchor="ctr"/>
                </a:tc>
                <a:tc>
                  <a:txBody>
                    <a:bodyPr/>
                    <a:lstStyle/>
                    <a:p>
                      <a:r>
                        <a:rPr lang="en-MY" sz="1300"/>
                        <a:t>Hard to maintain and scale as the application grows.</a:t>
                      </a:r>
                    </a:p>
                  </a:txBody>
                  <a:tcPr marL="29172" marR="29172" marT="14587" marB="14587" anchor="ctr"/>
                </a:tc>
                <a:tc>
                  <a:txBody>
                    <a:bodyPr/>
                    <a:lstStyle/>
                    <a:p>
                      <a:r>
                        <a:rPr lang="en-MY" sz="1300" dirty="0"/>
                        <a:t>Complex management; requires orchestration tools.</a:t>
                      </a:r>
                    </a:p>
                  </a:txBody>
                  <a:tcPr marL="29172" marR="29172" marT="14587" marB="14587" anchor="ctr"/>
                </a:tc>
                <a:tc>
                  <a:txBody>
                    <a:bodyPr/>
                    <a:lstStyle/>
                    <a:p>
                      <a:r>
                        <a:rPr lang="en-MY" sz="1300"/>
                        <a:t>Debugging/tracing events is challenging; requires robust event handling.</a:t>
                      </a:r>
                    </a:p>
                  </a:txBody>
                  <a:tcPr marL="29172" marR="29172" marT="14587" marB="14587" anchor="ctr"/>
                </a:tc>
                <a:tc>
                  <a:txBody>
                    <a:bodyPr/>
                    <a:lstStyle/>
                    <a:p>
                      <a:r>
                        <a:rPr lang="en-MY" sz="1300" dirty="0"/>
                        <a:t>Can introduce inefficiencies due to abstraction layers.</a:t>
                      </a:r>
                    </a:p>
                  </a:txBody>
                  <a:tcPr marL="29172" marR="29172" marT="14587" marB="14587" anchor="ctr"/>
                </a:tc>
                <a:extLst>
                  <a:ext uri="{0D108BD9-81ED-4DB2-BD59-A6C34878D82A}">
                    <a16:rowId xmlns:a16="http://schemas.microsoft.com/office/drawing/2014/main" val="2909175865"/>
                  </a:ext>
                </a:extLst>
              </a:tr>
            </a:tbl>
          </a:graphicData>
        </a:graphic>
      </p:graphicFrame>
    </p:spTree>
    <p:extLst>
      <p:ext uri="{BB962C8B-B14F-4D97-AF65-F5344CB8AC3E}">
        <p14:creationId xmlns:p14="http://schemas.microsoft.com/office/powerpoint/2010/main" val="3437451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7A3B76-C7B7-6A93-0271-00D0BD7DCEB3}"/>
              </a:ext>
            </a:extLst>
          </p:cNvPr>
          <p:cNvSpPr>
            <a:spLocks noGrp="1"/>
          </p:cNvSpPr>
          <p:nvPr>
            <p:ph type="title"/>
          </p:nvPr>
        </p:nvSpPr>
        <p:spPr>
          <a:xfrm>
            <a:off x="621792" y="1161288"/>
            <a:ext cx="3602736" cy="4526280"/>
          </a:xfrm>
        </p:spPr>
        <p:txBody>
          <a:bodyPr>
            <a:normAutofit/>
          </a:bodyPr>
          <a:lstStyle/>
          <a:p>
            <a:r>
              <a:rPr lang="en-MY" sz="4000"/>
              <a:t>Enterprise Cloud Drivers</a:t>
            </a:r>
            <a:endParaRPr lang="en-US"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9A0E20F-52B1-4D8D-99FE-2012F54C6E19}"/>
              </a:ext>
            </a:extLst>
          </p:cNvPr>
          <p:cNvGraphicFramePr>
            <a:graphicFrameLocks noGrp="1"/>
          </p:cNvGraphicFramePr>
          <p:nvPr>
            <p:ph idx="1"/>
            <p:extLst>
              <p:ext uri="{D42A27DB-BD31-4B8C-83A1-F6EECF244321}">
                <p14:modId xmlns:p14="http://schemas.microsoft.com/office/powerpoint/2010/main" val="409713395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6287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02639-3695-FEF1-5B69-39B2EC184136}"/>
              </a:ext>
            </a:extLst>
          </p:cNvPr>
          <p:cNvSpPr>
            <a:spLocks noGrp="1"/>
          </p:cNvSpPr>
          <p:nvPr>
            <p:ph type="title"/>
          </p:nvPr>
        </p:nvSpPr>
        <p:spPr>
          <a:xfrm>
            <a:off x="5868557" y="1138036"/>
            <a:ext cx="5444382" cy="1402470"/>
          </a:xfrm>
        </p:spPr>
        <p:txBody>
          <a:bodyPr anchor="t">
            <a:normAutofit/>
          </a:bodyPr>
          <a:lstStyle/>
          <a:p>
            <a:r>
              <a:rPr lang="en-US" sz="3200"/>
              <a:t>Adoption Trend</a:t>
            </a:r>
          </a:p>
        </p:txBody>
      </p:sp>
      <p:pic>
        <p:nvPicPr>
          <p:cNvPr id="13" name="Picture 12" descr="Geometric white clouds on a blue sky">
            <a:extLst>
              <a:ext uri="{FF2B5EF4-FFF2-40B4-BE49-F238E27FC236}">
                <a16:creationId xmlns:a16="http://schemas.microsoft.com/office/drawing/2014/main" id="{7492117C-FE0A-5FD4-1501-9394B3E19A3A}"/>
              </a:ext>
            </a:extLst>
          </p:cNvPr>
          <p:cNvPicPr>
            <a:picLocks noChangeAspect="1"/>
          </p:cNvPicPr>
          <p:nvPr/>
        </p:nvPicPr>
        <p:blipFill>
          <a:blip r:embed="rId2"/>
          <a:srcRect l="7436" r="36230"/>
          <a:stretch/>
        </p:blipFill>
        <p:spPr>
          <a:xfrm>
            <a:off x="-1" y="10"/>
            <a:ext cx="5151179" cy="6857990"/>
          </a:xfrm>
          <a:prstGeom prst="rect">
            <a:avLst/>
          </a:prstGeom>
        </p:spPr>
      </p:pic>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0396E2-2E21-09FD-EC4B-82DFA710FDB6}"/>
              </a:ext>
            </a:extLst>
          </p:cNvPr>
          <p:cNvSpPr>
            <a:spLocks noGrp="1"/>
          </p:cNvSpPr>
          <p:nvPr>
            <p:ph idx="1"/>
          </p:nvPr>
        </p:nvSpPr>
        <p:spPr>
          <a:xfrm>
            <a:off x="5868557" y="2551176"/>
            <a:ext cx="5444382" cy="3591207"/>
          </a:xfrm>
        </p:spPr>
        <p:txBody>
          <a:bodyPr>
            <a:normAutofit/>
          </a:bodyPr>
          <a:lstStyle/>
          <a:p>
            <a:r>
              <a:rPr lang="en-MY" sz="2000"/>
              <a:t>Increasing multi-cloud strategies.</a:t>
            </a:r>
          </a:p>
          <a:p>
            <a:r>
              <a:rPr lang="en-MY" sz="2000"/>
              <a:t>Migration to hybrid cloud setups.</a:t>
            </a:r>
          </a:p>
          <a:p>
            <a:r>
              <a:rPr lang="en-MY" sz="2000"/>
              <a:t>Growing reliance on AI and ML services in the cloud.</a:t>
            </a:r>
            <a:endParaRPr lang="en-US" sz="2000"/>
          </a:p>
        </p:txBody>
      </p:sp>
    </p:spTree>
    <p:extLst>
      <p:ext uri="{BB962C8B-B14F-4D97-AF65-F5344CB8AC3E}">
        <p14:creationId xmlns:p14="http://schemas.microsoft.com/office/powerpoint/2010/main" val="4118787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560776-51D8-1D44-248A-37B6BA81C0BF}"/>
              </a:ext>
            </a:extLst>
          </p:cNvPr>
          <p:cNvSpPr>
            <a:spLocks noGrp="1"/>
          </p:cNvSpPr>
          <p:nvPr>
            <p:ph type="ctrTitle"/>
          </p:nvPr>
        </p:nvSpPr>
        <p:spPr>
          <a:xfrm>
            <a:off x="1524000" y="1584683"/>
            <a:ext cx="9144000" cy="2551829"/>
          </a:xfrm>
        </p:spPr>
        <p:txBody>
          <a:bodyPr anchor="ctr">
            <a:normAutofit/>
          </a:bodyPr>
          <a:lstStyle/>
          <a:p>
            <a:r>
              <a:rPr lang="en-US" sz="6600"/>
              <a:t>End of Topic 1</a:t>
            </a:r>
          </a:p>
        </p:txBody>
      </p:sp>
      <p:sp>
        <p:nvSpPr>
          <p:cNvPr id="3" name="Subtitle 2">
            <a:extLst>
              <a:ext uri="{FF2B5EF4-FFF2-40B4-BE49-F238E27FC236}">
                <a16:creationId xmlns:a16="http://schemas.microsoft.com/office/drawing/2014/main" id="{1ED6597A-6D62-082F-349C-703FE7754FBA}"/>
              </a:ext>
            </a:extLst>
          </p:cNvPr>
          <p:cNvSpPr>
            <a:spLocks noGrp="1"/>
          </p:cNvSpPr>
          <p:nvPr>
            <p:ph type="subTitle" idx="1"/>
          </p:nvPr>
        </p:nvSpPr>
        <p:spPr>
          <a:xfrm>
            <a:off x="1524000" y="5160469"/>
            <a:ext cx="9144000" cy="1182135"/>
          </a:xfrm>
        </p:spPr>
        <p:txBody>
          <a:bodyPr anchor="ctr">
            <a:normAutofit/>
          </a:bodyPr>
          <a:lstStyle/>
          <a:p>
            <a:endParaRPr lang="en-US" sz="2800"/>
          </a:p>
        </p:txBody>
      </p:sp>
    </p:spTree>
    <p:extLst>
      <p:ext uri="{BB962C8B-B14F-4D97-AF65-F5344CB8AC3E}">
        <p14:creationId xmlns:p14="http://schemas.microsoft.com/office/powerpoint/2010/main" val="3616973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D688-6FFF-5B41-A144-23DE3496936A}"/>
              </a:ext>
            </a:extLst>
          </p:cNvPr>
          <p:cNvSpPr>
            <a:spLocks noGrp="1"/>
          </p:cNvSpPr>
          <p:nvPr>
            <p:ph type="ctrTitle"/>
          </p:nvPr>
        </p:nvSpPr>
        <p:spPr>
          <a:xfrm>
            <a:off x="6590662" y="4267832"/>
            <a:ext cx="4805996" cy="1297115"/>
          </a:xfrm>
        </p:spPr>
        <p:txBody>
          <a:bodyPr anchor="t">
            <a:normAutofit/>
          </a:bodyPr>
          <a:lstStyle/>
          <a:p>
            <a:pPr algn="l"/>
            <a:r>
              <a:rPr lang="en-MY" sz="3100" dirty="0">
                <a:solidFill>
                  <a:schemeClr val="tx2"/>
                </a:solidFill>
              </a:rPr>
              <a:t>Architectural Layers of Cloud Computing</a:t>
            </a:r>
            <a:endParaRPr lang="en-US" sz="3100" dirty="0">
              <a:solidFill>
                <a:schemeClr val="tx2"/>
              </a:solidFill>
            </a:endParaRPr>
          </a:p>
        </p:txBody>
      </p:sp>
      <p:sp>
        <p:nvSpPr>
          <p:cNvPr id="3" name="Subtitle 2">
            <a:extLst>
              <a:ext uri="{FF2B5EF4-FFF2-40B4-BE49-F238E27FC236}">
                <a16:creationId xmlns:a16="http://schemas.microsoft.com/office/drawing/2014/main" id="{BAE85B61-5716-FD52-18DF-B2DA77C4076D}"/>
              </a:ext>
            </a:extLst>
          </p:cNvPr>
          <p:cNvSpPr>
            <a:spLocks noGrp="1"/>
          </p:cNvSpPr>
          <p:nvPr>
            <p:ph type="subTitle" idx="1"/>
          </p:nvPr>
        </p:nvSpPr>
        <p:spPr>
          <a:xfrm>
            <a:off x="6590966" y="3428999"/>
            <a:ext cx="4805691" cy="838831"/>
          </a:xfrm>
        </p:spPr>
        <p:txBody>
          <a:bodyPr anchor="b">
            <a:normAutofit/>
          </a:bodyPr>
          <a:lstStyle/>
          <a:p>
            <a:pPr algn="l"/>
            <a:r>
              <a:rPr lang="en-US" sz="2000" dirty="0">
                <a:solidFill>
                  <a:schemeClr val="tx2"/>
                </a:solidFill>
              </a:rPr>
              <a:t>Topic 2</a:t>
            </a:r>
          </a:p>
        </p:txBody>
      </p:sp>
      <p:pic>
        <p:nvPicPr>
          <p:cNvPr id="7" name="Graphic 6" descr="Cloud Computing">
            <a:extLst>
              <a:ext uri="{FF2B5EF4-FFF2-40B4-BE49-F238E27FC236}">
                <a16:creationId xmlns:a16="http://schemas.microsoft.com/office/drawing/2014/main" id="{652461D6-8B52-2969-5EAC-6A64161889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2511169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0A988-A8A2-A5FF-1D3B-0788501870A0}"/>
              </a:ext>
            </a:extLst>
          </p:cNvPr>
          <p:cNvSpPr>
            <a:spLocks noGrp="1"/>
          </p:cNvSpPr>
          <p:nvPr>
            <p:ph type="title"/>
          </p:nvPr>
        </p:nvSpPr>
        <p:spPr>
          <a:xfrm>
            <a:off x="5868557" y="1138036"/>
            <a:ext cx="5444382" cy="1402470"/>
          </a:xfrm>
        </p:spPr>
        <p:txBody>
          <a:bodyPr anchor="t">
            <a:normAutofit/>
          </a:bodyPr>
          <a:lstStyle/>
          <a:p>
            <a:r>
              <a:rPr lang="en-MY" sz="3200" b="1"/>
              <a:t>Contents</a:t>
            </a:r>
            <a:endParaRPr lang="en-US" sz="3200"/>
          </a:p>
        </p:txBody>
      </p:sp>
      <p:pic>
        <p:nvPicPr>
          <p:cNvPr id="5" name="Picture 4" descr="Cloud shaped hard drive with cables">
            <a:extLst>
              <a:ext uri="{FF2B5EF4-FFF2-40B4-BE49-F238E27FC236}">
                <a16:creationId xmlns:a16="http://schemas.microsoft.com/office/drawing/2014/main" id="{8F83E53E-F851-5F6B-9EE3-4E5ED9281A48}"/>
              </a:ext>
            </a:extLst>
          </p:cNvPr>
          <p:cNvPicPr>
            <a:picLocks noChangeAspect="1"/>
          </p:cNvPicPr>
          <p:nvPr/>
        </p:nvPicPr>
        <p:blipFill>
          <a:blip r:embed="rId2"/>
          <a:srcRect l="22224" r="34775" b="1"/>
          <a:stretch/>
        </p:blipFill>
        <p:spPr>
          <a:xfrm>
            <a:off x="-1" y="10"/>
            <a:ext cx="5151179" cy="6857990"/>
          </a:xfrm>
          <a:prstGeom prst="rect">
            <a:avLst/>
          </a:prstGeom>
        </p:spPr>
      </p:pic>
      <p:sp>
        <p:nvSpPr>
          <p:cNvPr id="3" name="Content Placeholder 2">
            <a:extLst>
              <a:ext uri="{FF2B5EF4-FFF2-40B4-BE49-F238E27FC236}">
                <a16:creationId xmlns:a16="http://schemas.microsoft.com/office/drawing/2014/main" id="{8AE46B41-DD5D-F9F0-B4FB-741DA2D19931}"/>
              </a:ext>
            </a:extLst>
          </p:cNvPr>
          <p:cNvSpPr>
            <a:spLocks noGrp="1"/>
          </p:cNvSpPr>
          <p:nvPr>
            <p:ph idx="1"/>
          </p:nvPr>
        </p:nvSpPr>
        <p:spPr>
          <a:xfrm>
            <a:off x="5868557" y="2551176"/>
            <a:ext cx="5444382" cy="3591207"/>
          </a:xfrm>
        </p:spPr>
        <p:txBody>
          <a:bodyPr>
            <a:normAutofit/>
          </a:bodyPr>
          <a:lstStyle/>
          <a:p>
            <a:r>
              <a:rPr lang="en-MY" sz="2000" b="1"/>
              <a:t>Introduction to Cloud Computing</a:t>
            </a:r>
          </a:p>
          <a:p>
            <a:r>
              <a:rPr lang="en-MY" sz="2000" b="1"/>
              <a:t>Cloud Computing Layers</a:t>
            </a:r>
          </a:p>
          <a:p>
            <a:r>
              <a:rPr lang="en-MY" sz="2000" b="1"/>
              <a:t>Software as a Service (SaaS)</a:t>
            </a:r>
          </a:p>
          <a:p>
            <a:r>
              <a:rPr lang="en-MY" sz="2000" b="1"/>
              <a:t>Platform as a Service (PaaS)</a:t>
            </a:r>
          </a:p>
          <a:p>
            <a:r>
              <a:rPr lang="en-MY" sz="2000" b="1"/>
              <a:t>Infrastructure as a Service (IaaS)</a:t>
            </a:r>
          </a:p>
          <a:p>
            <a:r>
              <a:rPr lang="en-MY" sz="2000" b="1"/>
              <a:t>Dynamic Infrastructure</a:t>
            </a:r>
          </a:p>
          <a:p>
            <a:r>
              <a:rPr lang="en-MY" sz="2000" b="1"/>
              <a:t>Summary &amp; Q&amp;A</a:t>
            </a:r>
            <a:endParaRPr lang="en-US" sz="2000"/>
          </a:p>
        </p:txBody>
      </p:sp>
    </p:spTree>
    <p:extLst>
      <p:ext uri="{BB962C8B-B14F-4D97-AF65-F5344CB8AC3E}">
        <p14:creationId xmlns:p14="http://schemas.microsoft.com/office/powerpoint/2010/main" val="1852660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n old person looking at a computer&#10;&#10;Description automatically generated">
            <a:extLst>
              <a:ext uri="{FF2B5EF4-FFF2-40B4-BE49-F238E27FC236}">
                <a16:creationId xmlns:a16="http://schemas.microsoft.com/office/drawing/2014/main" id="{89A54536-242F-11A2-4A12-E669F44226F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52735" y="457200"/>
            <a:ext cx="808653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5786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artoon person with orange hair and red hair&#10;&#10;Description automatically generated">
            <a:extLst>
              <a:ext uri="{FF2B5EF4-FFF2-40B4-BE49-F238E27FC236}">
                <a16:creationId xmlns:a16="http://schemas.microsoft.com/office/drawing/2014/main" id="{56B0FE5F-40FF-0254-6016-8EFCB7D08B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33599" y="457200"/>
            <a:ext cx="7924801"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930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0F72-8810-FF8F-B72F-11065C638741}"/>
              </a:ext>
            </a:extLst>
          </p:cNvPr>
          <p:cNvSpPr>
            <a:spLocks noGrp="1"/>
          </p:cNvSpPr>
          <p:nvPr>
            <p:ph type="title"/>
          </p:nvPr>
        </p:nvSpPr>
        <p:spPr>
          <a:xfrm>
            <a:off x="640080" y="1243013"/>
            <a:ext cx="3855720" cy="4371974"/>
          </a:xfrm>
        </p:spPr>
        <p:txBody>
          <a:bodyPr>
            <a:normAutofit/>
          </a:bodyPr>
          <a:lstStyle/>
          <a:p>
            <a:r>
              <a:rPr lang="en-MY" sz="3600">
                <a:solidFill>
                  <a:schemeClr val="tx2"/>
                </a:solidFill>
              </a:rPr>
              <a:t>Introduction to Cloud Computing</a:t>
            </a:r>
            <a:endParaRPr lang="en-US" sz="3600">
              <a:solidFill>
                <a:schemeClr val="tx2"/>
              </a:solidFill>
            </a:endParaRPr>
          </a:p>
        </p:txBody>
      </p:sp>
      <p:sp>
        <p:nvSpPr>
          <p:cNvPr id="3" name="Content Placeholder 2">
            <a:extLst>
              <a:ext uri="{FF2B5EF4-FFF2-40B4-BE49-F238E27FC236}">
                <a16:creationId xmlns:a16="http://schemas.microsoft.com/office/drawing/2014/main" id="{F78BED2D-5064-1195-9ECB-DB05750DF4F4}"/>
              </a:ext>
            </a:extLst>
          </p:cNvPr>
          <p:cNvSpPr>
            <a:spLocks noGrp="1"/>
          </p:cNvSpPr>
          <p:nvPr>
            <p:ph idx="1"/>
          </p:nvPr>
        </p:nvSpPr>
        <p:spPr>
          <a:xfrm>
            <a:off x="6172200" y="804672"/>
            <a:ext cx="5221224" cy="5230368"/>
          </a:xfrm>
        </p:spPr>
        <p:txBody>
          <a:bodyPr anchor="ctr">
            <a:normAutofit/>
          </a:bodyPr>
          <a:lstStyle/>
          <a:p>
            <a:pPr>
              <a:buFont typeface="Arial" panose="020B0604020202020204" pitchFamily="34" charset="0"/>
              <a:buChar char="•"/>
            </a:pPr>
            <a:r>
              <a:rPr lang="en-MY" sz="1800">
                <a:solidFill>
                  <a:schemeClr val="tx2"/>
                </a:solidFill>
              </a:rPr>
              <a:t>Cloud computing is the on-demand delivery of computing services (servers, storage, databases, networking, software) over the internet.</a:t>
            </a:r>
          </a:p>
          <a:p>
            <a:pPr>
              <a:buFont typeface="Arial" panose="020B0604020202020204" pitchFamily="34" charset="0"/>
              <a:buChar char="•"/>
            </a:pPr>
            <a:r>
              <a:rPr lang="en-MY" sz="1800" b="1">
                <a:solidFill>
                  <a:schemeClr val="tx2"/>
                </a:solidFill>
              </a:rPr>
              <a:t>Key Characteristics:</a:t>
            </a:r>
          </a:p>
          <a:p>
            <a:pPr lvl="1"/>
            <a:r>
              <a:rPr lang="en-MY" sz="1800">
                <a:solidFill>
                  <a:schemeClr val="tx2"/>
                </a:solidFill>
              </a:rPr>
              <a:t>On-demand self-service</a:t>
            </a:r>
          </a:p>
          <a:p>
            <a:pPr lvl="1"/>
            <a:r>
              <a:rPr lang="en-MY" sz="1800">
                <a:solidFill>
                  <a:schemeClr val="tx2"/>
                </a:solidFill>
              </a:rPr>
              <a:t>Broad network access</a:t>
            </a:r>
          </a:p>
          <a:p>
            <a:pPr lvl="1"/>
            <a:r>
              <a:rPr lang="en-MY" sz="1800">
                <a:solidFill>
                  <a:schemeClr val="tx2"/>
                </a:solidFill>
              </a:rPr>
              <a:t>Resource pooling</a:t>
            </a:r>
          </a:p>
          <a:p>
            <a:pPr lvl="1"/>
            <a:r>
              <a:rPr lang="en-MY" sz="1800">
                <a:solidFill>
                  <a:schemeClr val="tx2"/>
                </a:solidFill>
              </a:rPr>
              <a:t>Rapid elasticity</a:t>
            </a:r>
          </a:p>
          <a:p>
            <a:pPr lvl="1"/>
            <a:r>
              <a:rPr lang="en-MY" sz="1800">
                <a:solidFill>
                  <a:schemeClr val="tx2"/>
                </a:solidFill>
              </a:rPr>
              <a:t>Measured service (pay-as-you-go)</a:t>
            </a:r>
          </a:p>
          <a:p>
            <a:endParaRPr lang="en-US" sz="1800">
              <a:solidFill>
                <a:schemeClr val="tx2"/>
              </a:solidFill>
            </a:endParaRPr>
          </a:p>
        </p:txBody>
      </p:sp>
    </p:spTree>
    <p:extLst>
      <p:ext uri="{BB962C8B-B14F-4D97-AF65-F5344CB8AC3E}">
        <p14:creationId xmlns:p14="http://schemas.microsoft.com/office/powerpoint/2010/main" val="1670470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205C-9B30-58E6-E508-7D272F58FF4A}"/>
              </a:ext>
            </a:extLst>
          </p:cNvPr>
          <p:cNvSpPr>
            <a:spLocks noGrp="1"/>
          </p:cNvSpPr>
          <p:nvPr>
            <p:ph type="title"/>
          </p:nvPr>
        </p:nvSpPr>
        <p:spPr>
          <a:xfrm>
            <a:off x="5596501" y="489508"/>
            <a:ext cx="5754896" cy="1667569"/>
          </a:xfrm>
        </p:spPr>
        <p:txBody>
          <a:bodyPr anchor="b">
            <a:normAutofit/>
          </a:bodyPr>
          <a:lstStyle/>
          <a:p>
            <a:r>
              <a:rPr lang="en-US" sz="4000"/>
              <a:t>Delivery of Computing Services</a:t>
            </a:r>
          </a:p>
        </p:txBody>
      </p:sp>
      <p:pic>
        <p:nvPicPr>
          <p:cNvPr id="7" name="Graphic 6" descr="Computer">
            <a:extLst>
              <a:ext uri="{FF2B5EF4-FFF2-40B4-BE49-F238E27FC236}">
                <a16:creationId xmlns:a16="http://schemas.microsoft.com/office/drawing/2014/main" id="{57FCEC84-9FEB-1FDF-CD9D-6FABE2CFB1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695093BF-780D-1939-394B-3311885308F1}"/>
              </a:ext>
            </a:extLst>
          </p:cNvPr>
          <p:cNvSpPr>
            <a:spLocks noGrp="1"/>
          </p:cNvSpPr>
          <p:nvPr>
            <p:ph idx="1"/>
          </p:nvPr>
        </p:nvSpPr>
        <p:spPr>
          <a:xfrm>
            <a:off x="5596502" y="2405894"/>
            <a:ext cx="5754896" cy="3197464"/>
          </a:xfrm>
        </p:spPr>
        <p:txBody>
          <a:bodyPr anchor="t">
            <a:normAutofit/>
          </a:bodyPr>
          <a:lstStyle/>
          <a:p>
            <a:r>
              <a:rPr lang="en-US" sz="2000"/>
              <a:t>Servers</a:t>
            </a:r>
          </a:p>
          <a:p>
            <a:r>
              <a:rPr lang="en-US" sz="2000"/>
              <a:t>Storage</a:t>
            </a:r>
          </a:p>
          <a:p>
            <a:r>
              <a:rPr lang="en-US" sz="2000"/>
              <a:t>Databases</a:t>
            </a:r>
          </a:p>
          <a:p>
            <a:r>
              <a:rPr lang="en-US" sz="2000"/>
              <a:t>Networking</a:t>
            </a:r>
          </a:p>
          <a:p>
            <a:r>
              <a:rPr lang="en-US" sz="2000"/>
              <a:t>Software</a:t>
            </a:r>
          </a:p>
          <a:p>
            <a:r>
              <a:rPr lang="en-US" sz="2000"/>
              <a:t>Analytics</a:t>
            </a:r>
          </a:p>
          <a:p>
            <a:r>
              <a:rPr lang="en-US" sz="2000"/>
              <a:t>Artificial Intelligence</a:t>
            </a:r>
          </a:p>
        </p:txBody>
      </p:sp>
    </p:spTree>
    <p:extLst>
      <p:ext uri="{BB962C8B-B14F-4D97-AF65-F5344CB8AC3E}">
        <p14:creationId xmlns:p14="http://schemas.microsoft.com/office/powerpoint/2010/main" val="3972894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156F-4CCC-F9F3-FBCA-C37DC8624CEF}"/>
              </a:ext>
            </a:extLst>
          </p:cNvPr>
          <p:cNvSpPr>
            <a:spLocks noGrp="1"/>
          </p:cNvSpPr>
          <p:nvPr>
            <p:ph type="title"/>
          </p:nvPr>
        </p:nvSpPr>
        <p:spPr/>
        <p:txBody>
          <a:bodyPr/>
          <a:lstStyle/>
          <a:p>
            <a:r>
              <a:rPr lang="en-MY" dirty="0"/>
              <a:t>Why Cloud Computing?</a:t>
            </a:r>
            <a:endParaRPr lang="en-US" dirty="0"/>
          </a:p>
        </p:txBody>
      </p:sp>
      <p:graphicFrame>
        <p:nvGraphicFramePr>
          <p:cNvPr id="5" name="Content Placeholder 2">
            <a:extLst>
              <a:ext uri="{FF2B5EF4-FFF2-40B4-BE49-F238E27FC236}">
                <a16:creationId xmlns:a16="http://schemas.microsoft.com/office/drawing/2014/main" id="{13888031-B057-02FD-D38B-AF3A1F4F495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6728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8FC3C-CA4C-05EF-B116-3A5911BEDE66}"/>
              </a:ext>
            </a:extLst>
          </p:cNvPr>
          <p:cNvSpPr>
            <a:spLocks noGrp="1"/>
          </p:cNvSpPr>
          <p:nvPr>
            <p:ph type="title"/>
          </p:nvPr>
        </p:nvSpPr>
        <p:spPr>
          <a:xfrm>
            <a:off x="761800" y="762001"/>
            <a:ext cx="5334197" cy="1708242"/>
          </a:xfrm>
        </p:spPr>
        <p:txBody>
          <a:bodyPr anchor="ctr">
            <a:normAutofit/>
          </a:bodyPr>
          <a:lstStyle/>
          <a:p>
            <a:r>
              <a:rPr lang="en-MY" sz="4000"/>
              <a:t>Cloud Computing Layers</a:t>
            </a:r>
            <a:endParaRPr lang="en-US" sz="4000"/>
          </a:p>
        </p:txBody>
      </p:sp>
      <p:sp>
        <p:nvSpPr>
          <p:cNvPr id="3" name="Content Placeholder 2">
            <a:extLst>
              <a:ext uri="{FF2B5EF4-FFF2-40B4-BE49-F238E27FC236}">
                <a16:creationId xmlns:a16="http://schemas.microsoft.com/office/drawing/2014/main" id="{F8C0A752-F62D-8C4B-98BD-15D1ED1711CA}"/>
              </a:ext>
            </a:extLst>
          </p:cNvPr>
          <p:cNvSpPr>
            <a:spLocks noGrp="1"/>
          </p:cNvSpPr>
          <p:nvPr>
            <p:ph idx="1"/>
          </p:nvPr>
        </p:nvSpPr>
        <p:spPr>
          <a:xfrm>
            <a:off x="761800" y="2470244"/>
            <a:ext cx="5334197" cy="3769835"/>
          </a:xfrm>
        </p:spPr>
        <p:txBody>
          <a:bodyPr anchor="ctr">
            <a:normAutofit/>
          </a:bodyPr>
          <a:lstStyle/>
          <a:p>
            <a:pPr marL="0" indent="0">
              <a:buNone/>
            </a:pPr>
            <a:r>
              <a:rPr lang="en-MY" sz="2000" b="1"/>
              <a:t>High-Level Layers in Cloud:</a:t>
            </a:r>
          </a:p>
          <a:p>
            <a:pPr lvl="1">
              <a:buFont typeface="+mj-lt"/>
              <a:buAutoNum type="arabicPeriod"/>
            </a:pPr>
            <a:r>
              <a:rPr lang="en-MY" sz="2000" b="1"/>
              <a:t>Infrastructure as a Service (IaaS)</a:t>
            </a:r>
            <a:endParaRPr lang="en-MY" sz="2000"/>
          </a:p>
          <a:p>
            <a:pPr lvl="1">
              <a:buFont typeface="+mj-lt"/>
              <a:buAutoNum type="arabicPeriod"/>
            </a:pPr>
            <a:r>
              <a:rPr lang="en-MY" sz="2000" b="1"/>
              <a:t>Platform as a Service (PaaS)</a:t>
            </a:r>
            <a:endParaRPr lang="en-MY" sz="2000"/>
          </a:p>
          <a:p>
            <a:pPr lvl="1">
              <a:buFont typeface="+mj-lt"/>
              <a:buAutoNum type="arabicPeriod"/>
            </a:pPr>
            <a:r>
              <a:rPr lang="en-MY" sz="2000" b="1"/>
              <a:t>Software as a Service (SaaS)</a:t>
            </a:r>
            <a:endParaRPr lang="en-MY" sz="2000"/>
          </a:p>
          <a:p>
            <a:r>
              <a:rPr lang="en-MY" sz="2000" b="1"/>
              <a:t>Goal:</a:t>
            </a:r>
            <a:r>
              <a:rPr lang="en-MY" sz="2000"/>
              <a:t> Abstract complexity for end users and businesses.</a:t>
            </a:r>
            <a:endParaRPr lang="en-US" sz="2000"/>
          </a:p>
        </p:txBody>
      </p:sp>
      <p:pic>
        <p:nvPicPr>
          <p:cNvPr id="5" name="Picture 4" descr="Aerial view of a city skyline">
            <a:extLst>
              <a:ext uri="{FF2B5EF4-FFF2-40B4-BE49-F238E27FC236}">
                <a16:creationId xmlns:a16="http://schemas.microsoft.com/office/drawing/2014/main" id="{15901C97-B67E-6D1A-86A6-6ACFF526A599}"/>
              </a:ext>
            </a:extLst>
          </p:cNvPr>
          <p:cNvPicPr>
            <a:picLocks noChangeAspect="1"/>
          </p:cNvPicPr>
          <p:nvPr/>
        </p:nvPicPr>
        <p:blipFill>
          <a:blip r:embed="rId2"/>
          <a:srcRect l="23473" r="24690"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19980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2C9ED-CF44-6F8D-4550-922A7CE216E5}"/>
              </a:ext>
            </a:extLst>
          </p:cNvPr>
          <p:cNvSpPr>
            <a:spLocks noGrp="1"/>
          </p:cNvSpPr>
          <p:nvPr>
            <p:ph type="title"/>
          </p:nvPr>
        </p:nvSpPr>
        <p:spPr>
          <a:xfrm>
            <a:off x="761803" y="350196"/>
            <a:ext cx="4646904" cy="1624520"/>
          </a:xfrm>
        </p:spPr>
        <p:txBody>
          <a:bodyPr anchor="ctr">
            <a:normAutofit/>
          </a:bodyPr>
          <a:lstStyle/>
          <a:p>
            <a:r>
              <a:rPr lang="en-MY" sz="4000"/>
              <a:t>Understanding the Layered Model</a:t>
            </a:r>
            <a:endParaRPr lang="en-US" sz="4000"/>
          </a:p>
        </p:txBody>
      </p:sp>
      <p:sp>
        <p:nvSpPr>
          <p:cNvPr id="3" name="Content Placeholder 2">
            <a:extLst>
              <a:ext uri="{FF2B5EF4-FFF2-40B4-BE49-F238E27FC236}">
                <a16:creationId xmlns:a16="http://schemas.microsoft.com/office/drawing/2014/main" id="{18AF81B2-4191-D6FD-A75B-FA0F060458F5}"/>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MY" sz="1700" b="1"/>
              <a:t>Layered Approach:</a:t>
            </a:r>
          </a:p>
          <a:p>
            <a:pPr lvl="1"/>
            <a:r>
              <a:rPr lang="en-MY" sz="1700"/>
              <a:t>Each layer builds upon the capabilities of the layer below.</a:t>
            </a:r>
          </a:p>
          <a:p>
            <a:pPr lvl="1"/>
            <a:r>
              <a:rPr lang="en-MY" sz="1700"/>
              <a:t>Users at each layer only focus on resources they directly manage.</a:t>
            </a:r>
          </a:p>
          <a:p>
            <a:pPr>
              <a:buFont typeface="Arial" panose="020B0604020202020204" pitchFamily="34" charset="0"/>
              <a:buChar char="•"/>
            </a:pPr>
            <a:r>
              <a:rPr lang="en-MY" sz="1700" b="1"/>
              <a:t>Analogy:</a:t>
            </a:r>
          </a:p>
          <a:p>
            <a:pPr lvl="1"/>
            <a:r>
              <a:rPr lang="en-MY" sz="1700"/>
              <a:t>SaaS: The complete package (like using a fully-furnished apartment).</a:t>
            </a:r>
          </a:p>
          <a:p>
            <a:pPr lvl="1"/>
            <a:r>
              <a:rPr lang="en-MY" sz="1700"/>
              <a:t>PaaS: The foundation to build upon (like an empty apartment where you bring your own furniture).</a:t>
            </a:r>
          </a:p>
          <a:p>
            <a:pPr lvl="1"/>
            <a:r>
              <a:rPr lang="en-MY" sz="1700"/>
              <a:t>IaaS: The raw materials and space (like the land and building framework).</a:t>
            </a:r>
          </a:p>
          <a:p>
            <a:pPr marL="0" indent="0">
              <a:buNone/>
            </a:pPr>
            <a:endParaRPr lang="en-US" sz="1700"/>
          </a:p>
        </p:txBody>
      </p:sp>
      <p:pic>
        <p:nvPicPr>
          <p:cNvPr id="5" name="Picture 4" descr="Construction area">
            <a:extLst>
              <a:ext uri="{FF2B5EF4-FFF2-40B4-BE49-F238E27FC236}">
                <a16:creationId xmlns:a16="http://schemas.microsoft.com/office/drawing/2014/main" id="{4F27A409-CD8B-2556-CCF8-0465E08B55C6}"/>
              </a:ext>
            </a:extLst>
          </p:cNvPr>
          <p:cNvPicPr>
            <a:picLocks noChangeAspect="1"/>
          </p:cNvPicPr>
          <p:nvPr/>
        </p:nvPicPr>
        <p:blipFill>
          <a:blip r:embed="rId2"/>
          <a:srcRect l="22202" r="18621"/>
          <a:stretch/>
        </p:blipFill>
        <p:spPr>
          <a:xfrm>
            <a:off x="6096000" y="1"/>
            <a:ext cx="6102825" cy="6858000"/>
          </a:xfrm>
          <a:prstGeom prst="rect">
            <a:avLst/>
          </a:prstGeom>
        </p:spPr>
      </p:pic>
    </p:spTree>
    <p:extLst>
      <p:ext uri="{BB962C8B-B14F-4D97-AF65-F5344CB8AC3E}">
        <p14:creationId xmlns:p14="http://schemas.microsoft.com/office/powerpoint/2010/main" val="3225731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C341B-FE6D-E073-6376-D0D4129034A6}"/>
              </a:ext>
            </a:extLst>
          </p:cNvPr>
          <p:cNvSpPr>
            <a:spLocks noGrp="1"/>
          </p:cNvSpPr>
          <p:nvPr>
            <p:ph type="title"/>
          </p:nvPr>
        </p:nvSpPr>
        <p:spPr>
          <a:xfrm>
            <a:off x="761800" y="762001"/>
            <a:ext cx="5334197" cy="1708242"/>
          </a:xfrm>
        </p:spPr>
        <p:txBody>
          <a:bodyPr anchor="ctr">
            <a:normAutofit/>
          </a:bodyPr>
          <a:lstStyle/>
          <a:p>
            <a:r>
              <a:rPr lang="en-MY" sz="4000"/>
              <a:t>Software as a Service (SaaS)</a:t>
            </a:r>
            <a:endParaRPr lang="en-US" sz="4000"/>
          </a:p>
        </p:txBody>
      </p:sp>
      <p:sp>
        <p:nvSpPr>
          <p:cNvPr id="3" name="Content Placeholder 2">
            <a:extLst>
              <a:ext uri="{FF2B5EF4-FFF2-40B4-BE49-F238E27FC236}">
                <a16:creationId xmlns:a16="http://schemas.microsoft.com/office/drawing/2014/main" id="{69716E32-45B3-DB20-F217-7FFF5B2B7ABE}"/>
              </a:ext>
            </a:extLst>
          </p:cNvPr>
          <p:cNvSpPr>
            <a:spLocks noGrp="1"/>
          </p:cNvSpPr>
          <p:nvPr>
            <p:ph idx="1"/>
          </p:nvPr>
        </p:nvSpPr>
        <p:spPr>
          <a:xfrm>
            <a:off x="761800" y="2470244"/>
            <a:ext cx="5334197" cy="3769835"/>
          </a:xfrm>
        </p:spPr>
        <p:txBody>
          <a:bodyPr anchor="ctr">
            <a:normAutofit/>
          </a:bodyPr>
          <a:lstStyle/>
          <a:p>
            <a:r>
              <a:rPr lang="en-MY" sz="2000"/>
              <a:t>Software distribution model in which applications are hosted by a third-party provider and made available over the internet.</a:t>
            </a:r>
          </a:p>
          <a:p>
            <a:pPr>
              <a:buFont typeface="Arial" panose="020B0604020202020204" pitchFamily="34" charset="0"/>
              <a:buChar char="•"/>
            </a:pPr>
            <a:r>
              <a:rPr lang="en-MY" sz="2000" b="1"/>
              <a:t>Key Characteristics:</a:t>
            </a:r>
          </a:p>
          <a:p>
            <a:pPr lvl="1"/>
            <a:r>
              <a:rPr lang="en-MY" sz="2000"/>
              <a:t>No local installation required</a:t>
            </a:r>
          </a:p>
          <a:p>
            <a:pPr lvl="1"/>
            <a:r>
              <a:rPr lang="en-MY" sz="2000"/>
              <a:t>Subscription or pay-per-use pricing</a:t>
            </a:r>
          </a:p>
          <a:p>
            <a:pPr lvl="1"/>
            <a:r>
              <a:rPr lang="en-MY" sz="2000"/>
              <a:t>Accessible via web browser or thin client</a:t>
            </a:r>
          </a:p>
          <a:p>
            <a:r>
              <a:rPr lang="en-MY" sz="2000" b="1"/>
              <a:t>Examples:</a:t>
            </a:r>
          </a:p>
          <a:p>
            <a:pPr lvl="1"/>
            <a:r>
              <a:rPr lang="en-MY" sz="2000"/>
              <a:t>Salesforce, Microsoft 365, Google Workspace (Gmail, Docs), Dropbox</a:t>
            </a:r>
          </a:p>
          <a:p>
            <a:endParaRPr lang="en-MY" sz="2000"/>
          </a:p>
          <a:p>
            <a:endParaRPr lang="en-US" sz="2000"/>
          </a:p>
        </p:txBody>
      </p:sp>
      <p:pic>
        <p:nvPicPr>
          <p:cNvPr id="5" name="Picture 4" descr="Person watching empty phone">
            <a:extLst>
              <a:ext uri="{FF2B5EF4-FFF2-40B4-BE49-F238E27FC236}">
                <a16:creationId xmlns:a16="http://schemas.microsoft.com/office/drawing/2014/main" id="{9F5A20FA-906E-71A7-F6FA-39405F00D887}"/>
              </a:ext>
            </a:extLst>
          </p:cNvPr>
          <p:cNvPicPr>
            <a:picLocks noChangeAspect="1"/>
          </p:cNvPicPr>
          <p:nvPr/>
        </p:nvPicPr>
        <p:blipFill>
          <a:blip r:embed="rId2"/>
          <a:srcRect l="39661" r="8502"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373831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94A64-7A26-AC4E-2B93-4330BFA33191}"/>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SaaS – Benefits and Challenges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57111D6F-A1F7-3167-EBB0-C9A00BEE7CBC}"/>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2269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83;p49">
            <a:extLst>
              <a:ext uri="{FF2B5EF4-FFF2-40B4-BE49-F238E27FC236}">
                <a16:creationId xmlns:a16="http://schemas.microsoft.com/office/drawing/2014/main" id="{2EACACCA-1D19-812B-EE1F-F2088BDFDBCD}"/>
              </a:ext>
            </a:extLst>
          </p:cNvPr>
          <p:cNvSpPr txBox="1"/>
          <p:nvPr/>
        </p:nvSpPr>
        <p:spPr>
          <a:xfrm>
            <a:off x="838199" y="4428000"/>
            <a:ext cx="6143626" cy="1400400"/>
          </a:xfrm>
          <a:prstGeom prst="rect">
            <a:avLst/>
          </a:prstGeom>
        </p:spPr>
        <p:txBody>
          <a:bodyPr spcFirstLastPara="1" vert="horz" wrap="square" lIns="91440" tIns="45720" rIns="91440" bIns="45720" rtlCol="0" anchor="b" anchorCtr="0">
            <a:normAutofit/>
          </a:bodyPr>
          <a:lstStyle/>
          <a:p>
            <a:pPr marL="0" marR="0" lvl="0" indent="0">
              <a:lnSpc>
                <a:spcPct val="90000"/>
              </a:lnSpc>
              <a:spcBef>
                <a:spcPct val="0"/>
              </a:spcBef>
              <a:spcAft>
                <a:spcPts val="600"/>
              </a:spcAft>
              <a:buClr>
                <a:srgbClr val="000000"/>
              </a:buClr>
              <a:buSzPts val="3000"/>
            </a:pPr>
            <a:r>
              <a:rPr lang="en-US" sz="4300" b="1" i="0" u="none" strike="noStrike" cap="none">
                <a:solidFill>
                  <a:schemeClr val="bg1"/>
                </a:solidFill>
                <a:latin typeface="+mj-lt"/>
                <a:ea typeface="+mj-ea"/>
                <a:cs typeface="+mj-cs"/>
                <a:sym typeface="Poppins"/>
              </a:rPr>
              <a:t>Software As A Service (SAAS)</a:t>
            </a:r>
          </a:p>
        </p:txBody>
      </p:sp>
      <p:pic>
        <p:nvPicPr>
          <p:cNvPr id="6" name="Google Shape;284;p49" descr="A group of icons on a white background&#10;&#10;Description automatically generated">
            <a:extLst>
              <a:ext uri="{FF2B5EF4-FFF2-40B4-BE49-F238E27FC236}">
                <a16:creationId xmlns:a16="http://schemas.microsoft.com/office/drawing/2014/main" id="{69D331BE-086D-9FBC-8D9B-8CB41A5F886F}"/>
              </a:ext>
            </a:extLst>
          </p:cNvPr>
          <p:cNvPicPr preferRelativeResize="0"/>
          <p:nvPr/>
        </p:nvPicPr>
        <p:blipFill rotWithShape="1">
          <a:blip r:embed="rId2"/>
          <a:stretch/>
        </p:blipFill>
        <p:spPr>
          <a:xfrm>
            <a:off x="975836" y="1353599"/>
            <a:ext cx="3151303" cy="1630800"/>
          </a:xfrm>
          <a:prstGeom prst="rect">
            <a:avLst/>
          </a:prstGeom>
          <a:noFill/>
        </p:spPr>
      </p:pic>
      <p:pic>
        <p:nvPicPr>
          <p:cNvPr id="8" name="Google Shape;286;p49" descr="A close up of a logo&#10;&#10;Description automatically generated">
            <a:extLst>
              <a:ext uri="{FF2B5EF4-FFF2-40B4-BE49-F238E27FC236}">
                <a16:creationId xmlns:a16="http://schemas.microsoft.com/office/drawing/2014/main" id="{1B0CAD4D-F26E-FFA5-E455-A2820E0230EC}"/>
              </a:ext>
            </a:extLst>
          </p:cNvPr>
          <p:cNvPicPr preferRelativeResize="0"/>
          <p:nvPr/>
        </p:nvPicPr>
        <p:blipFill rotWithShape="1">
          <a:blip r:embed="rId3"/>
          <a:stretch/>
        </p:blipFill>
        <p:spPr>
          <a:xfrm>
            <a:off x="4366045" y="1444751"/>
            <a:ext cx="3448800" cy="1448495"/>
          </a:xfrm>
          <a:prstGeom prst="rect">
            <a:avLst/>
          </a:prstGeom>
          <a:noFill/>
        </p:spPr>
      </p:pic>
      <p:pic>
        <p:nvPicPr>
          <p:cNvPr id="7" name="Google Shape;285;p49" descr="A blue background with white text&#10;&#10;Description automatically generated">
            <a:extLst>
              <a:ext uri="{FF2B5EF4-FFF2-40B4-BE49-F238E27FC236}">
                <a16:creationId xmlns:a16="http://schemas.microsoft.com/office/drawing/2014/main" id="{B5CE8FA5-D107-A911-8D09-E269CAF7C43E}"/>
              </a:ext>
            </a:extLst>
          </p:cNvPr>
          <p:cNvPicPr preferRelativeResize="0"/>
          <p:nvPr/>
        </p:nvPicPr>
        <p:blipFill rotWithShape="1">
          <a:blip r:embed="rId4"/>
          <a:srcRect b="18347"/>
          <a:stretch/>
        </p:blipFill>
        <p:spPr>
          <a:xfrm>
            <a:off x="7905001" y="1685854"/>
            <a:ext cx="3448800" cy="966290"/>
          </a:xfrm>
          <a:prstGeom prst="rect">
            <a:avLst/>
          </a:prstGeom>
          <a:noFill/>
        </p:spPr>
      </p:pic>
    </p:spTree>
    <p:extLst>
      <p:ext uri="{BB962C8B-B14F-4D97-AF65-F5344CB8AC3E}">
        <p14:creationId xmlns:p14="http://schemas.microsoft.com/office/powerpoint/2010/main" val="2706736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08CC-380D-7F75-E8E1-4F67B4E47311}"/>
              </a:ext>
            </a:extLst>
          </p:cNvPr>
          <p:cNvSpPr>
            <a:spLocks noGrp="1"/>
          </p:cNvSpPr>
          <p:nvPr>
            <p:ph type="title"/>
          </p:nvPr>
        </p:nvSpPr>
        <p:spPr>
          <a:xfrm>
            <a:off x="761800" y="762001"/>
            <a:ext cx="5334197" cy="1708242"/>
          </a:xfrm>
        </p:spPr>
        <p:txBody>
          <a:bodyPr anchor="ctr">
            <a:normAutofit/>
          </a:bodyPr>
          <a:lstStyle/>
          <a:p>
            <a:r>
              <a:rPr lang="en-MY" sz="4000"/>
              <a:t>Platform as a Service (PaaS)</a:t>
            </a:r>
            <a:endParaRPr lang="en-US" sz="4000"/>
          </a:p>
        </p:txBody>
      </p:sp>
      <p:sp>
        <p:nvSpPr>
          <p:cNvPr id="3" name="Content Placeholder 2">
            <a:extLst>
              <a:ext uri="{FF2B5EF4-FFF2-40B4-BE49-F238E27FC236}">
                <a16:creationId xmlns:a16="http://schemas.microsoft.com/office/drawing/2014/main" id="{4C77AB8D-2244-7D4B-F832-0EDE4844CA3C}"/>
              </a:ext>
            </a:extLst>
          </p:cNvPr>
          <p:cNvSpPr>
            <a:spLocks noGrp="1"/>
          </p:cNvSpPr>
          <p:nvPr>
            <p:ph idx="1"/>
          </p:nvPr>
        </p:nvSpPr>
        <p:spPr>
          <a:xfrm>
            <a:off x="761800" y="2470244"/>
            <a:ext cx="5334197" cy="3769835"/>
          </a:xfrm>
        </p:spPr>
        <p:txBody>
          <a:bodyPr anchor="ctr">
            <a:normAutofit/>
          </a:bodyPr>
          <a:lstStyle/>
          <a:p>
            <a:r>
              <a:rPr lang="en-MY" sz="2000"/>
              <a:t>A set of tools and services designed to make coding and deploying applications quick and efficient.</a:t>
            </a:r>
          </a:p>
          <a:p>
            <a:r>
              <a:rPr lang="en-MY" sz="2000"/>
              <a:t>Providers manage the underlying infrastructure; developers focus on the application itself.</a:t>
            </a:r>
          </a:p>
          <a:p>
            <a:pPr>
              <a:buFont typeface="Arial" panose="020B0604020202020204" pitchFamily="34" charset="0"/>
              <a:buChar char="•"/>
            </a:pPr>
            <a:r>
              <a:rPr lang="en-MY" sz="2000" b="1"/>
              <a:t>Key Components:</a:t>
            </a:r>
          </a:p>
          <a:p>
            <a:pPr lvl="1"/>
            <a:r>
              <a:rPr lang="en-MY" sz="2000"/>
              <a:t>Runtime environment (language runtimes, frameworks)</a:t>
            </a:r>
          </a:p>
          <a:p>
            <a:pPr lvl="1"/>
            <a:r>
              <a:rPr lang="en-MY" sz="2000"/>
              <a:t>Development tools</a:t>
            </a:r>
          </a:p>
          <a:p>
            <a:pPr lvl="1"/>
            <a:r>
              <a:rPr lang="en-MY" sz="2000"/>
              <a:t>Databases and integration services</a:t>
            </a:r>
          </a:p>
          <a:p>
            <a:endParaRPr lang="en-US" sz="2000"/>
          </a:p>
        </p:txBody>
      </p:sp>
      <p:pic>
        <p:nvPicPr>
          <p:cNvPr id="5" name="Picture 4" descr="Top view of cubes connected with black lines">
            <a:extLst>
              <a:ext uri="{FF2B5EF4-FFF2-40B4-BE49-F238E27FC236}">
                <a16:creationId xmlns:a16="http://schemas.microsoft.com/office/drawing/2014/main" id="{58ABE369-4CB2-AAAD-AFC1-40CB7FAC75F0}"/>
              </a:ext>
            </a:extLst>
          </p:cNvPr>
          <p:cNvPicPr>
            <a:picLocks noChangeAspect="1"/>
          </p:cNvPicPr>
          <p:nvPr/>
        </p:nvPicPr>
        <p:blipFill>
          <a:blip r:embed="rId2"/>
          <a:srcRect l="25840" r="15916"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758545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9DDBA-ABFB-F0B5-C876-03DFBF454452}"/>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PaaS – Benefits and Challenges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8D2BD385-E796-B3D9-6C19-0B54AAE26503}"/>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1937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72069-95B1-7AE8-CAD3-F60671D67709}"/>
              </a:ext>
            </a:extLst>
          </p:cNvPr>
          <p:cNvSpPr>
            <a:spLocks noGrp="1"/>
          </p:cNvSpPr>
          <p:nvPr>
            <p:ph type="title"/>
          </p:nvPr>
        </p:nvSpPr>
        <p:spPr/>
        <p:txBody>
          <a:bodyPr/>
          <a:lstStyle/>
          <a:p>
            <a:r>
              <a:rPr lang="en-MY" dirty="0"/>
              <a:t>Examples of PaaS Providers</a:t>
            </a:r>
            <a:endParaRPr lang="en-US" dirty="0"/>
          </a:p>
        </p:txBody>
      </p:sp>
      <p:graphicFrame>
        <p:nvGraphicFramePr>
          <p:cNvPr id="5" name="Content Placeholder 2">
            <a:extLst>
              <a:ext uri="{FF2B5EF4-FFF2-40B4-BE49-F238E27FC236}">
                <a16:creationId xmlns:a16="http://schemas.microsoft.com/office/drawing/2014/main" id="{A1264F3B-A051-0938-8BC5-94D91240E6B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8722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76;p48">
            <a:extLst>
              <a:ext uri="{FF2B5EF4-FFF2-40B4-BE49-F238E27FC236}">
                <a16:creationId xmlns:a16="http://schemas.microsoft.com/office/drawing/2014/main" id="{79245BD3-A498-4B81-9A11-82A3F5126742}"/>
              </a:ext>
            </a:extLst>
          </p:cNvPr>
          <p:cNvSpPr txBox="1"/>
          <p:nvPr/>
        </p:nvSpPr>
        <p:spPr>
          <a:xfrm>
            <a:off x="6715124" y="1676401"/>
            <a:ext cx="4495801" cy="2286002"/>
          </a:xfrm>
          <a:prstGeom prst="rect">
            <a:avLst/>
          </a:prstGeom>
        </p:spPr>
        <p:txBody>
          <a:bodyPr spcFirstLastPara="1" vert="horz" lIns="91440" tIns="45720" rIns="91440" bIns="45720" rtlCol="0" anchor="t" anchorCtr="0">
            <a:normAutofit/>
          </a:bodyPr>
          <a:lstStyle/>
          <a:p>
            <a:pPr>
              <a:lnSpc>
                <a:spcPct val="90000"/>
              </a:lnSpc>
              <a:spcBef>
                <a:spcPct val="0"/>
              </a:spcBef>
              <a:spcAft>
                <a:spcPts val="600"/>
              </a:spcAft>
              <a:buClr>
                <a:srgbClr val="000000"/>
              </a:buClr>
              <a:buSzPts val="3000"/>
            </a:pPr>
            <a:r>
              <a:rPr lang="en-US" sz="4800" b="1" kern="1200">
                <a:solidFill>
                  <a:schemeClr val="tx1"/>
                </a:solidFill>
                <a:latin typeface="+mj-lt"/>
                <a:ea typeface="+mj-ea"/>
                <a:cs typeface="+mj-cs"/>
                <a:sym typeface="Poppins"/>
              </a:rPr>
              <a:t>Platform As A Service (PAAS)</a:t>
            </a:r>
            <a:endParaRPr lang="en-US" sz="4800" b="1" i="0" u="none" strike="noStrike" kern="1200" cap="none">
              <a:solidFill>
                <a:schemeClr val="tx1"/>
              </a:solidFill>
              <a:latin typeface="+mj-lt"/>
              <a:ea typeface="+mj-ea"/>
              <a:cs typeface="+mj-cs"/>
              <a:sym typeface="Poppins"/>
            </a:endParaRPr>
          </a:p>
        </p:txBody>
      </p:sp>
      <p:pic>
        <p:nvPicPr>
          <p:cNvPr id="6" name="Google Shape;277;p48" descr="A screenshot of a phone&#10;&#10;Description automatically generated">
            <a:extLst>
              <a:ext uri="{FF2B5EF4-FFF2-40B4-BE49-F238E27FC236}">
                <a16:creationId xmlns:a16="http://schemas.microsoft.com/office/drawing/2014/main" id="{310CC015-7242-0173-401E-4CE3BC10F248}"/>
              </a:ext>
            </a:extLst>
          </p:cNvPr>
          <p:cNvPicPr preferRelativeResize="0"/>
          <p:nvPr/>
        </p:nvPicPr>
        <p:blipFill rotWithShape="1">
          <a:blip r:embed="rId2"/>
          <a:stretch/>
        </p:blipFill>
        <p:spPr>
          <a:xfrm>
            <a:off x="1584769" y="990598"/>
            <a:ext cx="3450335" cy="4876800"/>
          </a:xfrm>
          <a:prstGeom prst="rect">
            <a:avLst/>
          </a:prstGeom>
          <a:noFill/>
        </p:spPr>
      </p:pic>
    </p:spTree>
    <p:extLst>
      <p:ext uri="{BB962C8B-B14F-4D97-AF65-F5344CB8AC3E}">
        <p14:creationId xmlns:p14="http://schemas.microsoft.com/office/powerpoint/2010/main" val="3190377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AB657A-EFA9-6B1C-19B2-0A38A4A34440}"/>
              </a:ext>
            </a:extLst>
          </p:cNvPr>
          <p:cNvPicPr>
            <a:picLocks noChangeAspect="1"/>
          </p:cNvPicPr>
          <p:nvPr/>
        </p:nvPicPr>
        <p:blipFill>
          <a:blip r:embed="rId2"/>
          <a:srcRect l="11248" r="44377"/>
          <a:stretch/>
        </p:blipFill>
        <p:spPr>
          <a:xfrm>
            <a:off x="-1" y="-2"/>
            <a:ext cx="5410198" cy="6858002"/>
          </a:xfrm>
          <a:prstGeom prst="rect">
            <a:avLst/>
          </a:prstGeom>
        </p:spPr>
      </p:pic>
      <p:sp>
        <p:nvSpPr>
          <p:cNvPr id="2" name="Title 1">
            <a:extLst>
              <a:ext uri="{FF2B5EF4-FFF2-40B4-BE49-F238E27FC236}">
                <a16:creationId xmlns:a16="http://schemas.microsoft.com/office/drawing/2014/main" id="{42877937-F42D-464C-6DFD-64279474E486}"/>
              </a:ext>
            </a:extLst>
          </p:cNvPr>
          <p:cNvSpPr>
            <a:spLocks noGrp="1"/>
          </p:cNvSpPr>
          <p:nvPr>
            <p:ph type="title"/>
          </p:nvPr>
        </p:nvSpPr>
        <p:spPr>
          <a:xfrm>
            <a:off x="6115317" y="405685"/>
            <a:ext cx="5464968" cy="1559301"/>
          </a:xfrm>
        </p:spPr>
        <p:txBody>
          <a:bodyPr>
            <a:normAutofit/>
          </a:bodyPr>
          <a:lstStyle/>
          <a:p>
            <a:r>
              <a:rPr lang="en-MY" sz="4000"/>
              <a:t>Infrastructure as a Service (IaaS)</a:t>
            </a:r>
            <a:endParaRPr lang="en-US" sz="4000"/>
          </a:p>
        </p:txBody>
      </p:sp>
      <p:sp>
        <p:nvSpPr>
          <p:cNvPr id="3" name="Content Placeholder 2">
            <a:extLst>
              <a:ext uri="{FF2B5EF4-FFF2-40B4-BE49-F238E27FC236}">
                <a16:creationId xmlns:a16="http://schemas.microsoft.com/office/drawing/2014/main" id="{25D6E439-500E-B2C5-6C90-EF3DA5EB0022}"/>
              </a:ext>
            </a:extLst>
          </p:cNvPr>
          <p:cNvSpPr>
            <a:spLocks noGrp="1"/>
          </p:cNvSpPr>
          <p:nvPr>
            <p:ph idx="1"/>
          </p:nvPr>
        </p:nvSpPr>
        <p:spPr>
          <a:xfrm>
            <a:off x="6115317" y="2743200"/>
            <a:ext cx="5247340" cy="3496878"/>
          </a:xfrm>
        </p:spPr>
        <p:txBody>
          <a:bodyPr anchor="ctr">
            <a:normAutofit/>
          </a:bodyPr>
          <a:lstStyle/>
          <a:p>
            <a:r>
              <a:rPr lang="en-MY" sz="1700"/>
              <a:t>Virtualized computing resources over the internet, including servers, storage, and networking hardware.</a:t>
            </a:r>
          </a:p>
          <a:p>
            <a:r>
              <a:rPr lang="en-MY" sz="1700"/>
              <a:t>Users install and manage operating systems, applications, and middleware on provided infrastructure.</a:t>
            </a:r>
          </a:p>
          <a:p>
            <a:endParaRPr lang="en-MY" sz="1700"/>
          </a:p>
          <a:p>
            <a:pPr>
              <a:buFont typeface="Arial" panose="020B0604020202020204" pitchFamily="34" charset="0"/>
              <a:buChar char="•"/>
            </a:pPr>
            <a:r>
              <a:rPr lang="en-MY" sz="1700" b="1"/>
              <a:t>Key Components:</a:t>
            </a:r>
          </a:p>
          <a:p>
            <a:pPr lvl="1"/>
            <a:r>
              <a:rPr lang="en-MY" sz="1700"/>
              <a:t>Virtual machines (VMs)</a:t>
            </a:r>
          </a:p>
          <a:p>
            <a:pPr lvl="1"/>
            <a:r>
              <a:rPr lang="en-MY" sz="1700"/>
              <a:t>Storage (object, block, file)</a:t>
            </a:r>
          </a:p>
          <a:p>
            <a:pPr lvl="1"/>
            <a:r>
              <a:rPr lang="en-MY" sz="1700"/>
              <a:t>Networking (virtual networks, firewalls, load balancers)</a:t>
            </a:r>
          </a:p>
          <a:p>
            <a:endParaRPr lang="en-US" sz="1700"/>
          </a:p>
        </p:txBody>
      </p:sp>
    </p:spTree>
    <p:extLst>
      <p:ext uri="{BB962C8B-B14F-4D97-AF65-F5344CB8AC3E}">
        <p14:creationId xmlns:p14="http://schemas.microsoft.com/office/powerpoint/2010/main" val="2975322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6F0B5-5302-D7D0-EBAD-50372371EF57}"/>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IaaS – Benefits and Challenges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009927E8-1ADA-06E7-A7A9-72DF77FB10A9}"/>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7704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03A01-BEEA-4690-0E62-BE38A3249793}"/>
              </a:ext>
            </a:extLst>
          </p:cNvPr>
          <p:cNvSpPr>
            <a:spLocks noGrp="1"/>
          </p:cNvSpPr>
          <p:nvPr>
            <p:ph type="title"/>
          </p:nvPr>
        </p:nvSpPr>
        <p:spPr>
          <a:xfrm>
            <a:off x="838200" y="365125"/>
            <a:ext cx="10515600" cy="1325563"/>
          </a:xfrm>
        </p:spPr>
        <p:txBody>
          <a:bodyPr>
            <a:normAutofit/>
          </a:bodyPr>
          <a:lstStyle/>
          <a:p>
            <a:r>
              <a:rPr lang="en-MY" sz="5400"/>
              <a:t>IaaS Providers and Use Cases</a:t>
            </a:r>
            <a:endParaRPr lang="en-US" sz="5400"/>
          </a:p>
        </p:txBody>
      </p:sp>
      <p:graphicFrame>
        <p:nvGraphicFramePr>
          <p:cNvPr id="5" name="Content Placeholder 2">
            <a:extLst>
              <a:ext uri="{FF2B5EF4-FFF2-40B4-BE49-F238E27FC236}">
                <a16:creationId xmlns:a16="http://schemas.microsoft.com/office/drawing/2014/main" id="{C181772E-67FE-4744-E596-966C6DAA3F1E}"/>
              </a:ext>
            </a:extLst>
          </p:cNvPr>
          <p:cNvGraphicFramePr>
            <a:graphicFrameLocks noGrp="1"/>
          </p:cNvGraphicFramePr>
          <p:nvPr>
            <p:ph idx="1"/>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9761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63;p47">
            <a:extLst>
              <a:ext uri="{FF2B5EF4-FFF2-40B4-BE49-F238E27FC236}">
                <a16:creationId xmlns:a16="http://schemas.microsoft.com/office/drawing/2014/main" id="{3AD42AA0-D018-31B4-3E8C-FFD0B1E03211}"/>
              </a:ext>
            </a:extLst>
          </p:cNvPr>
          <p:cNvSpPr txBox="1"/>
          <p:nvPr/>
        </p:nvSpPr>
        <p:spPr>
          <a:xfrm>
            <a:off x="461600" y="462124"/>
            <a:ext cx="10066658" cy="685331"/>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204666"/>
                </a:solidFill>
                <a:latin typeface="Poppins"/>
                <a:ea typeface="Poppins"/>
                <a:cs typeface="Poppins"/>
                <a:sym typeface="Poppins"/>
              </a:rPr>
              <a:t>Infrastructure As A Service (IAAS)</a:t>
            </a:r>
            <a:endParaRPr sz="3000" b="1" i="0" u="none" strike="noStrike" cap="none">
              <a:solidFill>
                <a:srgbClr val="1155CC"/>
              </a:solidFill>
              <a:latin typeface="Poppins"/>
              <a:ea typeface="Poppins"/>
              <a:cs typeface="Poppins"/>
              <a:sym typeface="Poppins"/>
            </a:endParaRPr>
          </a:p>
        </p:txBody>
      </p:sp>
      <p:pic>
        <p:nvPicPr>
          <p:cNvPr id="6" name="Google Shape;264;p47">
            <a:extLst>
              <a:ext uri="{FF2B5EF4-FFF2-40B4-BE49-F238E27FC236}">
                <a16:creationId xmlns:a16="http://schemas.microsoft.com/office/drawing/2014/main" id="{DFB96346-66A1-01E9-7286-B15ECADE8EC4}"/>
              </a:ext>
            </a:extLst>
          </p:cNvPr>
          <p:cNvPicPr preferRelativeResize="0"/>
          <p:nvPr/>
        </p:nvPicPr>
        <p:blipFill rotWithShape="1">
          <a:blip r:embed="rId2">
            <a:alphaModFix/>
          </a:blip>
          <a:srcRect/>
          <a:stretch/>
        </p:blipFill>
        <p:spPr>
          <a:xfrm>
            <a:off x="1254175" y="1480725"/>
            <a:ext cx="6858467" cy="4250224"/>
          </a:xfrm>
          <a:prstGeom prst="rect">
            <a:avLst/>
          </a:prstGeom>
          <a:noFill/>
          <a:ln>
            <a:noFill/>
          </a:ln>
        </p:spPr>
      </p:pic>
      <p:grpSp>
        <p:nvGrpSpPr>
          <p:cNvPr id="7" name="Google Shape;265;p47">
            <a:extLst>
              <a:ext uri="{FF2B5EF4-FFF2-40B4-BE49-F238E27FC236}">
                <a16:creationId xmlns:a16="http://schemas.microsoft.com/office/drawing/2014/main" id="{D15B4E74-0DB3-26A7-425C-3CC10F42627D}"/>
              </a:ext>
            </a:extLst>
          </p:cNvPr>
          <p:cNvGrpSpPr/>
          <p:nvPr/>
        </p:nvGrpSpPr>
        <p:grpSpPr>
          <a:xfrm>
            <a:off x="8978738" y="1074220"/>
            <a:ext cx="1460770" cy="3121591"/>
            <a:chOff x="1307475" y="987205"/>
            <a:chExt cx="1071824" cy="2020995"/>
          </a:xfrm>
        </p:grpSpPr>
        <p:pic>
          <p:nvPicPr>
            <p:cNvPr id="8" name="Google Shape;266;p47">
              <a:extLst>
                <a:ext uri="{FF2B5EF4-FFF2-40B4-BE49-F238E27FC236}">
                  <a16:creationId xmlns:a16="http://schemas.microsoft.com/office/drawing/2014/main" id="{03E05DB1-2C10-3544-4F1B-64D1479AD3D6}"/>
                </a:ext>
              </a:extLst>
            </p:cNvPr>
            <p:cNvPicPr preferRelativeResize="0"/>
            <p:nvPr/>
          </p:nvPicPr>
          <p:blipFill rotWithShape="1">
            <a:blip r:embed="rId3">
              <a:alphaModFix/>
            </a:blip>
            <a:srcRect/>
            <a:stretch/>
          </p:blipFill>
          <p:spPr>
            <a:xfrm>
              <a:off x="1379550" y="1949162"/>
              <a:ext cx="999749" cy="364525"/>
            </a:xfrm>
            <a:prstGeom prst="rect">
              <a:avLst/>
            </a:prstGeom>
            <a:noFill/>
            <a:ln>
              <a:noFill/>
            </a:ln>
          </p:spPr>
        </p:pic>
        <p:pic>
          <p:nvPicPr>
            <p:cNvPr id="9" name="Google Shape;267;p47">
              <a:extLst>
                <a:ext uri="{FF2B5EF4-FFF2-40B4-BE49-F238E27FC236}">
                  <a16:creationId xmlns:a16="http://schemas.microsoft.com/office/drawing/2014/main" id="{7423623E-4DF3-18C5-B6F5-C7318D4A0DBC}"/>
                </a:ext>
              </a:extLst>
            </p:cNvPr>
            <p:cNvPicPr preferRelativeResize="0"/>
            <p:nvPr/>
          </p:nvPicPr>
          <p:blipFill rotWithShape="1">
            <a:blip r:embed="rId4">
              <a:alphaModFix/>
            </a:blip>
            <a:srcRect/>
            <a:stretch/>
          </p:blipFill>
          <p:spPr>
            <a:xfrm>
              <a:off x="1471238" y="2605450"/>
              <a:ext cx="816375" cy="402750"/>
            </a:xfrm>
            <a:prstGeom prst="rect">
              <a:avLst/>
            </a:prstGeom>
            <a:noFill/>
            <a:ln>
              <a:noFill/>
            </a:ln>
          </p:spPr>
        </p:pic>
        <p:pic>
          <p:nvPicPr>
            <p:cNvPr id="10" name="Google Shape;268;p47">
              <a:extLst>
                <a:ext uri="{FF2B5EF4-FFF2-40B4-BE49-F238E27FC236}">
                  <a16:creationId xmlns:a16="http://schemas.microsoft.com/office/drawing/2014/main" id="{7D6D5B42-C262-2E12-6CA1-2C82EB55C069}"/>
                </a:ext>
              </a:extLst>
            </p:cNvPr>
            <p:cNvPicPr preferRelativeResize="0"/>
            <p:nvPr/>
          </p:nvPicPr>
          <p:blipFill rotWithShape="1">
            <a:blip r:embed="rId5">
              <a:alphaModFix/>
            </a:blip>
            <a:srcRect/>
            <a:stretch/>
          </p:blipFill>
          <p:spPr>
            <a:xfrm>
              <a:off x="1307475" y="987205"/>
              <a:ext cx="816374" cy="816394"/>
            </a:xfrm>
            <a:prstGeom prst="rect">
              <a:avLst/>
            </a:prstGeom>
            <a:noFill/>
            <a:ln>
              <a:noFill/>
            </a:ln>
          </p:spPr>
        </p:pic>
      </p:grpSp>
      <p:pic>
        <p:nvPicPr>
          <p:cNvPr id="11" name="Google Shape;269;p47">
            <a:extLst>
              <a:ext uri="{FF2B5EF4-FFF2-40B4-BE49-F238E27FC236}">
                <a16:creationId xmlns:a16="http://schemas.microsoft.com/office/drawing/2014/main" id="{B68BD526-5148-7C0E-3F7B-88DA41BBC336}"/>
              </a:ext>
            </a:extLst>
          </p:cNvPr>
          <p:cNvPicPr preferRelativeResize="0"/>
          <p:nvPr/>
        </p:nvPicPr>
        <p:blipFill rotWithShape="1">
          <a:blip r:embed="rId6">
            <a:alphaModFix/>
          </a:blip>
          <a:srcRect/>
          <a:stretch/>
        </p:blipFill>
        <p:spPr>
          <a:xfrm>
            <a:off x="10280723" y="1874641"/>
            <a:ext cx="1362542" cy="758142"/>
          </a:xfrm>
          <a:prstGeom prst="rect">
            <a:avLst/>
          </a:prstGeom>
          <a:noFill/>
          <a:ln>
            <a:noFill/>
          </a:ln>
        </p:spPr>
      </p:pic>
      <p:pic>
        <p:nvPicPr>
          <p:cNvPr id="12" name="Google Shape;270;p47">
            <a:extLst>
              <a:ext uri="{FF2B5EF4-FFF2-40B4-BE49-F238E27FC236}">
                <a16:creationId xmlns:a16="http://schemas.microsoft.com/office/drawing/2014/main" id="{13EDF4B3-BD0A-D7E5-A81F-42463EE7DF2C}"/>
              </a:ext>
            </a:extLst>
          </p:cNvPr>
          <p:cNvPicPr preferRelativeResize="0"/>
          <p:nvPr/>
        </p:nvPicPr>
        <p:blipFill rotWithShape="1">
          <a:blip r:embed="rId7">
            <a:alphaModFix/>
          </a:blip>
          <a:srcRect/>
          <a:stretch/>
        </p:blipFill>
        <p:spPr>
          <a:xfrm>
            <a:off x="10669009" y="2891949"/>
            <a:ext cx="947727" cy="1074102"/>
          </a:xfrm>
          <a:prstGeom prst="rect">
            <a:avLst/>
          </a:prstGeom>
          <a:noFill/>
          <a:ln>
            <a:noFill/>
          </a:ln>
        </p:spPr>
      </p:pic>
      <p:pic>
        <p:nvPicPr>
          <p:cNvPr id="13" name="Google Shape;271;p47">
            <a:extLst>
              <a:ext uri="{FF2B5EF4-FFF2-40B4-BE49-F238E27FC236}">
                <a16:creationId xmlns:a16="http://schemas.microsoft.com/office/drawing/2014/main" id="{80B14967-3051-8465-FCE5-73958A47DD2F}"/>
              </a:ext>
            </a:extLst>
          </p:cNvPr>
          <p:cNvPicPr preferRelativeResize="0"/>
          <p:nvPr/>
        </p:nvPicPr>
        <p:blipFill rotWithShape="1">
          <a:blip r:embed="rId8">
            <a:alphaModFix/>
          </a:blip>
          <a:srcRect/>
          <a:stretch/>
        </p:blipFill>
        <p:spPr>
          <a:xfrm>
            <a:off x="9509307" y="4583192"/>
            <a:ext cx="2037902" cy="323358"/>
          </a:xfrm>
          <a:prstGeom prst="rect">
            <a:avLst/>
          </a:prstGeom>
          <a:noFill/>
          <a:ln>
            <a:noFill/>
          </a:ln>
        </p:spPr>
      </p:pic>
    </p:spTree>
    <p:extLst>
      <p:ext uri="{BB962C8B-B14F-4D97-AF65-F5344CB8AC3E}">
        <p14:creationId xmlns:p14="http://schemas.microsoft.com/office/powerpoint/2010/main" val="3369709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7" descr="A group of blue and orange rectangular boxes with text&#10;&#10;Description automatically generated with medium confidence">
            <a:extLst>
              <a:ext uri="{FF2B5EF4-FFF2-40B4-BE49-F238E27FC236}">
                <a16:creationId xmlns:a16="http://schemas.microsoft.com/office/drawing/2014/main" id="{33C3E878-DC3C-D9C5-30F1-1F3BE4212474}"/>
              </a:ext>
            </a:extLst>
          </p:cNvPr>
          <p:cNvPicPr>
            <a:picLocks noChangeAspect="1"/>
          </p:cNvPicPr>
          <p:nvPr/>
        </p:nvPicPr>
        <p:blipFill>
          <a:blip r:embed="rId2"/>
          <a:stretch>
            <a:fillRect/>
          </a:stretch>
        </p:blipFill>
        <p:spPr>
          <a:xfrm>
            <a:off x="851287" y="1170497"/>
            <a:ext cx="10329317" cy="4803133"/>
          </a:xfrm>
          <a:prstGeom prst="rect">
            <a:avLst/>
          </a:prstGeom>
        </p:spPr>
      </p:pic>
    </p:spTree>
    <p:extLst>
      <p:ext uri="{BB962C8B-B14F-4D97-AF65-F5344CB8AC3E}">
        <p14:creationId xmlns:p14="http://schemas.microsoft.com/office/powerpoint/2010/main" val="33621634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350;p51" descr="A screen shot of a computer&#10;&#10;Description automatically generated">
            <a:extLst>
              <a:ext uri="{FF2B5EF4-FFF2-40B4-BE49-F238E27FC236}">
                <a16:creationId xmlns:a16="http://schemas.microsoft.com/office/drawing/2014/main" id="{28D5A9CC-6DFE-F30A-3814-B0105E3B905D}"/>
              </a:ext>
            </a:extLst>
          </p:cNvPr>
          <p:cNvPicPr preferRelativeResize="0"/>
          <p:nvPr/>
        </p:nvPicPr>
        <p:blipFill rotWithShape="1">
          <a:blip r:embed="rId2"/>
          <a:stretch/>
        </p:blipFill>
        <p:spPr>
          <a:xfrm>
            <a:off x="1310442" y="2269179"/>
            <a:ext cx="9571115" cy="3948085"/>
          </a:xfrm>
          <a:prstGeom prst="rect">
            <a:avLst/>
          </a:prstGeom>
          <a:noFill/>
        </p:spPr>
      </p:pic>
    </p:spTree>
    <p:extLst>
      <p:ext uri="{BB962C8B-B14F-4D97-AF65-F5344CB8AC3E}">
        <p14:creationId xmlns:p14="http://schemas.microsoft.com/office/powerpoint/2010/main" val="2084735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2890-4BFD-7373-527B-3928A001B3F9}"/>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Dynamic Infrastructure</a:t>
            </a:r>
            <a:endParaRPr lang="en-US" sz="4000">
              <a:solidFill>
                <a:srgbClr val="FFFFFF"/>
              </a:solidFill>
            </a:endParaRPr>
          </a:p>
        </p:txBody>
      </p:sp>
      <p:graphicFrame>
        <p:nvGraphicFramePr>
          <p:cNvPr id="17" name="Content Placeholder 2">
            <a:extLst>
              <a:ext uri="{FF2B5EF4-FFF2-40B4-BE49-F238E27FC236}">
                <a16:creationId xmlns:a16="http://schemas.microsoft.com/office/drawing/2014/main" id="{350608BD-B249-CCB0-631B-9973524EC030}"/>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929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1D03-A254-B654-7C51-CE67F64405C5}"/>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Key Components of Dynamic Infrastructure</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37A694C1-4185-EB3D-AD05-FFB43C81078B}"/>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8901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D85C-9570-35D0-2FC1-57020BD92E1F}"/>
              </a:ext>
            </a:extLst>
          </p:cNvPr>
          <p:cNvSpPr>
            <a:spLocks noGrp="1"/>
          </p:cNvSpPr>
          <p:nvPr>
            <p:ph type="title"/>
          </p:nvPr>
        </p:nvSpPr>
        <p:spPr>
          <a:xfrm>
            <a:off x="1143000" y="990599"/>
            <a:ext cx="9906000" cy="685800"/>
          </a:xfrm>
        </p:spPr>
        <p:txBody>
          <a:bodyPr anchor="t">
            <a:normAutofit/>
          </a:bodyPr>
          <a:lstStyle/>
          <a:p>
            <a:r>
              <a:rPr lang="en-MY" sz="4000"/>
              <a:t>Benefits of a Dynamic Infrastructure</a:t>
            </a:r>
            <a:endParaRPr lang="en-US" sz="4000"/>
          </a:p>
        </p:txBody>
      </p:sp>
      <p:graphicFrame>
        <p:nvGraphicFramePr>
          <p:cNvPr id="5" name="Content Placeholder 2">
            <a:extLst>
              <a:ext uri="{FF2B5EF4-FFF2-40B4-BE49-F238E27FC236}">
                <a16:creationId xmlns:a16="http://schemas.microsoft.com/office/drawing/2014/main" id="{694A0BEE-4710-9274-DEAF-F8B393EBD743}"/>
              </a:ext>
            </a:extLst>
          </p:cNvPr>
          <p:cNvGraphicFramePr>
            <a:graphicFrameLocks noGrp="1"/>
          </p:cNvGraphicFramePr>
          <p:nvPr>
            <p:ph idx="1"/>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77923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9" name="Google Shape;459;p66"/>
          <p:cNvSpPr txBox="1"/>
          <p:nvPr/>
        </p:nvSpPr>
        <p:spPr>
          <a:xfrm>
            <a:off x="4453100" y="520468"/>
            <a:ext cx="3697200" cy="615513"/>
          </a:xfrm>
          <a:prstGeom prst="rect">
            <a:avLst/>
          </a:prstGeom>
          <a:noFill/>
          <a:ln>
            <a:noFill/>
          </a:ln>
        </p:spPr>
        <p:txBody>
          <a:bodyPr spcFirstLastPara="1" wrap="square" lIns="121900" tIns="121900" rIns="121900" bIns="121900" anchor="t" anchorCtr="0">
            <a:spAutoFit/>
          </a:bodyPr>
          <a:lstStyle/>
          <a:p>
            <a:pPr algn="ctr">
              <a:buClr>
                <a:srgbClr val="000000"/>
              </a:buClr>
              <a:buSzPts val="1800"/>
            </a:pPr>
            <a:r>
              <a:rPr lang="en" sz="2400" b="1" dirty="0" err="1">
                <a:solidFill>
                  <a:srgbClr val="000000"/>
                </a:solidFill>
                <a:latin typeface="Poppins"/>
                <a:ea typeface="Poppins"/>
                <a:cs typeface="Poppins"/>
                <a:sym typeface="Poppins"/>
              </a:rPr>
              <a:t>Izrulfizal</a:t>
            </a:r>
            <a:r>
              <a:rPr lang="en" sz="2400" b="1" dirty="0">
                <a:solidFill>
                  <a:srgbClr val="000000"/>
                </a:solidFill>
                <a:latin typeface="Poppins"/>
                <a:ea typeface="Poppins"/>
                <a:cs typeface="Poppins"/>
                <a:sym typeface="Poppins"/>
              </a:rPr>
              <a:t> Shoe Store</a:t>
            </a:r>
            <a:endParaRPr sz="2400" b="1" dirty="0">
              <a:solidFill>
                <a:srgbClr val="000000"/>
              </a:solidFill>
              <a:latin typeface="Poppins"/>
              <a:ea typeface="Poppins"/>
              <a:cs typeface="Poppins"/>
              <a:sym typeface="Poppins"/>
            </a:endParaRPr>
          </a:p>
        </p:txBody>
      </p:sp>
      <p:pic>
        <p:nvPicPr>
          <p:cNvPr id="460" name="Google Shape;460;p66"/>
          <p:cNvPicPr preferRelativeResize="0"/>
          <p:nvPr/>
        </p:nvPicPr>
        <p:blipFill rotWithShape="1">
          <a:blip r:embed="rId3">
            <a:alphaModFix/>
          </a:blip>
          <a:srcRect l="11641" r="7392"/>
          <a:stretch/>
        </p:blipFill>
        <p:spPr>
          <a:xfrm>
            <a:off x="1617401" y="2690600"/>
            <a:ext cx="1862167" cy="1549737"/>
          </a:xfrm>
          <a:prstGeom prst="rect">
            <a:avLst/>
          </a:prstGeom>
          <a:noFill/>
          <a:ln>
            <a:noFill/>
          </a:ln>
        </p:spPr>
      </p:pic>
      <p:sp>
        <p:nvSpPr>
          <p:cNvPr id="461" name="Google Shape;461;p66"/>
          <p:cNvSpPr txBox="1"/>
          <p:nvPr/>
        </p:nvSpPr>
        <p:spPr>
          <a:xfrm>
            <a:off x="1650841" y="4240317"/>
            <a:ext cx="1795200" cy="738623"/>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 sz="1600" dirty="0">
                <a:solidFill>
                  <a:srgbClr val="000000"/>
                </a:solidFill>
                <a:latin typeface="Proxima Nova"/>
                <a:ea typeface="Proxima Nova"/>
                <a:cs typeface="Proxima Nova"/>
                <a:sym typeface="Proxima Nova"/>
              </a:rPr>
              <a:t>HQ &amp; </a:t>
            </a:r>
            <a:r>
              <a:rPr lang="en" sz="1600" dirty="0" err="1">
                <a:solidFill>
                  <a:srgbClr val="000000"/>
                </a:solidFill>
                <a:latin typeface="Proxima Nova"/>
                <a:ea typeface="Proxima Nova"/>
                <a:cs typeface="Proxima Nova"/>
                <a:sym typeface="Proxima Nova"/>
              </a:rPr>
              <a:t>Izrulfizal</a:t>
            </a:r>
            <a:r>
              <a:rPr lang="en" sz="1600" dirty="0">
                <a:solidFill>
                  <a:srgbClr val="000000"/>
                </a:solidFill>
                <a:latin typeface="Proxima Nova"/>
                <a:ea typeface="Proxima Nova"/>
                <a:cs typeface="Proxima Nova"/>
                <a:sym typeface="Proxima Nova"/>
              </a:rPr>
              <a:t> Shoe Store</a:t>
            </a:r>
            <a:endParaRPr sz="1600" dirty="0">
              <a:solidFill>
                <a:srgbClr val="000000"/>
              </a:solidFill>
              <a:latin typeface="Proxima Nova"/>
              <a:ea typeface="Proxima Nova"/>
              <a:cs typeface="Proxima Nova"/>
              <a:sym typeface="Proxima Nova"/>
            </a:endParaRPr>
          </a:p>
        </p:txBody>
      </p:sp>
      <p:sp>
        <p:nvSpPr>
          <p:cNvPr id="462" name="Google Shape;462;p66"/>
          <p:cNvSpPr/>
          <p:nvPr/>
        </p:nvSpPr>
        <p:spPr>
          <a:xfrm>
            <a:off x="7144467" y="2273367"/>
            <a:ext cx="1787200" cy="4000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algn="ctr">
              <a:buClr>
                <a:srgbClr val="000000"/>
              </a:buClr>
              <a:buSzPts val="1200"/>
            </a:pPr>
            <a:r>
              <a:rPr lang="en" sz="1600">
                <a:solidFill>
                  <a:srgbClr val="000000"/>
                </a:solidFill>
                <a:latin typeface="Proxima Nova"/>
                <a:ea typeface="Proxima Nova"/>
                <a:cs typeface="Proxima Nova"/>
                <a:sym typeface="Proxima Nova"/>
              </a:rPr>
              <a:t>HR System</a:t>
            </a:r>
            <a:endParaRPr sz="1600">
              <a:solidFill>
                <a:srgbClr val="000000"/>
              </a:solidFill>
              <a:latin typeface="Proxima Nova"/>
              <a:ea typeface="Proxima Nova"/>
              <a:cs typeface="Proxima Nova"/>
              <a:sym typeface="Proxima Nova"/>
            </a:endParaRPr>
          </a:p>
        </p:txBody>
      </p:sp>
      <p:sp>
        <p:nvSpPr>
          <p:cNvPr id="463" name="Google Shape;463;p66"/>
          <p:cNvSpPr/>
          <p:nvPr/>
        </p:nvSpPr>
        <p:spPr>
          <a:xfrm>
            <a:off x="7144467" y="3073333"/>
            <a:ext cx="1787200" cy="4000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algn="ctr">
              <a:buClr>
                <a:srgbClr val="000000"/>
              </a:buClr>
              <a:buSzPts val="1200"/>
            </a:pPr>
            <a:r>
              <a:rPr lang="en" sz="1600">
                <a:solidFill>
                  <a:srgbClr val="000000"/>
                </a:solidFill>
                <a:latin typeface="Proxima Nova"/>
                <a:ea typeface="Proxima Nova"/>
                <a:cs typeface="Proxima Nova"/>
                <a:sym typeface="Proxima Nova"/>
              </a:rPr>
              <a:t>CCTV</a:t>
            </a:r>
            <a:endParaRPr sz="1600">
              <a:solidFill>
                <a:srgbClr val="000000"/>
              </a:solidFill>
              <a:latin typeface="Proxima Nova"/>
              <a:ea typeface="Proxima Nova"/>
              <a:cs typeface="Proxima Nova"/>
              <a:sym typeface="Proxima Nova"/>
            </a:endParaRPr>
          </a:p>
        </p:txBody>
      </p:sp>
      <p:sp>
        <p:nvSpPr>
          <p:cNvPr id="464" name="Google Shape;464;p66"/>
          <p:cNvSpPr/>
          <p:nvPr/>
        </p:nvSpPr>
        <p:spPr>
          <a:xfrm>
            <a:off x="7206067" y="3873300"/>
            <a:ext cx="1787200" cy="4000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algn="ctr">
              <a:buClr>
                <a:srgbClr val="000000"/>
              </a:buClr>
              <a:buSzPts val="1200"/>
            </a:pPr>
            <a:r>
              <a:rPr lang="en" sz="1600">
                <a:solidFill>
                  <a:srgbClr val="000000"/>
                </a:solidFill>
                <a:latin typeface="Proxima Nova"/>
                <a:ea typeface="Proxima Nova"/>
                <a:cs typeface="Proxima Nova"/>
                <a:sym typeface="Proxima Nova"/>
              </a:rPr>
              <a:t>Financial System</a:t>
            </a:r>
            <a:endParaRPr sz="1600">
              <a:solidFill>
                <a:srgbClr val="000000"/>
              </a:solidFill>
              <a:latin typeface="Proxima Nova"/>
              <a:ea typeface="Proxima Nova"/>
              <a:cs typeface="Proxima Nova"/>
              <a:sym typeface="Proxima Nova"/>
            </a:endParaRPr>
          </a:p>
        </p:txBody>
      </p:sp>
      <p:sp>
        <p:nvSpPr>
          <p:cNvPr id="465" name="Google Shape;465;p66"/>
          <p:cNvSpPr/>
          <p:nvPr/>
        </p:nvSpPr>
        <p:spPr>
          <a:xfrm>
            <a:off x="7055267" y="4713733"/>
            <a:ext cx="2269200" cy="6356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algn="ctr">
              <a:buClr>
                <a:srgbClr val="000000"/>
              </a:buClr>
              <a:buSzPts val="1200"/>
            </a:pPr>
            <a:r>
              <a:rPr lang="en" sz="1600">
                <a:solidFill>
                  <a:srgbClr val="000000"/>
                </a:solidFill>
                <a:latin typeface="Proxima Nova"/>
                <a:ea typeface="Proxima Nova"/>
                <a:cs typeface="Proxima Nova"/>
                <a:sym typeface="Proxima Nova"/>
              </a:rPr>
              <a:t>Integrated SOP System</a:t>
            </a:r>
            <a:endParaRPr sz="1600">
              <a:solidFill>
                <a:srgbClr val="000000"/>
              </a:solidFill>
              <a:latin typeface="Proxima Nova"/>
              <a:ea typeface="Proxima Nova"/>
              <a:cs typeface="Proxima Nova"/>
              <a:sym typeface="Proxima Nova"/>
            </a:endParaRPr>
          </a:p>
        </p:txBody>
      </p:sp>
      <p:sp>
        <p:nvSpPr>
          <p:cNvPr id="466" name="Google Shape;466;p66"/>
          <p:cNvSpPr/>
          <p:nvPr/>
        </p:nvSpPr>
        <p:spPr>
          <a:xfrm>
            <a:off x="6899667" y="5789767"/>
            <a:ext cx="2400000" cy="4000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algn="ctr">
              <a:buClr>
                <a:srgbClr val="000000"/>
              </a:buClr>
              <a:buSzPts val="1200"/>
            </a:pPr>
            <a:r>
              <a:rPr lang="en" sz="1600">
                <a:solidFill>
                  <a:srgbClr val="000000"/>
                </a:solidFill>
                <a:latin typeface="Proxima Nova"/>
                <a:ea typeface="Proxima Nova"/>
                <a:cs typeface="Proxima Nova"/>
                <a:sym typeface="Proxima Nova"/>
              </a:rPr>
              <a:t>Business Monitoring </a:t>
            </a:r>
            <a:endParaRPr sz="1600">
              <a:solidFill>
                <a:srgbClr val="000000"/>
              </a:solidFill>
              <a:latin typeface="Proxima Nova"/>
              <a:ea typeface="Proxima Nova"/>
              <a:cs typeface="Proxima Nova"/>
              <a:sym typeface="Proxima Nova"/>
            </a:endParaRPr>
          </a:p>
        </p:txBody>
      </p:sp>
      <p:cxnSp>
        <p:nvCxnSpPr>
          <p:cNvPr id="467" name="Google Shape;467;p66"/>
          <p:cNvCxnSpPr>
            <a:endCxn id="462" idx="1"/>
          </p:cNvCxnSpPr>
          <p:nvPr/>
        </p:nvCxnSpPr>
        <p:spPr>
          <a:xfrm rot="10800000" flipH="1">
            <a:off x="3681667" y="2473367"/>
            <a:ext cx="3462800" cy="1357600"/>
          </a:xfrm>
          <a:prstGeom prst="straightConnector1">
            <a:avLst/>
          </a:prstGeom>
          <a:noFill/>
          <a:ln w="9525" cap="flat" cmpd="sng">
            <a:solidFill>
              <a:schemeClr val="dk2"/>
            </a:solidFill>
            <a:prstDash val="solid"/>
            <a:round/>
            <a:headEnd type="none" w="sm" len="sm"/>
            <a:tailEnd type="triangle" w="med" len="med"/>
          </a:ln>
        </p:spPr>
      </p:cxnSp>
      <p:cxnSp>
        <p:nvCxnSpPr>
          <p:cNvPr id="468" name="Google Shape;468;p66"/>
          <p:cNvCxnSpPr>
            <a:endCxn id="463" idx="1"/>
          </p:cNvCxnSpPr>
          <p:nvPr/>
        </p:nvCxnSpPr>
        <p:spPr>
          <a:xfrm rot="10800000" flipH="1">
            <a:off x="3732467" y="3273333"/>
            <a:ext cx="3412000" cy="760000"/>
          </a:xfrm>
          <a:prstGeom prst="straightConnector1">
            <a:avLst/>
          </a:prstGeom>
          <a:noFill/>
          <a:ln w="9525" cap="flat" cmpd="sng">
            <a:solidFill>
              <a:schemeClr val="dk2"/>
            </a:solidFill>
            <a:prstDash val="solid"/>
            <a:round/>
            <a:headEnd type="none" w="sm" len="sm"/>
            <a:tailEnd type="triangle" w="med" len="med"/>
          </a:ln>
        </p:spPr>
      </p:cxnSp>
      <p:cxnSp>
        <p:nvCxnSpPr>
          <p:cNvPr id="469" name="Google Shape;469;p66"/>
          <p:cNvCxnSpPr>
            <a:endCxn id="464" idx="1"/>
          </p:cNvCxnSpPr>
          <p:nvPr/>
        </p:nvCxnSpPr>
        <p:spPr>
          <a:xfrm rot="10800000" flipH="1">
            <a:off x="3762867" y="4073300"/>
            <a:ext cx="3443200" cy="243200"/>
          </a:xfrm>
          <a:prstGeom prst="straightConnector1">
            <a:avLst/>
          </a:prstGeom>
          <a:noFill/>
          <a:ln w="9525" cap="flat" cmpd="sng">
            <a:solidFill>
              <a:schemeClr val="dk2"/>
            </a:solidFill>
            <a:prstDash val="solid"/>
            <a:round/>
            <a:headEnd type="none" w="sm" len="sm"/>
            <a:tailEnd type="triangle" w="med" len="med"/>
          </a:ln>
        </p:spPr>
      </p:cxnSp>
      <p:cxnSp>
        <p:nvCxnSpPr>
          <p:cNvPr id="470" name="Google Shape;470;p66"/>
          <p:cNvCxnSpPr>
            <a:endCxn id="465" idx="1"/>
          </p:cNvCxnSpPr>
          <p:nvPr/>
        </p:nvCxnSpPr>
        <p:spPr>
          <a:xfrm>
            <a:off x="3742467" y="4599933"/>
            <a:ext cx="3312800" cy="431600"/>
          </a:xfrm>
          <a:prstGeom prst="straightConnector1">
            <a:avLst/>
          </a:prstGeom>
          <a:noFill/>
          <a:ln w="9525" cap="flat" cmpd="sng">
            <a:solidFill>
              <a:schemeClr val="dk2"/>
            </a:solidFill>
            <a:prstDash val="solid"/>
            <a:round/>
            <a:headEnd type="none" w="sm" len="sm"/>
            <a:tailEnd type="triangle" w="med" len="med"/>
          </a:ln>
        </p:spPr>
      </p:cxnSp>
      <p:cxnSp>
        <p:nvCxnSpPr>
          <p:cNvPr id="471" name="Google Shape;471;p66"/>
          <p:cNvCxnSpPr>
            <a:endCxn id="466" idx="1"/>
          </p:cNvCxnSpPr>
          <p:nvPr/>
        </p:nvCxnSpPr>
        <p:spPr>
          <a:xfrm>
            <a:off x="3793267" y="4933767"/>
            <a:ext cx="3106400" cy="1056000"/>
          </a:xfrm>
          <a:prstGeom prst="straightConnector1">
            <a:avLst/>
          </a:prstGeom>
          <a:noFill/>
          <a:ln w="9525" cap="flat" cmpd="sng">
            <a:solidFill>
              <a:schemeClr val="dk2"/>
            </a:solidFill>
            <a:prstDash val="solid"/>
            <a:round/>
            <a:headEnd type="none" w="sm" len="sm"/>
            <a:tailEnd type="triangle" w="med" len="med"/>
          </a:ln>
        </p:spPr>
      </p:cxnSp>
      <p:sp>
        <p:nvSpPr>
          <p:cNvPr id="472" name="Google Shape;472;p66"/>
          <p:cNvSpPr/>
          <p:nvPr/>
        </p:nvSpPr>
        <p:spPr>
          <a:xfrm>
            <a:off x="7144467" y="1380967"/>
            <a:ext cx="1787200" cy="400000"/>
          </a:xfrm>
          <a:prstGeom prst="roundRect">
            <a:avLst>
              <a:gd name="adj" fmla="val 16667"/>
            </a:avLst>
          </a:prstGeom>
          <a:solidFill>
            <a:schemeClr val="lt2"/>
          </a:solidFill>
          <a:ln>
            <a:noFill/>
          </a:ln>
        </p:spPr>
        <p:txBody>
          <a:bodyPr spcFirstLastPara="1" wrap="square" lIns="121900" tIns="121900" rIns="121900" bIns="121900" anchor="ctr" anchorCtr="0">
            <a:noAutofit/>
          </a:bodyPr>
          <a:lstStyle/>
          <a:p>
            <a:pPr algn="ctr">
              <a:buClr>
                <a:srgbClr val="000000"/>
              </a:buClr>
              <a:buSzPts val="1200"/>
            </a:pPr>
            <a:r>
              <a:rPr lang="en" sz="1600">
                <a:solidFill>
                  <a:srgbClr val="000000"/>
                </a:solidFill>
                <a:latin typeface="Proxima Nova"/>
                <a:ea typeface="Proxima Nova"/>
                <a:cs typeface="Proxima Nova"/>
                <a:sym typeface="Proxima Nova"/>
              </a:rPr>
              <a:t>e-Commerce</a:t>
            </a:r>
            <a:endParaRPr sz="1600">
              <a:solidFill>
                <a:srgbClr val="000000"/>
              </a:solidFill>
              <a:latin typeface="Proxima Nova"/>
              <a:ea typeface="Proxima Nova"/>
              <a:cs typeface="Proxima Nova"/>
              <a:sym typeface="Proxima Nova"/>
            </a:endParaRPr>
          </a:p>
        </p:txBody>
      </p:sp>
      <p:cxnSp>
        <p:nvCxnSpPr>
          <p:cNvPr id="473" name="Google Shape;473;p66"/>
          <p:cNvCxnSpPr>
            <a:endCxn id="472" idx="1"/>
          </p:cNvCxnSpPr>
          <p:nvPr/>
        </p:nvCxnSpPr>
        <p:spPr>
          <a:xfrm rot="10800000" flipH="1">
            <a:off x="3813267" y="1580967"/>
            <a:ext cx="3331200" cy="18276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80" name="Google Shape;480;p67"/>
          <p:cNvSpPr txBox="1"/>
          <p:nvPr/>
        </p:nvSpPr>
        <p:spPr>
          <a:xfrm>
            <a:off x="3866400" y="611501"/>
            <a:ext cx="3697200" cy="615513"/>
          </a:xfrm>
          <a:prstGeom prst="rect">
            <a:avLst/>
          </a:prstGeom>
          <a:noFill/>
          <a:ln>
            <a:noFill/>
          </a:ln>
        </p:spPr>
        <p:txBody>
          <a:bodyPr spcFirstLastPara="1" wrap="square" lIns="121900" tIns="121900" rIns="121900" bIns="121900" anchor="t" anchorCtr="0">
            <a:spAutoFit/>
          </a:bodyPr>
          <a:lstStyle/>
          <a:p>
            <a:pPr>
              <a:buClr>
                <a:srgbClr val="000000"/>
              </a:buClr>
              <a:buSzPts val="1800"/>
            </a:pPr>
            <a:r>
              <a:rPr lang="en" sz="2400" b="1" dirty="0" err="1">
                <a:solidFill>
                  <a:srgbClr val="000000"/>
                </a:solidFill>
                <a:latin typeface="Poppins"/>
                <a:ea typeface="Poppins"/>
                <a:cs typeface="Poppins"/>
                <a:sym typeface="Poppins"/>
              </a:rPr>
              <a:t>Izrulfizal</a:t>
            </a:r>
            <a:r>
              <a:rPr lang="en" sz="2400" b="1" dirty="0">
                <a:solidFill>
                  <a:srgbClr val="000000"/>
                </a:solidFill>
                <a:latin typeface="Poppins"/>
                <a:ea typeface="Poppins"/>
                <a:cs typeface="Poppins"/>
                <a:sym typeface="Poppins"/>
              </a:rPr>
              <a:t> Shoe Store</a:t>
            </a:r>
            <a:endParaRPr sz="2400" b="1" dirty="0">
              <a:solidFill>
                <a:srgbClr val="000000"/>
              </a:solidFill>
              <a:latin typeface="Poppins"/>
              <a:ea typeface="Poppins"/>
              <a:cs typeface="Poppins"/>
              <a:sym typeface="Poppins"/>
            </a:endParaRPr>
          </a:p>
        </p:txBody>
      </p:sp>
      <p:cxnSp>
        <p:nvCxnSpPr>
          <p:cNvPr id="481" name="Google Shape;481;p67"/>
          <p:cNvCxnSpPr/>
          <p:nvPr/>
        </p:nvCxnSpPr>
        <p:spPr>
          <a:xfrm rot="10800000" flipH="1">
            <a:off x="3985200" y="3338100"/>
            <a:ext cx="2842400" cy="39200"/>
          </a:xfrm>
          <a:prstGeom prst="straightConnector1">
            <a:avLst/>
          </a:prstGeom>
          <a:noFill/>
          <a:ln w="19050" cap="flat" cmpd="sng">
            <a:solidFill>
              <a:schemeClr val="dk2"/>
            </a:solidFill>
            <a:prstDash val="solid"/>
            <a:round/>
            <a:headEnd type="none" w="sm" len="sm"/>
            <a:tailEnd type="triangle" w="med" len="med"/>
          </a:ln>
        </p:spPr>
      </p:cxnSp>
      <p:sp>
        <p:nvSpPr>
          <p:cNvPr id="482" name="Google Shape;482;p67"/>
          <p:cNvSpPr txBox="1"/>
          <p:nvPr/>
        </p:nvSpPr>
        <p:spPr>
          <a:xfrm>
            <a:off x="7280500" y="2943067"/>
            <a:ext cx="2737600" cy="492402"/>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600" b="1">
                <a:solidFill>
                  <a:srgbClr val="000000"/>
                </a:solidFill>
                <a:latin typeface="Proxima Nova"/>
                <a:ea typeface="Proxima Nova"/>
                <a:cs typeface="Proxima Nova"/>
                <a:sym typeface="Proxima Nova"/>
              </a:rPr>
              <a:t>Traditional way:</a:t>
            </a:r>
            <a:endParaRPr sz="1600">
              <a:solidFill>
                <a:srgbClr val="000000"/>
              </a:solidFill>
              <a:latin typeface="Proxima Nova"/>
              <a:ea typeface="Proxima Nova"/>
              <a:cs typeface="Proxima Nova"/>
              <a:sym typeface="Proxima Nova"/>
            </a:endParaRPr>
          </a:p>
        </p:txBody>
      </p:sp>
      <p:pic>
        <p:nvPicPr>
          <p:cNvPr id="483" name="Google Shape;483;p67"/>
          <p:cNvPicPr preferRelativeResize="0"/>
          <p:nvPr/>
        </p:nvPicPr>
        <p:blipFill rotWithShape="1">
          <a:blip r:embed="rId3">
            <a:alphaModFix/>
          </a:blip>
          <a:srcRect l="11641" r="7392"/>
          <a:stretch/>
        </p:blipFill>
        <p:spPr>
          <a:xfrm>
            <a:off x="1617401" y="2690600"/>
            <a:ext cx="1862167" cy="1549737"/>
          </a:xfrm>
          <a:prstGeom prst="rect">
            <a:avLst/>
          </a:prstGeom>
          <a:noFill/>
          <a:ln>
            <a:noFill/>
          </a:ln>
        </p:spPr>
      </p:pic>
      <p:sp>
        <p:nvSpPr>
          <p:cNvPr id="484" name="Google Shape;484;p67"/>
          <p:cNvSpPr txBox="1"/>
          <p:nvPr/>
        </p:nvSpPr>
        <p:spPr>
          <a:xfrm>
            <a:off x="1650841" y="4240317"/>
            <a:ext cx="1795200" cy="738623"/>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 sz="1600" dirty="0">
                <a:solidFill>
                  <a:srgbClr val="000000"/>
                </a:solidFill>
                <a:latin typeface="Proxima Nova"/>
                <a:ea typeface="Proxima Nova"/>
                <a:cs typeface="Proxima Nova"/>
                <a:sym typeface="Proxima Nova"/>
              </a:rPr>
              <a:t>HQ &amp; </a:t>
            </a:r>
            <a:r>
              <a:rPr lang="en" sz="1600" dirty="0" err="1">
                <a:solidFill>
                  <a:srgbClr val="000000"/>
                </a:solidFill>
                <a:latin typeface="Proxima Nova"/>
                <a:ea typeface="Proxima Nova"/>
                <a:cs typeface="Proxima Nova"/>
                <a:sym typeface="Proxima Nova"/>
              </a:rPr>
              <a:t>Izrulfizal</a:t>
            </a:r>
            <a:r>
              <a:rPr lang="en" sz="1600" dirty="0">
                <a:solidFill>
                  <a:srgbClr val="000000"/>
                </a:solidFill>
                <a:latin typeface="Proxima Nova"/>
                <a:ea typeface="Proxima Nova"/>
                <a:cs typeface="Proxima Nova"/>
                <a:sym typeface="Proxima Nova"/>
              </a:rPr>
              <a:t> Shoe Store</a:t>
            </a:r>
            <a:endParaRPr sz="1600" dirty="0">
              <a:solidFill>
                <a:srgbClr val="000000"/>
              </a:solidFill>
              <a:latin typeface="Proxima Nova"/>
              <a:ea typeface="Proxima Nova"/>
              <a:cs typeface="Proxima Nova"/>
              <a:sym typeface="Proxima Nova"/>
            </a:endParaRPr>
          </a:p>
        </p:txBody>
      </p:sp>
      <p:sp>
        <p:nvSpPr>
          <p:cNvPr id="485" name="Google Shape;485;p67"/>
          <p:cNvSpPr txBox="1"/>
          <p:nvPr/>
        </p:nvSpPr>
        <p:spPr>
          <a:xfrm>
            <a:off x="6979367" y="3377301"/>
            <a:ext cx="4000000" cy="738623"/>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600">
                <a:solidFill>
                  <a:schemeClr val="dk1"/>
                </a:solidFill>
                <a:latin typeface="Proxima Nova"/>
                <a:ea typeface="Proxima Nova"/>
                <a:cs typeface="Proxima Nova"/>
                <a:sym typeface="Proxima Nova"/>
              </a:rPr>
              <a:t>- Weeks/months to setup the infrastructure</a:t>
            </a:r>
            <a:endParaRPr sz="1600">
              <a:solidFill>
                <a:schemeClr val="dk1"/>
              </a:solidFill>
              <a:latin typeface="Proxima Nova"/>
              <a:ea typeface="Proxima Nova"/>
              <a:cs typeface="Proxima Nova"/>
              <a:sym typeface="Proxima Nova"/>
            </a:endParaRPr>
          </a:p>
          <a:p>
            <a:pPr>
              <a:buClr>
                <a:srgbClr val="000000"/>
              </a:buClr>
              <a:buSzPts val="1200"/>
            </a:pPr>
            <a:r>
              <a:rPr lang="en" sz="1600">
                <a:solidFill>
                  <a:schemeClr val="dk1"/>
                </a:solidFill>
                <a:latin typeface="Proxima Nova"/>
                <a:ea typeface="Proxima Nova"/>
                <a:cs typeface="Proxima Nova"/>
                <a:sym typeface="Proxima Nova"/>
              </a:rPr>
              <a:t>- Running business on paper</a:t>
            </a:r>
            <a:endParaRPr sz="1867">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2" name="Google Shape;492;p68"/>
          <p:cNvSpPr txBox="1"/>
          <p:nvPr/>
        </p:nvSpPr>
        <p:spPr>
          <a:xfrm>
            <a:off x="3866400" y="611501"/>
            <a:ext cx="3697200" cy="615513"/>
          </a:xfrm>
          <a:prstGeom prst="rect">
            <a:avLst/>
          </a:prstGeom>
          <a:noFill/>
          <a:ln>
            <a:noFill/>
          </a:ln>
        </p:spPr>
        <p:txBody>
          <a:bodyPr spcFirstLastPara="1" wrap="square" lIns="121900" tIns="121900" rIns="121900" bIns="121900" anchor="t" anchorCtr="0">
            <a:spAutoFit/>
          </a:bodyPr>
          <a:lstStyle/>
          <a:p>
            <a:pPr>
              <a:buClr>
                <a:srgbClr val="000000"/>
              </a:buClr>
              <a:buSzPts val="1800"/>
            </a:pPr>
            <a:r>
              <a:rPr lang="en" sz="2400" b="1" dirty="0" err="1">
                <a:solidFill>
                  <a:srgbClr val="000000"/>
                </a:solidFill>
                <a:latin typeface="Poppins"/>
                <a:ea typeface="Poppins"/>
                <a:cs typeface="Poppins"/>
                <a:sym typeface="Poppins"/>
              </a:rPr>
              <a:t>Izrulfizal</a:t>
            </a:r>
            <a:r>
              <a:rPr lang="en" sz="2400" b="1" dirty="0">
                <a:solidFill>
                  <a:srgbClr val="000000"/>
                </a:solidFill>
                <a:latin typeface="Poppins"/>
                <a:ea typeface="Poppins"/>
                <a:cs typeface="Poppins"/>
                <a:sym typeface="Poppins"/>
              </a:rPr>
              <a:t> Shoe Store</a:t>
            </a:r>
            <a:endParaRPr sz="2400" b="1" dirty="0">
              <a:solidFill>
                <a:srgbClr val="000000"/>
              </a:solidFill>
              <a:latin typeface="Poppins"/>
              <a:ea typeface="Poppins"/>
              <a:cs typeface="Poppins"/>
              <a:sym typeface="Poppins"/>
            </a:endParaRPr>
          </a:p>
        </p:txBody>
      </p:sp>
      <p:cxnSp>
        <p:nvCxnSpPr>
          <p:cNvPr id="493" name="Google Shape;493;p68"/>
          <p:cNvCxnSpPr/>
          <p:nvPr/>
        </p:nvCxnSpPr>
        <p:spPr>
          <a:xfrm rot="10800000" flipH="1">
            <a:off x="3985200" y="3358100"/>
            <a:ext cx="2953600" cy="19200"/>
          </a:xfrm>
          <a:prstGeom prst="straightConnector1">
            <a:avLst/>
          </a:prstGeom>
          <a:noFill/>
          <a:ln w="19050" cap="flat" cmpd="sng">
            <a:solidFill>
              <a:schemeClr val="dk2"/>
            </a:solidFill>
            <a:prstDash val="solid"/>
            <a:round/>
            <a:headEnd type="none" w="sm" len="sm"/>
            <a:tailEnd type="triangle" w="med" len="med"/>
          </a:ln>
        </p:spPr>
      </p:cxnSp>
      <p:sp>
        <p:nvSpPr>
          <p:cNvPr id="494" name="Google Shape;494;p68"/>
          <p:cNvSpPr txBox="1"/>
          <p:nvPr/>
        </p:nvSpPr>
        <p:spPr>
          <a:xfrm>
            <a:off x="7394500" y="2726667"/>
            <a:ext cx="2737600" cy="492402"/>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600" b="1">
                <a:solidFill>
                  <a:srgbClr val="1155CC"/>
                </a:solidFill>
                <a:latin typeface="Proxima Nova"/>
                <a:ea typeface="Proxima Nova"/>
                <a:cs typeface="Proxima Nova"/>
                <a:sym typeface="Proxima Nova"/>
              </a:rPr>
              <a:t>Modern way:</a:t>
            </a:r>
            <a:endParaRPr sz="1600">
              <a:solidFill>
                <a:srgbClr val="000000"/>
              </a:solidFill>
              <a:latin typeface="Proxima Nova"/>
              <a:ea typeface="Proxima Nova"/>
              <a:cs typeface="Proxima Nova"/>
              <a:sym typeface="Proxima Nova"/>
            </a:endParaRPr>
          </a:p>
        </p:txBody>
      </p:sp>
      <p:pic>
        <p:nvPicPr>
          <p:cNvPr id="495" name="Google Shape;495;p68"/>
          <p:cNvPicPr preferRelativeResize="0"/>
          <p:nvPr/>
        </p:nvPicPr>
        <p:blipFill rotWithShape="1">
          <a:blip r:embed="rId3">
            <a:alphaModFix/>
          </a:blip>
          <a:srcRect l="11641" r="7392"/>
          <a:stretch/>
        </p:blipFill>
        <p:spPr>
          <a:xfrm>
            <a:off x="1617401" y="2690600"/>
            <a:ext cx="1862167" cy="1549737"/>
          </a:xfrm>
          <a:prstGeom prst="rect">
            <a:avLst/>
          </a:prstGeom>
          <a:noFill/>
          <a:ln>
            <a:noFill/>
          </a:ln>
        </p:spPr>
      </p:pic>
      <p:sp>
        <p:nvSpPr>
          <p:cNvPr id="496" name="Google Shape;496;p68"/>
          <p:cNvSpPr txBox="1"/>
          <p:nvPr/>
        </p:nvSpPr>
        <p:spPr>
          <a:xfrm>
            <a:off x="1650841" y="4240317"/>
            <a:ext cx="1795200" cy="738623"/>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 sz="1600" dirty="0">
                <a:solidFill>
                  <a:srgbClr val="000000"/>
                </a:solidFill>
                <a:latin typeface="Proxima Nova"/>
                <a:ea typeface="Proxima Nova"/>
                <a:cs typeface="Proxima Nova"/>
                <a:sym typeface="Proxima Nova"/>
              </a:rPr>
              <a:t>HQ &amp; </a:t>
            </a:r>
            <a:r>
              <a:rPr lang="en" sz="1600" dirty="0" err="1">
                <a:solidFill>
                  <a:srgbClr val="000000"/>
                </a:solidFill>
                <a:latin typeface="Proxima Nova"/>
                <a:ea typeface="Proxima Nova"/>
                <a:cs typeface="Proxima Nova"/>
                <a:sym typeface="Proxima Nova"/>
              </a:rPr>
              <a:t>Izrulfizal</a:t>
            </a:r>
            <a:r>
              <a:rPr lang="en" sz="1600" dirty="0">
                <a:solidFill>
                  <a:srgbClr val="000000"/>
                </a:solidFill>
                <a:latin typeface="Proxima Nova"/>
                <a:ea typeface="Proxima Nova"/>
                <a:cs typeface="Proxima Nova"/>
                <a:sym typeface="Proxima Nova"/>
              </a:rPr>
              <a:t> Shoe Store</a:t>
            </a:r>
            <a:endParaRPr sz="1600" dirty="0">
              <a:solidFill>
                <a:srgbClr val="000000"/>
              </a:solidFill>
              <a:latin typeface="Proxima Nova"/>
              <a:ea typeface="Proxima Nova"/>
              <a:cs typeface="Proxima Nova"/>
              <a:sym typeface="Proxima Nova"/>
            </a:endParaRPr>
          </a:p>
        </p:txBody>
      </p:sp>
      <p:sp>
        <p:nvSpPr>
          <p:cNvPr id="497" name="Google Shape;497;p68"/>
          <p:cNvSpPr txBox="1"/>
          <p:nvPr/>
        </p:nvSpPr>
        <p:spPr>
          <a:xfrm>
            <a:off x="7394500" y="3229585"/>
            <a:ext cx="4000000" cy="1231066"/>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600">
                <a:solidFill>
                  <a:schemeClr val="dk1"/>
                </a:solidFill>
                <a:latin typeface="Proxima Nova"/>
                <a:ea typeface="Proxima Nova"/>
                <a:cs typeface="Proxima Nova"/>
                <a:sym typeface="Proxima Nova"/>
              </a:rPr>
              <a:t>- Cloud hosting</a:t>
            </a:r>
            <a:endParaRPr sz="1600">
              <a:solidFill>
                <a:schemeClr val="dk1"/>
              </a:solidFill>
              <a:latin typeface="Proxima Nova"/>
              <a:ea typeface="Proxima Nova"/>
              <a:cs typeface="Proxima Nova"/>
              <a:sym typeface="Proxima Nova"/>
            </a:endParaRPr>
          </a:p>
          <a:p>
            <a:pPr>
              <a:buClr>
                <a:srgbClr val="000000"/>
              </a:buClr>
              <a:buSzPts val="1200"/>
            </a:pPr>
            <a:r>
              <a:rPr lang="en" sz="1600">
                <a:solidFill>
                  <a:schemeClr val="dk1"/>
                </a:solidFill>
                <a:latin typeface="Proxima Nova"/>
                <a:ea typeface="Proxima Nova"/>
                <a:cs typeface="Proxima Nova"/>
                <a:sym typeface="Proxima Nova"/>
              </a:rPr>
              <a:t>- Server deployment in minutes</a:t>
            </a:r>
            <a:endParaRPr sz="1600">
              <a:solidFill>
                <a:schemeClr val="dk1"/>
              </a:solidFill>
              <a:latin typeface="Proxima Nova"/>
              <a:ea typeface="Proxima Nova"/>
              <a:cs typeface="Proxima Nova"/>
              <a:sym typeface="Proxima Nova"/>
            </a:endParaRPr>
          </a:p>
          <a:p>
            <a:pPr>
              <a:buClr>
                <a:srgbClr val="000000"/>
              </a:buClr>
              <a:buSzPts val="1200"/>
            </a:pPr>
            <a:r>
              <a:rPr lang="en" sz="1600">
                <a:solidFill>
                  <a:schemeClr val="dk1"/>
                </a:solidFill>
                <a:latin typeface="Proxima Nova"/>
                <a:ea typeface="Proxima Nova"/>
                <a:cs typeface="Proxima Nova"/>
                <a:sym typeface="Proxima Nova"/>
              </a:rPr>
              <a:t>- Everything integrated </a:t>
            </a:r>
            <a:endParaRPr sz="1600">
              <a:solidFill>
                <a:schemeClr val="dk1"/>
              </a:solidFill>
              <a:latin typeface="Proxima Nova"/>
              <a:ea typeface="Proxima Nova"/>
              <a:cs typeface="Proxima Nova"/>
              <a:sym typeface="Proxima Nova"/>
            </a:endParaRPr>
          </a:p>
          <a:p>
            <a:pPr>
              <a:buClr>
                <a:srgbClr val="000000"/>
              </a:buClr>
              <a:buSzPts val="1200"/>
            </a:pPr>
            <a:r>
              <a:rPr lang="en" sz="1600">
                <a:solidFill>
                  <a:schemeClr val="dk1"/>
                </a:solidFill>
                <a:latin typeface="Proxima Nova"/>
                <a:ea typeface="Proxima Nova"/>
                <a:cs typeface="Proxima Nova"/>
                <a:sym typeface="Proxima Nova"/>
              </a:rPr>
              <a:t>- Easy accessibility anytime</a:t>
            </a:r>
            <a:endParaRPr sz="1867">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4" name="Google Shape;504;p69"/>
          <p:cNvSpPr txBox="1"/>
          <p:nvPr/>
        </p:nvSpPr>
        <p:spPr>
          <a:xfrm>
            <a:off x="3866400" y="611501"/>
            <a:ext cx="3697200" cy="615513"/>
          </a:xfrm>
          <a:prstGeom prst="rect">
            <a:avLst/>
          </a:prstGeom>
          <a:noFill/>
          <a:ln>
            <a:noFill/>
          </a:ln>
        </p:spPr>
        <p:txBody>
          <a:bodyPr spcFirstLastPara="1" wrap="square" lIns="121900" tIns="121900" rIns="121900" bIns="121900" anchor="t" anchorCtr="0">
            <a:spAutoFit/>
          </a:bodyPr>
          <a:lstStyle/>
          <a:p>
            <a:pPr>
              <a:buClr>
                <a:srgbClr val="000000"/>
              </a:buClr>
              <a:buSzPts val="1800"/>
            </a:pPr>
            <a:r>
              <a:rPr lang="en" sz="2400" b="1" dirty="0" err="1">
                <a:solidFill>
                  <a:srgbClr val="000000"/>
                </a:solidFill>
                <a:latin typeface="Poppins"/>
                <a:ea typeface="Poppins"/>
                <a:cs typeface="Poppins"/>
                <a:sym typeface="Poppins"/>
              </a:rPr>
              <a:t>Izrulfizal</a:t>
            </a:r>
            <a:r>
              <a:rPr lang="en" sz="2400" b="1" dirty="0">
                <a:solidFill>
                  <a:srgbClr val="000000"/>
                </a:solidFill>
                <a:latin typeface="Poppins"/>
                <a:ea typeface="Poppins"/>
                <a:cs typeface="Poppins"/>
                <a:sym typeface="Poppins"/>
              </a:rPr>
              <a:t> Shoe Store</a:t>
            </a:r>
            <a:endParaRPr sz="2400" b="1" dirty="0">
              <a:solidFill>
                <a:srgbClr val="000000"/>
              </a:solidFill>
              <a:latin typeface="Poppins"/>
              <a:ea typeface="Poppins"/>
              <a:cs typeface="Poppins"/>
              <a:sym typeface="Poppins"/>
            </a:endParaRPr>
          </a:p>
        </p:txBody>
      </p:sp>
      <p:cxnSp>
        <p:nvCxnSpPr>
          <p:cNvPr id="505" name="Google Shape;505;p69"/>
          <p:cNvCxnSpPr/>
          <p:nvPr/>
        </p:nvCxnSpPr>
        <p:spPr>
          <a:xfrm flipH="1">
            <a:off x="4362900" y="2065033"/>
            <a:ext cx="1302400" cy="10000"/>
          </a:xfrm>
          <a:prstGeom prst="straightConnector1">
            <a:avLst/>
          </a:prstGeom>
          <a:noFill/>
          <a:ln w="19050" cap="flat" cmpd="sng">
            <a:solidFill>
              <a:schemeClr val="dk2"/>
            </a:solidFill>
            <a:prstDash val="solid"/>
            <a:round/>
            <a:headEnd type="none" w="sm" len="sm"/>
            <a:tailEnd type="triangle" w="med" len="med"/>
          </a:ln>
        </p:spPr>
      </p:cxnSp>
      <p:pic>
        <p:nvPicPr>
          <p:cNvPr id="506" name="Google Shape;506;p69"/>
          <p:cNvPicPr preferRelativeResize="0"/>
          <p:nvPr/>
        </p:nvPicPr>
        <p:blipFill rotWithShape="1">
          <a:blip r:embed="rId3">
            <a:alphaModFix/>
          </a:blip>
          <a:srcRect l="11641" r="7392"/>
          <a:stretch/>
        </p:blipFill>
        <p:spPr>
          <a:xfrm>
            <a:off x="1617401" y="2690600"/>
            <a:ext cx="1862167" cy="1549737"/>
          </a:xfrm>
          <a:prstGeom prst="rect">
            <a:avLst/>
          </a:prstGeom>
          <a:noFill/>
          <a:ln>
            <a:noFill/>
          </a:ln>
        </p:spPr>
      </p:pic>
      <p:sp>
        <p:nvSpPr>
          <p:cNvPr id="507" name="Google Shape;507;p69"/>
          <p:cNvSpPr txBox="1"/>
          <p:nvPr/>
        </p:nvSpPr>
        <p:spPr>
          <a:xfrm>
            <a:off x="1650841" y="4240317"/>
            <a:ext cx="1795200" cy="738623"/>
          </a:xfrm>
          <a:prstGeom prst="rect">
            <a:avLst/>
          </a:prstGeom>
          <a:noFill/>
          <a:ln>
            <a:noFill/>
          </a:ln>
        </p:spPr>
        <p:txBody>
          <a:bodyPr spcFirstLastPara="1" wrap="square" lIns="121900" tIns="121900" rIns="121900" bIns="121900" anchor="t" anchorCtr="0">
            <a:spAutoFit/>
          </a:bodyPr>
          <a:lstStyle/>
          <a:p>
            <a:pPr algn="ctr">
              <a:buClr>
                <a:srgbClr val="000000"/>
              </a:buClr>
              <a:buSzPts val="1200"/>
            </a:pPr>
            <a:r>
              <a:rPr lang="en" sz="1600" dirty="0">
                <a:solidFill>
                  <a:srgbClr val="000000"/>
                </a:solidFill>
                <a:latin typeface="Proxima Nova"/>
                <a:ea typeface="Proxima Nova"/>
                <a:cs typeface="Proxima Nova"/>
                <a:sym typeface="Proxima Nova"/>
              </a:rPr>
              <a:t>HQ &amp; </a:t>
            </a:r>
            <a:r>
              <a:rPr lang="en" sz="1600" dirty="0" err="1">
                <a:solidFill>
                  <a:srgbClr val="000000"/>
                </a:solidFill>
                <a:latin typeface="Proxima Nova"/>
                <a:ea typeface="Proxima Nova"/>
                <a:cs typeface="Proxima Nova"/>
                <a:sym typeface="Proxima Nova"/>
              </a:rPr>
              <a:t>Izrulfizal</a:t>
            </a:r>
            <a:r>
              <a:rPr lang="en" sz="1600" dirty="0">
                <a:solidFill>
                  <a:srgbClr val="000000"/>
                </a:solidFill>
                <a:latin typeface="Proxima Nova"/>
                <a:ea typeface="Proxima Nova"/>
                <a:cs typeface="Proxima Nova"/>
                <a:sym typeface="Proxima Nova"/>
              </a:rPr>
              <a:t> Shoe Store</a:t>
            </a:r>
            <a:endParaRPr sz="1600" dirty="0">
              <a:solidFill>
                <a:srgbClr val="000000"/>
              </a:solidFill>
              <a:latin typeface="Proxima Nova"/>
              <a:ea typeface="Proxima Nova"/>
              <a:cs typeface="Proxima Nova"/>
              <a:sym typeface="Proxima Nova"/>
            </a:endParaRPr>
          </a:p>
        </p:txBody>
      </p:sp>
      <p:cxnSp>
        <p:nvCxnSpPr>
          <p:cNvPr id="508" name="Google Shape;508;p69"/>
          <p:cNvCxnSpPr/>
          <p:nvPr/>
        </p:nvCxnSpPr>
        <p:spPr>
          <a:xfrm flipH="1">
            <a:off x="5063800" y="2334600"/>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09" name="Google Shape;509;p69"/>
          <p:cNvCxnSpPr/>
          <p:nvPr/>
        </p:nvCxnSpPr>
        <p:spPr>
          <a:xfrm flipH="1">
            <a:off x="4637533" y="2758567"/>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0" name="Google Shape;510;p69"/>
          <p:cNvCxnSpPr/>
          <p:nvPr/>
        </p:nvCxnSpPr>
        <p:spPr>
          <a:xfrm flipH="1">
            <a:off x="5063800" y="3182533"/>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1" name="Google Shape;511;p69"/>
          <p:cNvCxnSpPr/>
          <p:nvPr/>
        </p:nvCxnSpPr>
        <p:spPr>
          <a:xfrm flipH="1">
            <a:off x="4435384" y="3606500"/>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2" name="Google Shape;512;p69"/>
          <p:cNvCxnSpPr/>
          <p:nvPr/>
        </p:nvCxnSpPr>
        <p:spPr>
          <a:xfrm flipH="1">
            <a:off x="5136284" y="3953267"/>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3" name="Google Shape;513;p69"/>
          <p:cNvCxnSpPr/>
          <p:nvPr/>
        </p:nvCxnSpPr>
        <p:spPr>
          <a:xfrm flipH="1">
            <a:off x="4710017" y="4377233"/>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4" name="Google Shape;514;p69"/>
          <p:cNvCxnSpPr/>
          <p:nvPr/>
        </p:nvCxnSpPr>
        <p:spPr>
          <a:xfrm flipH="1">
            <a:off x="5136284" y="4801200"/>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5" name="Google Shape;515;p69"/>
          <p:cNvCxnSpPr/>
          <p:nvPr/>
        </p:nvCxnSpPr>
        <p:spPr>
          <a:xfrm flipH="1">
            <a:off x="4435384" y="5147967"/>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6" name="Google Shape;516;p69"/>
          <p:cNvCxnSpPr/>
          <p:nvPr/>
        </p:nvCxnSpPr>
        <p:spPr>
          <a:xfrm flipH="1">
            <a:off x="5136284" y="5494733"/>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7" name="Google Shape;517;p69"/>
          <p:cNvCxnSpPr/>
          <p:nvPr/>
        </p:nvCxnSpPr>
        <p:spPr>
          <a:xfrm flipH="1">
            <a:off x="4710017" y="5918700"/>
            <a:ext cx="1302400" cy="10000"/>
          </a:xfrm>
          <a:prstGeom prst="straightConnector1">
            <a:avLst/>
          </a:prstGeom>
          <a:noFill/>
          <a:ln w="19050" cap="flat" cmpd="sng">
            <a:solidFill>
              <a:schemeClr val="dk2"/>
            </a:solidFill>
            <a:prstDash val="solid"/>
            <a:round/>
            <a:headEnd type="none" w="sm" len="sm"/>
            <a:tailEnd type="triangle" w="med" len="med"/>
          </a:ln>
        </p:spPr>
      </p:cxnSp>
      <p:cxnSp>
        <p:nvCxnSpPr>
          <p:cNvPr id="518" name="Google Shape;518;p69"/>
          <p:cNvCxnSpPr/>
          <p:nvPr/>
        </p:nvCxnSpPr>
        <p:spPr>
          <a:xfrm flipH="1">
            <a:off x="5136284" y="6342667"/>
            <a:ext cx="1302400" cy="10000"/>
          </a:xfrm>
          <a:prstGeom prst="straightConnector1">
            <a:avLst/>
          </a:prstGeom>
          <a:noFill/>
          <a:ln w="19050" cap="flat" cmpd="sng">
            <a:solidFill>
              <a:schemeClr val="dk2"/>
            </a:solidFill>
            <a:prstDash val="solid"/>
            <a:round/>
            <a:headEnd type="none" w="sm" len="sm"/>
            <a:tailEnd type="triangle" w="med" len="med"/>
          </a:ln>
        </p:spPr>
      </p:cxnSp>
      <p:pic>
        <p:nvPicPr>
          <p:cNvPr id="519" name="Google Shape;519;p69"/>
          <p:cNvPicPr preferRelativeResize="0"/>
          <p:nvPr/>
        </p:nvPicPr>
        <p:blipFill rotWithShape="1">
          <a:blip r:embed="rId4">
            <a:alphaModFix/>
          </a:blip>
          <a:srcRect/>
          <a:stretch/>
        </p:blipFill>
        <p:spPr>
          <a:xfrm>
            <a:off x="2939234" y="3450090"/>
            <a:ext cx="927167" cy="927153"/>
          </a:xfrm>
          <a:prstGeom prst="rect">
            <a:avLst/>
          </a:prstGeom>
          <a:noFill/>
          <a:ln>
            <a:noFill/>
          </a:ln>
        </p:spPr>
      </p:pic>
      <p:sp>
        <p:nvSpPr>
          <p:cNvPr id="520" name="Google Shape;520;p69"/>
          <p:cNvSpPr txBox="1"/>
          <p:nvPr/>
        </p:nvSpPr>
        <p:spPr>
          <a:xfrm>
            <a:off x="4256833" y="1514034"/>
            <a:ext cx="2319200" cy="533504"/>
          </a:xfrm>
          <a:prstGeom prst="rect">
            <a:avLst/>
          </a:prstGeom>
          <a:noFill/>
          <a:ln>
            <a:noFill/>
          </a:ln>
        </p:spPr>
        <p:txBody>
          <a:bodyPr spcFirstLastPara="1" wrap="square" lIns="121900" tIns="121900" rIns="121900" bIns="121900" anchor="t" anchorCtr="0">
            <a:spAutoFit/>
          </a:bodyPr>
          <a:lstStyle/>
          <a:p>
            <a:pPr algn="ctr">
              <a:buClr>
                <a:srgbClr val="000000"/>
              </a:buClr>
              <a:buSzPts val="1400"/>
            </a:pPr>
            <a:r>
              <a:rPr lang="en" sz="1867" b="1">
                <a:solidFill>
                  <a:schemeClr val="accent1"/>
                </a:solidFill>
                <a:latin typeface="Poppins"/>
                <a:ea typeface="Poppins"/>
                <a:cs typeface="Poppins"/>
                <a:sym typeface="Poppins"/>
              </a:rPr>
              <a:t>Heavy Traffics</a:t>
            </a:r>
            <a:endParaRPr sz="1867" b="1">
              <a:solidFill>
                <a:schemeClr val="accent1"/>
              </a:solidFill>
              <a:latin typeface="Poppins"/>
              <a:ea typeface="Poppins"/>
              <a:cs typeface="Poppins"/>
              <a:sym typeface="Poppins"/>
            </a:endParaRPr>
          </a:p>
        </p:txBody>
      </p:sp>
      <p:grpSp>
        <p:nvGrpSpPr>
          <p:cNvPr id="521" name="Google Shape;521;p69"/>
          <p:cNvGrpSpPr/>
          <p:nvPr/>
        </p:nvGrpSpPr>
        <p:grpSpPr>
          <a:xfrm>
            <a:off x="6576017" y="1828501"/>
            <a:ext cx="5431483" cy="3666244"/>
            <a:chOff x="4932013" y="1371375"/>
            <a:chExt cx="4073612" cy="2749683"/>
          </a:xfrm>
        </p:grpSpPr>
        <p:pic>
          <p:nvPicPr>
            <p:cNvPr id="522" name="Google Shape;522;p69"/>
            <p:cNvPicPr preferRelativeResize="0"/>
            <p:nvPr/>
          </p:nvPicPr>
          <p:blipFill rotWithShape="1">
            <a:blip r:embed="rId5">
              <a:alphaModFix/>
            </a:blip>
            <a:srcRect/>
            <a:stretch/>
          </p:blipFill>
          <p:spPr>
            <a:xfrm>
              <a:off x="4932013" y="1649025"/>
              <a:ext cx="4010187" cy="2472033"/>
            </a:xfrm>
            <a:prstGeom prst="rect">
              <a:avLst/>
            </a:prstGeom>
            <a:noFill/>
            <a:ln>
              <a:noFill/>
            </a:ln>
          </p:spPr>
        </p:pic>
        <p:sp>
          <p:nvSpPr>
            <p:cNvPr id="523" name="Google Shape;523;p69"/>
            <p:cNvSpPr txBox="1"/>
            <p:nvPr/>
          </p:nvSpPr>
          <p:spPr>
            <a:xfrm>
              <a:off x="6232725" y="1371375"/>
              <a:ext cx="2772900" cy="461635"/>
            </a:xfrm>
            <a:prstGeom prst="rect">
              <a:avLst/>
            </a:prstGeom>
            <a:noFill/>
            <a:ln>
              <a:noFill/>
            </a:ln>
          </p:spPr>
          <p:txBody>
            <a:bodyPr spcFirstLastPara="1" wrap="square" lIns="121900" tIns="121900" rIns="121900" bIns="121900" anchor="t" anchorCtr="0">
              <a:spAutoFit/>
            </a:bodyPr>
            <a:lstStyle/>
            <a:p>
              <a:pPr>
                <a:buClr>
                  <a:srgbClr val="000000"/>
                </a:buClr>
                <a:buSzPts val="1800"/>
              </a:pPr>
              <a:r>
                <a:rPr lang="en" sz="2400" b="1">
                  <a:solidFill>
                    <a:srgbClr val="1155CC"/>
                  </a:solidFill>
                  <a:latin typeface="Poppins"/>
                  <a:ea typeface="Poppins"/>
                  <a:cs typeface="Poppins"/>
                  <a:sym typeface="Poppins"/>
                </a:rPr>
                <a:t>Scalable</a:t>
              </a:r>
              <a:endParaRPr sz="2400" b="1">
                <a:solidFill>
                  <a:srgbClr val="1155CC"/>
                </a:solidFill>
                <a:latin typeface="Poppins"/>
                <a:ea typeface="Poppins"/>
                <a:cs typeface="Poppins"/>
                <a:sym typeface="Poppi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1"/>
                                        </p:tgtEl>
                                        <p:attrNameLst>
                                          <p:attrName>style.visibility</p:attrName>
                                        </p:attrNameLst>
                                      </p:cBhvr>
                                      <p:to>
                                        <p:strVal val="visible"/>
                                      </p:to>
                                    </p:set>
                                    <p:animEffect transition="in" filter="fade">
                                      <p:cBhvr>
                                        <p:cTn id="7" dur="10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AEE54-88A3-11D6-B343-C73CD020C5D0}"/>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Challenges of Dynamic Infrastructure</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215BD029-2B9B-11BC-A202-62C2C6E1A972}"/>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4482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368;p54">
            <a:extLst>
              <a:ext uri="{FF2B5EF4-FFF2-40B4-BE49-F238E27FC236}">
                <a16:creationId xmlns:a16="http://schemas.microsoft.com/office/drawing/2014/main" id="{0007BE1E-146D-F508-6719-21EFFAE9438F}"/>
              </a:ext>
            </a:extLst>
          </p:cNvPr>
          <p:cNvSpPr txBox="1"/>
          <p:nvPr/>
        </p:nvSpPr>
        <p:spPr>
          <a:xfrm>
            <a:off x="643467" y="1337766"/>
            <a:ext cx="9913368" cy="690056"/>
          </a:xfrm>
          <a:prstGeom prst="rect">
            <a:avLst/>
          </a:prstGeom>
          <a:noFill/>
          <a:ln>
            <a:noFill/>
          </a:ln>
        </p:spPr>
        <p:txBody>
          <a:bodyPr spcFirstLastPara="1" wrap="square" lIns="91425" tIns="91425" rIns="91425" bIns="91425" anchor="t" anchorCtr="0">
            <a:normAutofit/>
          </a:bodyPr>
          <a:lstStyle/>
          <a:p>
            <a:pPr defTabSz="1170432">
              <a:lnSpc>
                <a:spcPct val="90000"/>
              </a:lnSpc>
              <a:spcAft>
                <a:spcPts val="600"/>
              </a:spcAft>
              <a:buClr>
                <a:srgbClr val="000000"/>
              </a:buClr>
              <a:buSzPts val="2600"/>
            </a:pPr>
            <a:r>
              <a:rPr lang="en-MY" sz="1700" b="1" kern="1200" dirty="0">
                <a:solidFill>
                  <a:srgbClr val="003566"/>
                </a:solidFill>
                <a:latin typeface="Poppins"/>
                <a:ea typeface="+mn-ea"/>
                <a:cs typeface="Poppins"/>
                <a:sym typeface="Poppins"/>
              </a:rPr>
              <a:t>Type of Cloud Deployment</a:t>
            </a:r>
            <a:endParaRPr lang="en-MY" sz="1700" b="1" i="0" u="none" strike="noStrike" cap="none" dirty="0">
              <a:solidFill>
                <a:srgbClr val="003566"/>
              </a:solidFill>
              <a:latin typeface="Poppins"/>
              <a:ea typeface="Poppins"/>
              <a:cs typeface="Poppins"/>
              <a:sym typeface="Poppins"/>
            </a:endParaRPr>
          </a:p>
        </p:txBody>
      </p:sp>
      <p:sp>
        <p:nvSpPr>
          <p:cNvPr id="6" name="Google Shape;369;p54">
            <a:extLst>
              <a:ext uri="{FF2B5EF4-FFF2-40B4-BE49-F238E27FC236}">
                <a16:creationId xmlns:a16="http://schemas.microsoft.com/office/drawing/2014/main" id="{34AED90E-707A-A050-74B8-065D5AA51C61}"/>
              </a:ext>
            </a:extLst>
          </p:cNvPr>
          <p:cNvSpPr txBox="1"/>
          <p:nvPr/>
        </p:nvSpPr>
        <p:spPr>
          <a:xfrm>
            <a:off x="643467" y="2317956"/>
            <a:ext cx="6740812" cy="2915332"/>
          </a:xfrm>
          <a:prstGeom prst="rect">
            <a:avLst/>
          </a:prstGeom>
          <a:noFill/>
          <a:ln>
            <a:noFill/>
          </a:ln>
        </p:spPr>
        <p:txBody>
          <a:bodyPr spcFirstLastPara="1" wrap="square" lIns="91425" tIns="91425" rIns="91425" bIns="91425" anchor="t" anchorCtr="0">
            <a:normAutofit/>
          </a:bodyPr>
          <a:lstStyle/>
          <a:p>
            <a:pPr defTabSz="1170432">
              <a:lnSpc>
                <a:spcPct val="115000"/>
              </a:lnSpc>
              <a:buClr>
                <a:srgbClr val="000000"/>
              </a:buClr>
              <a:buSzPts val="1300"/>
            </a:pPr>
            <a:r>
              <a:rPr lang="en-MY" sz="1664" kern="1200" dirty="0">
                <a:solidFill>
                  <a:srgbClr val="003566"/>
                </a:solidFill>
                <a:latin typeface="Poppins"/>
                <a:ea typeface="+mn-ea"/>
                <a:cs typeface="Poppins"/>
                <a:sym typeface="Poppins"/>
              </a:rPr>
              <a:t>Another thing about Cloud Computing is how accessible it is. For this, we can differentiate cloud computing in three different ways :</a:t>
            </a:r>
          </a:p>
          <a:p>
            <a:pPr marL="585216" indent="-422656" defTabSz="1170432">
              <a:lnSpc>
                <a:spcPct val="115000"/>
              </a:lnSpc>
              <a:spcBef>
                <a:spcPts val="1536"/>
              </a:spcBef>
              <a:buClr>
                <a:srgbClr val="003566"/>
              </a:buClr>
              <a:buSzPts val="1600"/>
              <a:buFont typeface="Poppins"/>
              <a:buChar char="●"/>
            </a:pPr>
            <a:r>
              <a:rPr lang="en-MY" sz="2048" b="1" kern="1200" dirty="0">
                <a:solidFill>
                  <a:srgbClr val="003566"/>
                </a:solidFill>
                <a:latin typeface="Poppins"/>
                <a:ea typeface="+mn-ea"/>
                <a:cs typeface="Poppins"/>
                <a:sym typeface="Poppins"/>
              </a:rPr>
              <a:t>Public Cloud </a:t>
            </a:r>
          </a:p>
          <a:p>
            <a:pPr marL="585216" indent="-422656" defTabSz="1170432">
              <a:lnSpc>
                <a:spcPct val="115000"/>
              </a:lnSpc>
              <a:buClr>
                <a:srgbClr val="003566"/>
              </a:buClr>
              <a:buSzPts val="1600"/>
              <a:buFont typeface="Poppins"/>
              <a:buChar char="●"/>
            </a:pPr>
            <a:r>
              <a:rPr lang="en-MY" sz="2048" b="1" kern="1200" dirty="0">
                <a:solidFill>
                  <a:srgbClr val="003566"/>
                </a:solidFill>
                <a:latin typeface="Poppins"/>
                <a:ea typeface="+mn-ea"/>
                <a:cs typeface="Poppins"/>
                <a:sym typeface="Poppins"/>
              </a:rPr>
              <a:t>Private Cloud </a:t>
            </a:r>
          </a:p>
          <a:p>
            <a:pPr marL="585216" indent="-422656" defTabSz="1170432">
              <a:lnSpc>
                <a:spcPct val="115000"/>
              </a:lnSpc>
              <a:buClr>
                <a:srgbClr val="003566"/>
              </a:buClr>
              <a:buSzPts val="1600"/>
              <a:buFont typeface="Poppins"/>
              <a:buChar char="●"/>
            </a:pPr>
            <a:r>
              <a:rPr lang="en-MY" sz="2048" b="1" kern="1200" dirty="0">
                <a:solidFill>
                  <a:srgbClr val="003566"/>
                </a:solidFill>
                <a:latin typeface="Poppins"/>
                <a:ea typeface="+mn-ea"/>
                <a:cs typeface="Poppins"/>
                <a:sym typeface="Poppins"/>
              </a:rPr>
              <a:t>Hybrid Cloud - </a:t>
            </a:r>
          </a:p>
          <a:p>
            <a:pPr marL="1170432" lvl="1" indent="-422656" defTabSz="1170432">
              <a:lnSpc>
                <a:spcPct val="115000"/>
              </a:lnSpc>
              <a:buClr>
                <a:srgbClr val="003566"/>
              </a:buClr>
              <a:buSzPts val="1600"/>
              <a:buFont typeface="Poppins"/>
              <a:buChar char="○"/>
            </a:pPr>
            <a:r>
              <a:rPr lang="en-MY" sz="2048" b="1" kern="1200" dirty="0">
                <a:solidFill>
                  <a:srgbClr val="003566"/>
                </a:solidFill>
                <a:latin typeface="Poppins"/>
                <a:ea typeface="+mn-ea"/>
                <a:cs typeface="Poppins"/>
                <a:sym typeface="Poppins"/>
              </a:rPr>
              <a:t>Mixture of Private &amp; Public</a:t>
            </a:r>
            <a:endParaRPr lang="en-MY" sz="1600" b="1" i="0" u="none" strike="noStrike" cap="none" dirty="0">
              <a:solidFill>
                <a:srgbClr val="003566"/>
              </a:solidFill>
              <a:latin typeface="Poppins"/>
              <a:ea typeface="Poppins"/>
              <a:cs typeface="Poppins"/>
              <a:sym typeface="Poppins"/>
            </a:endParaRPr>
          </a:p>
        </p:txBody>
      </p:sp>
      <p:pic>
        <p:nvPicPr>
          <p:cNvPr id="7" name="Google Shape;370;p54" descr="A diagram of clouds with text&#10;&#10;Description automatically generated">
            <a:extLst>
              <a:ext uri="{FF2B5EF4-FFF2-40B4-BE49-F238E27FC236}">
                <a16:creationId xmlns:a16="http://schemas.microsoft.com/office/drawing/2014/main" id="{92D881C8-2FA2-1577-C704-2B0526703D88}"/>
              </a:ext>
            </a:extLst>
          </p:cNvPr>
          <p:cNvPicPr preferRelativeResize="0"/>
          <p:nvPr/>
        </p:nvPicPr>
        <p:blipFill rotWithShape="1">
          <a:blip r:embed="rId2">
            <a:alphaModFix/>
          </a:blip>
          <a:srcRect/>
          <a:stretch/>
        </p:blipFill>
        <p:spPr>
          <a:xfrm>
            <a:off x="6243855" y="1446232"/>
            <a:ext cx="5304678" cy="4074000"/>
          </a:xfrm>
          <a:prstGeom prst="rect">
            <a:avLst/>
          </a:prstGeom>
          <a:noFill/>
          <a:ln>
            <a:noFill/>
          </a:ln>
        </p:spPr>
      </p:pic>
    </p:spTree>
    <p:extLst>
      <p:ext uri="{BB962C8B-B14F-4D97-AF65-F5344CB8AC3E}">
        <p14:creationId xmlns:p14="http://schemas.microsoft.com/office/powerpoint/2010/main" val="23591480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A2D5-4743-1564-C2F7-E9B2D4E7D735}"/>
              </a:ext>
            </a:extLst>
          </p:cNvPr>
          <p:cNvSpPr>
            <a:spLocks noGrp="1"/>
          </p:cNvSpPr>
          <p:nvPr>
            <p:ph type="title"/>
          </p:nvPr>
        </p:nvSpPr>
        <p:spPr>
          <a:xfrm>
            <a:off x="550863" y="365125"/>
            <a:ext cx="11090274" cy="1325563"/>
          </a:xfrm>
        </p:spPr>
        <p:txBody>
          <a:bodyPr>
            <a:normAutofit/>
          </a:bodyPr>
          <a:lstStyle/>
          <a:p>
            <a:r>
              <a:rPr lang="en-MY" sz="4000" b="1"/>
              <a:t>Putting It All Together</a:t>
            </a:r>
            <a:endParaRPr lang="en-US" sz="4000"/>
          </a:p>
        </p:txBody>
      </p:sp>
      <p:graphicFrame>
        <p:nvGraphicFramePr>
          <p:cNvPr id="20" name="Content Placeholder 2">
            <a:extLst>
              <a:ext uri="{FF2B5EF4-FFF2-40B4-BE49-F238E27FC236}">
                <a16:creationId xmlns:a16="http://schemas.microsoft.com/office/drawing/2014/main" id="{80EE7BB1-0D95-5C75-3E43-1AB0A584619C}"/>
              </a:ext>
            </a:extLst>
          </p:cNvPr>
          <p:cNvGraphicFramePr>
            <a:graphicFrameLocks noGrp="1"/>
          </p:cNvGraphicFramePr>
          <p:nvPr>
            <p:ph idx="1"/>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5983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4206B-4B33-C873-65EC-AC7A2FA39A35}"/>
              </a:ext>
            </a:extLst>
          </p:cNvPr>
          <p:cNvSpPr>
            <a:spLocks noGrp="1"/>
          </p:cNvSpPr>
          <p:nvPr>
            <p:ph type="title"/>
          </p:nvPr>
        </p:nvSpPr>
        <p:spPr>
          <a:xfrm>
            <a:off x="761803" y="350196"/>
            <a:ext cx="4646904" cy="1624520"/>
          </a:xfrm>
        </p:spPr>
        <p:txBody>
          <a:bodyPr anchor="ctr">
            <a:normAutofit/>
          </a:bodyPr>
          <a:lstStyle/>
          <a:p>
            <a:r>
              <a:rPr lang="en-MY" sz="4000"/>
              <a:t>Summary</a:t>
            </a:r>
            <a:endParaRPr lang="en-US" sz="4000"/>
          </a:p>
        </p:txBody>
      </p:sp>
      <p:sp>
        <p:nvSpPr>
          <p:cNvPr id="3" name="Content Placeholder 2">
            <a:extLst>
              <a:ext uri="{FF2B5EF4-FFF2-40B4-BE49-F238E27FC236}">
                <a16:creationId xmlns:a16="http://schemas.microsoft.com/office/drawing/2014/main" id="{E68D3FD1-ABE2-20D7-714D-6B7CD1BC0C6B}"/>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MY" sz="2000"/>
              <a:t>Cloud computing offers different service models (SaaS, PaaS, IaaS) to suit various needs.</a:t>
            </a:r>
          </a:p>
          <a:p>
            <a:pPr>
              <a:buFont typeface="Arial" panose="020B0604020202020204" pitchFamily="34" charset="0"/>
              <a:buChar char="•"/>
            </a:pPr>
            <a:r>
              <a:rPr lang="en-MY" sz="2000"/>
              <a:t>Dynamic infrastructure enables scalability, agility, and cost-effectiveness.</a:t>
            </a:r>
          </a:p>
          <a:p>
            <a:pPr>
              <a:buFont typeface="Arial" panose="020B0604020202020204" pitchFamily="34" charset="0"/>
              <a:buChar char="•"/>
            </a:pPr>
            <a:r>
              <a:rPr lang="en-MY" sz="2000"/>
              <a:t>Understand the trade-offs (control vs. complexity, cost vs. flexibility).</a:t>
            </a:r>
          </a:p>
          <a:p>
            <a:endParaRPr lang="en-US" sz="2000"/>
          </a:p>
        </p:txBody>
      </p:sp>
      <p:pic>
        <p:nvPicPr>
          <p:cNvPr id="5" name="Picture 4" descr="A 3D pattern of ring shapes connected by lines">
            <a:extLst>
              <a:ext uri="{FF2B5EF4-FFF2-40B4-BE49-F238E27FC236}">
                <a16:creationId xmlns:a16="http://schemas.microsoft.com/office/drawing/2014/main" id="{6CF68E23-7B25-2D0E-51F2-6E74E1B3CA35}"/>
              </a:ext>
            </a:extLst>
          </p:cNvPr>
          <p:cNvPicPr>
            <a:picLocks noChangeAspect="1"/>
          </p:cNvPicPr>
          <p:nvPr/>
        </p:nvPicPr>
        <p:blipFill>
          <a:blip r:embed="rId2"/>
          <a:srcRect l="8611" r="41333"/>
          <a:stretch/>
        </p:blipFill>
        <p:spPr>
          <a:xfrm>
            <a:off x="6096000" y="1"/>
            <a:ext cx="6102825" cy="6858000"/>
          </a:xfrm>
          <a:prstGeom prst="rect">
            <a:avLst/>
          </a:prstGeom>
        </p:spPr>
      </p:pic>
    </p:spTree>
    <p:extLst>
      <p:ext uri="{BB962C8B-B14F-4D97-AF65-F5344CB8AC3E}">
        <p14:creationId xmlns:p14="http://schemas.microsoft.com/office/powerpoint/2010/main" val="17727298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C09F-12B0-6A75-7D8F-39EE0AC24D52}"/>
              </a:ext>
            </a:extLst>
          </p:cNvPr>
          <p:cNvSpPr>
            <a:spLocks noGrp="1"/>
          </p:cNvSpPr>
          <p:nvPr>
            <p:ph type="ctrTitle"/>
          </p:nvPr>
        </p:nvSpPr>
        <p:spPr>
          <a:xfrm>
            <a:off x="6590662" y="4267832"/>
            <a:ext cx="4805996" cy="1297115"/>
          </a:xfrm>
        </p:spPr>
        <p:txBody>
          <a:bodyPr anchor="t">
            <a:normAutofit/>
          </a:bodyPr>
          <a:lstStyle/>
          <a:p>
            <a:pPr algn="l"/>
            <a:r>
              <a:rPr lang="en-US" sz="4000">
                <a:solidFill>
                  <a:schemeClr val="tx2"/>
                </a:solidFill>
              </a:rPr>
              <a:t>Topic 3</a:t>
            </a:r>
          </a:p>
        </p:txBody>
      </p:sp>
      <p:sp>
        <p:nvSpPr>
          <p:cNvPr id="3" name="Subtitle 2">
            <a:extLst>
              <a:ext uri="{FF2B5EF4-FFF2-40B4-BE49-F238E27FC236}">
                <a16:creationId xmlns:a16="http://schemas.microsoft.com/office/drawing/2014/main" id="{26ADD6BB-DA2C-9F6D-1B64-C07E1C6A9785}"/>
              </a:ext>
            </a:extLst>
          </p:cNvPr>
          <p:cNvSpPr>
            <a:spLocks noGrp="1"/>
          </p:cNvSpPr>
          <p:nvPr>
            <p:ph type="subTitle" idx="1"/>
          </p:nvPr>
        </p:nvSpPr>
        <p:spPr>
          <a:xfrm>
            <a:off x="6590966" y="3428999"/>
            <a:ext cx="4805691" cy="838831"/>
          </a:xfrm>
        </p:spPr>
        <p:txBody>
          <a:bodyPr anchor="b">
            <a:normAutofit/>
          </a:bodyPr>
          <a:lstStyle/>
          <a:p>
            <a:pPr algn="l"/>
            <a:r>
              <a:rPr lang="en-MY" sz="2000" b="1">
                <a:solidFill>
                  <a:schemeClr val="tx2"/>
                </a:solidFill>
              </a:rPr>
              <a:t>System Models and Enabling Technologies</a:t>
            </a:r>
          </a:p>
        </p:txBody>
      </p:sp>
      <p:pic>
        <p:nvPicPr>
          <p:cNvPr id="7" name="Graphic 6" descr="Lightbulb">
            <a:extLst>
              <a:ext uri="{FF2B5EF4-FFF2-40B4-BE49-F238E27FC236}">
                <a16:creationId xmlns:a16="http://schemas.microsoft.com/office/drawing/2014/main" id="{132B7845-741C-BB54-6494-0B9D1E3223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2843066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47B3-D9B8-5C2E-A9FD-21E40A41C7F4}"/>
              </a:ext>
            </a:extLst>
          </p:cNvPr>
          <p:cNvSpPr>
            <a:spLocks noGrp="1"/>
          </p:cNvSpPr>
          <p:nvPr>
            <p:ph type="title"/>
          </p:nvPr>
        </p:nvSpPr>
        <p:spPr>
          <a:xfrm>
            <a:off x="1179226" y="1755073"/>
            <a:ext cx="9833548" cy="1066802"/>
          </a:xfrm>
        </p:spPr>
        <p:txBody>
          <a:bodyPr anchor="b">
            <a:normAutofit/>
          </a:bodyPr>
          <a:lstStyle/>
          <a:p>
            <a:r>
              <a:rPr lang="en-MY" sz="3600" b="1">
                <a:solidFill>
                  <a:schemeClr val="tx2"/>
                </a:solidFill>
              </a:rPr>
              <a:t>Lecture Outline</a:t>
            </a:r>
            <a:endParaRPr lang="en-US" sz="3600">
              <a:solidFill>
                <a:schemeClr val="tx2"/>
              </a:solidFill>
            </a:endParaRPr>
          </a:p>
        </p:txBody>
      </p:sp>
      <p:sp>
        <p:nvSpPr>
          <p:cNvPr id="3" name="Content Placeholder 2">
            <a:extLst>
              <a:ext uri="{FF2B5EF4-FFF2-40B4-BE49-F238E27FC236}">
                <a16:creationId xmlns:a16="http://schemas.microsoft.com/office/drawing/2014/main" id="{57528EBF-B06D-A778-D5B6-BCEF7F0D4766}"/>
              </a:ext>
            </a:extLst>
          </p:cNvPr>
          <p:cNvSpPr>
            <a:spLocks noGrp="1"/>
          </p:cNvSpPr>
          <p:nvPr>
            <p:ph idx="1"/>
          </p:nvPr>
        </p:nvSpPr>
        <p:spPr>
          <a:xfrm>
            <a:off x="1179226" y="3049325"/>
            <a:ext cx="9833548" cy="2945574"/>
          </a:xfrm>
        </p:spPr>
        <p:txBody>
          <a:bodyPr anchor="ctr">
            <a:normAutofit/>
          </a:bodyPr>
          <a:lstStyle/>
          <a:p>
            <a:pPr>
              <a:buFont typeface="Arial" panose="020B0604020202020204" pitchFamily="34" charset="0"/>
              <a:buChar char="•"/>
            </a:pPr>
            <a:r>
              <a:rPr lang="en-MY" sz="1400">
                <a:solidFill>
                  <a:schemeClr val="tx2"/>
                </a:solidFill>
              </a:rPr>
              <a:t>System Scalability</a:t>
            </a:r>
          </a:p>
          <a:p>
            <a:pPr>
              <a:buFont typeface="Arial" panose="020B0604020202020204" pitchFamily="34" charset="0"/>
              <a:buChar char="•"/>
            </a:pPr>
            <a:r>
              <a:rPr lang="en-MY" sz="1400">
                <a:solidFill>
                  <a:schemeClr val="tx2"/>
                </a:solidFill>
              </a:rPr>
              <a:t>Amdahl’s Law</a:t>
            </a:r>
          </a:p>
          <a:p>
            <a:pPr>
              <a:buFont typeface="Arial" panose="020B0604020202020204" pitchFamily="34" charset="0"/>
              <a:buChar char="•"/>
            </a:pPr>
            <a:r>
              <a:rPr lang="en-MY" sz="1400">
                <a:solidFill>
                  <a:schemeClr val="tx2"/>
                </a:solidFill>
              </a:rPr>
              <a:t>System Availability</a:t>
            </a:r>
          </a:p>
          <a:p>
            <a:pPr>
              <a:buFont typeface="Arial" panose="020B0604020202020204" pitchFamily="34" charset="0"/>
              <a:buChar char="•"/>
            </a:pPr>
            <a:r>
              <a:rPr lang="en-MY" sz="1400">
                <a:solidFill>
                  <a:schemeClr val="tx2"/>
                </a:solidFill>
              </a:rPr>
              <a:t>Single Point of Failure</a:t>
            </a:r>
          </a:p>
          <a:p>
            <a:pPr>
              <a:buFont typeface="Arial" panose="020B0604020202020204" pitchFamily="34" charset="0"/>
              <a:buChar char="•"/>
            </a:pPr>
            <a:r>
              <a:rPr lang="en-MY" sz="1400">
                <a:solidFill>
                  <a:schemeClr val="tx2"/>
                </a:solidFill>
              </a:rPr>
              <a:t>Security Threats and Defense Technologies</a:t>
            </a:r>
          </a:p>
          <a:p>
            <a:pPr>
              <a:buFont typeface="Arial" panose="020B0604020202020204" pitchFamily="34" charset="0"/>
              <a:buChar char="•"/>
            </a:pPr>
            <a:r>
              <a:rPr lang="en-MY" sz="1400">
                <a:solidFill>
                  <a:schemeClr val="tx2"/>
                </a:solidFill>
              </a:rPr>
              <a:t>Types of Attacks and Potential Damages</a:t>
            </a:r>
          </a:p>
          <a:p>
            <a:pPr>
              <a:buFont typeface="Arial" panose="020B0604020202020204" pitchFamily="34" charset="0"/>
              <a:buChar char="•"/>
            </a:pPr>
            <a:r>
              <a:rPr lang="en-MY" sz="1400">
                <a:solidFill>
                  <a:schemeClr val="tx2"/>
                </a:solidFill>
              </a:rPr>
              <a:t>System Attacks and Network Threats</a:t>
            </a:r>
          </a:p>
          <a:p>
            <a:pPr>
              <a:buFont typeface="Arial" panose="020B0604020202020204" pitchFamily="34" charset="0"/>
              <a:buChar char="•"/>
            </a:pPr>
            <a:r>
              <a:rPr lang="en-MY" sz="1400">
                <a:solidFill>
                  <a:schemeClr val="tx2"/>
                </a:solidFill>
              </a:rPr>
              <a:t>Internet Security Responsibilities</a:t>
            </a:r>
          </a:p>
          <a:p>
            <a:pPr>
              <a:buFont typeface="Arial" panose="020B0604020202020204" pitchFamily="34" charset="0"/>
              <a:buChar char="•"/>
            </a:pPr>
            <a:r>
              <a:rPr lang="en-MY" sz="1400">
                <a:solidFill>
                  <a:schemeClr val="tx2"/>
                </a:solidFill>
              </a:rPr>
              <a:t>Case Studies</a:t>
            </a:r>
          </a:p>
        </p:txBody>
      </p:sp>
    </p:spTree>
    <p:extLst>
      <p:ext uri="{BB962C8B-B14F-4D97-AF65-F5344CB8AC3E}">
        <p14:creationId xmlns:p14="http://schemas.microsoft.com/office/powerpoint/2010/main" val="1456177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7C17-A728-35FE-8E38-75F9984FC016}"/>
              </a:ext>
            </a:extLst>
          </p:cNvPr>
          <p:cNvSpPr>
            <a:spLocks noGrp="1"/>
          </p:cNvSpPr>
          <p:nvPr>
            <p:ph type="title"/>
          </p:nvPr>
        </p:nvSpPr>
        <p:spPr>
          <a:xfrm>
            <a:off x="761803" y="350196"/>
            <a:ext cx="4646904" cy="1624520"/>
          </a:xfrm>
        </p:spPr>
        <p:txBody>
          <a:bodyPr anchor="ctr">
            <a:normAutofit/>
          </a:bodyPr>
          <a:lstStyle/>
          <a:p>
            <a:r>
              <a:rPr lang="en-MY" sz="4000" b="1"/>
              <a:t>System Scalability</a:t>
            </a:r>
            <a:endParaRPr lang="en-US" sz="4000"/>
          </a:p>
        </p:txBody>
      </p:sp>
      <p:sp>
        <p:nvSpPr>
          <p:cNvPr id="3" name="Content Placeholder 2">
            <a:extLst>
              <a:ext uri="{FF2B5EF4-FFF2-40B4-BE49-F238E27FC236}">
                <a16:creationId xmlns:a16="http://schemas.microsoft.com/office/drawing/2014/main" id="{BD0995BC-AA21-E936-8A6E-3DA8FB4E94DB}"/>
              </a:ext>
            </a:extLst>
          </p:cNvPr>
          <p:cNvSpPr>
            <a:spLocks noGrp="1"/>
          </p:cNvSpPr>
          <p:nvPr>
            <p:ph idx="1"/>
          </p:nvPr>
        </p:nvSpPr>
        <p:spPr>
          <a:xfrm>
            <a:off x="761802" y="2743200"/>
            <a:ext cx="4646905" cy="3613149"/>
          </a:xfrm>
        </p:spPr>
        <p:txBody>
          <a:bodyPr anchor="ctr">
            <a:normAutofit/>
          </a:bodyPr>
          <a:lstStyle/>
          <a:p>
            <a:r>
              <a:rPr lang="en-MY" sz="2000"/>
              <a:t>The capability of a system to handle an increasing load or demand without performance degradation.</a:t>
            </a:r>
          </a:p>
          <a:p>
            <a:r>
              <a:rPr lang="en-MY" sz="2000"/>
              <a:t>Importance</a:t>
            </a:r>
          </a:p>
          <a:p>
            <a:pPr lvl="1"/>
            <a:r>
              <a:rPr lang="en-MY" sz="2000"/>
              <a:t>Critical for system growth </a:t>
            </a:r>
          </a:p>
          <a:p>
            <a:pPr lvl="1"/>
            <a:r>
              <a:rPr lang="en-MY" sz="2000"/>
              <a:t>Improved performance </a:t>
            </a:r>
          </a:p>
          <a:p>
            <a:pPr lvl="1"/>
            <a:r>
              <a:rPr lang="en-MY" sz="2000"/>
              <a:t>Long-term sustainability.</a:t>
            </a:r>
          </a:p>
          <a:p>
            <a:endParaRPr lang="en-US" sz="2000"/>
          </a:p>
        </p:txBody>
      </p:sp>
      <p:pic>
        <p:nvPicPr>
          <p:cNvPr id="5" name="Picture 4">
            <a:extLst>
              <a:ext uri="{FF2B5EF4-FFF2-40B4-BE49-F238E27FC236}">
                <a16:creationId xmlns:a16="http://schemas.microsoft.com/office/drawing/2014/main" id="{8E571194-72FF-A72A-3548-5B8CF1C4A23B}"/>
              </a:ext>
            </a:extLst>
          </p:cNvPr>
          <p:cNvPicPr>
            <a:picLocks noChangeAspect="1"/>
          </p:cNvPicPr>
          <p:nvPr/>
        </p:nvPicPr>
        <p:blipFill>
          <a:blip r:embed="rId2"/>
          <a:srcRect l="26778" r="23166"/>
          <a:stretch/>
        </p:blipFill>
        <p:spPr>
          <a:xfrm>
            <a:off x="6096000" y="1"/>
            <a:ext cx="6102825" cy="6858000"/>
          </a:xfrm>
          <a:prstGeom prst="rect">
            <a:avLst/>
          </a:prstGeom>
        </p:spPr>
      </p:pic>
    </p:spTree>
    <p:extLst>
      <p:ext uri="{BB962C8B-B14F-4D97-AF65-F5344CB8AC3E}">
        <p14:creationId xmlns:p14="http://schemas.microsoft.com/office/powerpoint/2010/main" val="32642843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9BD56-88BC-5F3C-AEB7-F2A1FF1D0319}"/>
              </a:ext>
            </a:extLst>
          </p:cNvPr>
          <p:cNvSpPr>
            <a:spLocks noGrp="1"/>
          </p:cNvSpPr>
          <p:nvPr>
            <p:ph type="title"/>
          </p:nvPr>
        </p:nvSpPr>
        <p:spPr>
          <a:xfrm>
            <a:off x="1371597" y="348865"/>
            <a:ext cx="10044023" cy="877729"/>
          </a:xfrm>
        </p:spPr>
        <p:txBody>
          <a:bodyPr anchor="ctr">
            <a:normAutofit/>
          </a:bodyPr>
          <a:lstStyle/>
          <a:p>
            <a:r>
              <a:rPr lang="en-MY" sz="4000" b="1">
                <a:solidFill>
                  <a:srgbClr val="FFFFFF"/>
                </a:solidFill>
              </a:rPr>
              <a:t>Types of Scalability</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4C04B7F1-3CE2-C063-8B14-69CF4D9E3D4F}"/>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2806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7DF2-3DD9-2E5D-A988-F43E5AB9FA01}"/>
              </a:ext>
            </a:extLst>
          </p:cNvPr>
          <p:cNvSpPr>
            <a:spLocks noGrp="1"/>
          </p:cNvSpPr>
          <p:nvPr>
            <p:ph type="title"/>
          </p:nvPr>
        </p:nvSpPr>
        <p:spPr>
          <a:xfrm>
            <a:off x="804672" y="457200"/>
            <a:ext cx="10579608" cy="1188720"/>
          </a:xfrm>
        </p:spPr>
        <p:txBody>
          <a:bodyPr>
            <a:normAutofit/>
          </a:bodyPr>
          <a:lstStyle/>
          <a:p>
            <a:r>
              <a:rPr lang="en-MY" sz="4000" b="1">
                <a:solidFill>
                  <a:schemeClr val="tx2"/>
                </a:solidFill>
              </a:rPr>
              <a:t>Benefits of Scalability</a:t>
            </a:r>
            <a:endParaRPr lang="en-US" sz="4000">
              <a:solidFill>
                <a:schemeClr val="tx2"/>
              </a:solidFill>
            </a:endParaRPr>
          </a:p>
        </p:txBody>
      </p:sp>
      <p:graphicFrame>
        <p:nvGraphicFramePr>
          <p:cNvPr id="27" name="Content Placeholder 2">
            <a:extLst>
              <a:ext uri="{FF2B5EF4-FFF2-40B4-BE49-F238E27FC236}">
                <a16:creationId xmlns:a16="http://schemas.microsoft.com/office/drawing/2014/main" id="{95935A41-96AF-023C-3FEE-875BBDCA617A}"/>
              </a:ext>
            </a:extLst>
          </p:cNvPr>
          <p:cNvGraphicFramePr>
            <a:graphicFrameLocks noGrp="1"/>
          </p:cNvGraphicFramePr>
          <p:nvPr>
            <p:ph idx="1"/>
          </p:nvPr>
        </p:nvGraphicFramePr>
        <p:xfrm>
          <a:off x="1036320" y="2560320"/>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68551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D3547-DE1F-3CC4-855B-9563083A58C1}"/>
              </a:ext>
            </a:extLst>
          </p:cNvPr>
          <p:cNvSpPr>
            <a:spLocks noGrp="1"/>
          </p:cNvSpPr>
          <p:nvPr>
            <p:ph type="title"/>
          </p:nvPr>
        </p:nvSpPr>
        <p:spPr>
          <a:xfrm>
            <a:off x="761803" y="350196"/>
            <a:ext cx="4646904" cy="1624520"/>
          </a:xfrm>
        </p:spPr>
        <p:txBody>
          <a:bodyPr anchor="ctr">
            <a:normAutofit/>
          </a:bodyPr>
          <a:lstStyle/>
          <a:p>
            <a:r>
              <a:rPr lang="en-MY" sz="4000" b="1"/>
              <a:t>Amdahl’s Law</a:t>
            </a:r>
            <a:endParaRPr lang="en-US" sz="4000"/>
          </a:p>
        </p:txBody>
      </p:sp>
      <p:sp>
        <p:nvSpPr>
          <p:cNvPr id="3" name="Content Placeholder 2">
            <a:extLst>
              <a:ext uri="{FF2B5EF4-FFF2-40B4-BE49-F238E27FC236}">
                <a16:creationId xmlns:a16="http://schemas.microsoft.com/office/drawing/2014/main" id="{6FECE40E-02EF-9B6C-19B2-2FA0D615EE21}"/>
              </a:ext>
            </a:extLst>
          </p:cNvPr>
          <p:cNvSpPr>
            <a:spLocks noGrp="1"/>
          </p:cNvSpPr>
          <p:nvPr>
            <p:ph idx="1"/>
          </p:nvPr>
        </p:nvSpPr>
        <p:spPr>
          <a:xfrm>
            <a:off x="761802" y="2743200"/>
            <a:ext cx="4646905" cy="3613149"/>
          </a:xfrm>
        </p:spPr>
        <p:txBody>
          <a:bodyPr anchor="ctr">
            <a:normAutofit/>
          </a:bodyPr>
          <a:lstStyle/>
          <a:p>
            <a:r>
              <a:rPr lang="en-MY" sz="2000"/>
              <a:t>Describes the limitations of speedup in parallel computing due to the serial portion of a task.</a:t>
            </a:r>
          </a:p>
          <a:p>
            <a:r>
              <a:rPr lang="en-MY" sz="2000"/>
              <a:t>Formula: Speedup = 1 / (S + (1 - S)/N)</a:t>
            </a:r>
          </a:p>
          <a:p>
            <a:pPr marL="457200" lvl="1" indent="0">
              <a:buNone/>
            </a:pPr>
            <a:r>
              <a:rPr lang="en-MY" sz="2000"/>
              <a:t>	S = Fraction of the workload that must be executed serially</a:t>
            </a:r>
          </a:p>
          <a:p>
            <a:pPr marL="457200" lvl="1" indent="0">
              <a:buNone/>
            </a:pPr>
            <a:r>
              <a:rPr lang="en-MY" sz="2000"/>
              <a:t>	N = Number of processors</a:t>
            </a:r>
          </a:p>
          <a:p>
            <a:endParaRPr lang="en-US" sz="2000"/>
          </a:p>
        </p:txBody>
      </p:sp>
      <p:pic>
        <p:nvPicPr>
          <p:cNvPr id="5" name="Picture 4" descr="Formulae on a background">
            <a:extLst>
              <a:ext uri="{FF2B5EF4-FFF2-40B4-BE49-F238E27FC236}">
                <a16:creationId xmlns:a16="http://schemas.microsoft.com/office/drawing/2014/main" id="{68004014-552E-8E84-42FF-3D9CC83D7754}"/>
              </a:ext>
            </a:extLst>
          </p:cNvPr>
          <p:cNvPicPr>
            <a:picLocks noChangeAspect="1"/>
          </p:cNvPicPr>
          <p:nvPr/>
        </p:nvPicPr>
        <p:blipFill>
          <a:blip r:embed="rId2"/>
          <a:srcRect l="12097" r="21162"/>
          <a:stretch/>
        </p:blipFill>
        <p:spPr>
          <a:xfrm>
            <a:off x="6096000" y="1"/>
            <a:ext cx="6102825" cy="6858000"/>
          </a:xfrm>
          <a:prstGeom prst="rect">
            <a:avLst/>
          </a:prstGeom>
        </p:spPr>
      </p:pic>
    </p:spTree>
    <p:extLst>
      <p:ext uri="{BB962C8B-B14F-4D97-AF65-F5344CB8AC3E}">
        <p14:creationId xmlns:p14="http://schemas.microsoft.com/office/powerpoint/2010/main" val="2691487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E64A-14DC-C262-57A4-570878AE659B}"/>
              </a:ext>
            </a:extLst>
          </p:cNvPr>
          <p:cNvSpPr>
            <a:spLocks noGrp="1"/>
          </p:cNvSpPr>
          <p:nvPr>
            <p:ph type="title"/>
          </p:nvPr>
        </p:nvSpPr>
        <p:spPr>
          <a:xfrm>
            <a:off x="761800" y="762001"/>
            <a:ext cx="5334197" cy="1708242"/>
          </a:xfrm>
        </p:spPr>
        <p:txBody>
          <a:bodyPr anchor="ctr">
            <a:normAutofit/>
          </a:bodyPr>
          <a:lstStyle/>
          <a:p>
            <a:r>
              <a:rPr lang="en-MY" sz="4000" b="1"/>
              <a:t>Amdahl’s Law</a:t>
            </a:r>
            <a:endParaRPr lang="en-US" sz="4000"/>
          </a:p>
        </p:txBody>
      </p:sp>
      <p:sp>
        <p:nvSpPr>
          <p:cNvPr id="3" name="Content Placeholder 2">
            <a:extLst>
              <a:ext uri="{FF2B5EF4-FFF2-40B4-BE49-F238E27FC236}">
                <a16:creationId xmlns:a16="http://schemas.microsoft.com/office/drawing/2014/main" id="{92E284EA-51E8-89A6-F46E-CFFAD117D0A6}"/>
              </a:ext>
            </a:extLst>
          </p:cNvPr>
          <p:cNvSpPr>
            <a:spLocks noGrp="1"/>
          </p:cNvSpPr>
          <p:nvPr>
            <p:ph idx="1"/>
          </p:nvPr>
        </p:nvSpPr>
        <p:spPr>
          <a:xfrm>
            <a:off x="761800" y="2470244"/>
            <a:ext cx="5334197" cy="3769835"/>
          </a:xfrm>
        </p:spPr>
        <p:txBody>
          <a:bodyPr anchor="ctr">
            <a:normAutofit/>
          </a:bodyPr>
          <a:lstStyle/>
          <a:p>
            <a:r>
              <a:rPr lang="en-MY" sz="2000"/>
              <a:t>Scenario: A task where 40% is serial and 60% can be parallelized across 4 processors.</a:t>
            </a:r>
          </a:p>
          <a:p>
            <a:pPr lvl="1"/>
            <a:r>
              <a:rPr lang="en-MY" sz="2000"/>
              <a:t>Speedup = 1 / (0.4 + (0.6/4)) = 2.22x faster.</a:t>
            </a:r>
          </a:p>
          <a:p>
            <a:r>
              <a:rPr lang="en-MY" sz="2000"/>
              <a:t>Increasing processors has diminishing returns if the serial portion is significant.</a:t>
            </a:r>
          </a:p>
          <a:p>
            <a:endParaRPr lang="en-US" sz="2000"/>
          </a:p>
        </p:txBody>
      </p:sp>
      <p:pic>
        <p:nvPicPr>
          <p:cNvPr id="5" name="Picture 4" descr="Electronic circuit board">
            <a:extLst>
              <a:ext uri="{FF2B5EF4-FFF2-40B4-BE49-F238E27FC236}">
                <a16:creationId xmlns:a16="http://schemas.microsoft.com/office/drawing/2014/main" id="{383BAF25-2B9F-C88B-01C8-538E1490FE63}"/>
              </a:ext>
            </a:extLst>
          </p:cNvPr>
          <p:cNvPicPr>
            <a:picLocks noChangeAspect="1"/>
          </p:cNvPicPr>
          <p:nvPr/>
        </p:nvPicPr>
        <p:blipFill>
          <a:blip r:embed="rId2"/>
          <a:srcRect l="39997" r="8166"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318383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BD5D4-60E2-60BE-4363-E5652F551A16}"/>
              </a:ext>
            </a:extLst>
          </p:cNvPr>
          <p:cNvSpPr>
            <a:spLocks noGrp="1"/>
          </p:cNvSpPr>
          <p:nvPr>
            <p:ph type="title"/>
          </p:nvPr>
        </p:nvSpPr>
        <p:spPr>
          <a:xfrm>
            <a:off x="761803" y="350196"/>
            <a:ext cx="4646904" cy="1624520"/>
          </a:xfrm>
        </p:spPr>
        <p:txBody>
          <a:bodyPr anchor="ctr">
            <a:normAutofit/>
          </a:bodyPr>
          <a:lstStyle/>
          <a:p>
            <a:r>
              <a:rPr lang="en-MY" sz="4000" b="1"/>
              <a:t>System Availability</a:t>
            </a:r>
            <a:endParaRPr lang="en-US" sz="4000"/>
          </a:p>
        </p:txBody>
      </p:sp>
      <p:sp>
        <p:nvSpPr>
          <p:cNvPr id="3" name="Content Placeholder 2">
            <a:extLst>
              <a:ext uri="{FF2B5EF4-FFF2-40B4-BE49-F238E27FC236}">
                <a16:creationId xmlns:a16="http://schemas.microsoft.com/office/drawing/2014/main" id="{20E55CBC-EC8F-2E12-2B63-E65DE93923C9}"/>
              </a:ext>
            </a:extLst>
          </p:cNvPr>
          <p:cNvSpPr>
            <a:spLocks noGrp="1"/>
          </p:cNvSpPr>
          <p:nvPr>
            <p:ph idx="1"/>
          </p:nvPr>
        </p:nvSpPr>
        <p:spPr>
          <a:xfrm>
            <a:off x="761802" y="2743200"/>
            <a:ext cx="4646905" cy="3613149"/>
          </a:xfrm>
        </p:spPr>
        <p:txBody>
          <a:bodyPr anchor="ctr">
            <a:normAutofit/>
          </a:bodyPr>
          <a:lstStyle/>
          <a:p>
            <a:r>
              <a:rPr lang="en-MY" sz="2000" dirty="0"/>
              <a:t>The degree to which a system is accessible and functional when needed.</a:t>
            </a:r>
          </a:p>
          <a:p>
            <a:r>
              <a:rPr lang="en-MY" sz="2000" dirty="0"/>
              <a:t>Measured as: Availability (%) = (Uptime / Total Time) * 100</a:t>
            </a:r>
          </a:p>
          <a:p>
            <a:pPr marL="0" indent="0">
              <a:buNone/>
            </a:pPr>
            <a:endParaRPr lang="en-US" sz="2000" dirty="0"/>
          </a:p>
        </p:txBody>
      </p:sp>
      <p:pic>
        <p:nvPicPr>
          <p:cNvPr id="5" name="Picture 4" descr="Stopwatch">
            <a:extLst>
              <a:ext uri="{FF2B5EF4-FFF2-40B4-BE49-F238E27FC236}">
                <a16:creationId xmlns:a16="http://schemas.microsoft.com/office/drawing/2014/main" id="{84EE4AF0-606D-787F-ECA7-97BA62F405DD}"/>
              </a:ext>
            </a:extLst>
          </p:cNvPr>
          <p:cNvPicPr>
            <a:picLocks noChangeAspect="1"/>
          </p:cNvPicPr>
          <p:nvPr/>
        </p:nvPicPr>
        <p:blipFill>
          <a:blip r:embed="rId2"/>
          <a:srcRect l="25705" r="22015"/>
          <a:stretch/>
        </p:blipFill>
        <p:spPr>
          <a:xfrm>
            <a:off x="6096000" y="1"/>
            <a:ext cx="6102825" cy="6858000"/>
          </a:xfrm>
          <a:prstGeom prst="rect">
            <a:avLst/>
          </a:prstGeom>
        </p:spPr>
      </p:pic>
    </p:spTree>
    <p:extLst>
      <p:ext uri="{BB962C8B-B14F-4D97-AF65-F5344CB8AC3E}">
        <p14:creationId xmlns:p14="http://schemas.microsoft.com/office/powerpoint/2010/main" val="15847128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1328-6CA7-2C0B-C093-EC96681BDB6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Common Avilability target</a:t>
            </a:r>
          </a:p>
        </p:txBody>
      </p:sp>
      <p:pic>
        <p:nvPicPr>
          <p:cNvPr id="1026" name="Picture 2" descr="Output image">
            <a:extLst>
              <a:ext uri="{FF2B5EF4-FFF2-40B4-BE49-F238E27FC236}">
                <a16:creationId xmlns:a16="http://schemas.microsoft.com/office/drawing/2014/main" id="{26E0748F-BF5C-CFE8-47C1-54B6B1974F7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791839"/>
            <a:ext cx="6780700" cy="5271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50304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0A6B-B1C7-AA54-2D4D-B3AED6C60A18}"/>
              </a:ext>
            </a:extLst>
          </p:cNvPr>
          <p:cNvSpPr>
            <a:spLocks noGrp="1"/>
          </p:cNvSpPr>
          <p:nvPr>
            <p:ph type="title"/>
          </p:nvPr>
        </p:nvSpPr>
        <p:spPr>
          <a:xfrm>
            <a:off x="1371597" y="348865"/>
            <a:ext cx="10044023" cy="877729"/>
          </a:xfrm>
        </p:spPr>
        <p:txBody>
          <a:bodyPr anchor="ctr">
            <a:normAutofit/>
          </a:bodyPr>
          <a:lstStyle/>
          <a:p>
            <a:r>
              <a:rPr lang="en-MY" sz="4000" b="1">
                <a:solidFill>
                  <a:srgbClr val="FFFFFF"/>
                </a:solidFill>
              </a:rPr>
              <a:t>Factors Affecting System Availability</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2615A978-CA34-5C30-53CB-E352080BE348}"/>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82394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9C6B-46AC-F2EB-3167-0EA631FA615F}"/>
              </a:ext>
            </a:extLst>
          </p:cNvPr>
          <p:cNvSpPr>
            <a:spLocks noGrp="1"/>
          </p:cNvSpPr>
          <p:nvPr>
            <p:ph type="title"/>
          </p:nvPr>
        </p:nvSpPr>
        <p:spPr>
          <a:xfrm>
            <a:off x="621792" y="1161288"/>
            <a:ext cx="3602736" cy="4526280"/>
          </a:xfrm>
        </p:spPr>
        <p:txBody>
          <a:bodyPr>
            <a:normAutofit/>
          </a:bodyPr>
          <a:lstStyle/>
          <a:p>
            <a:r>
              <a:rPr lang="en-MY" sz="4000" b="1"/>
              <a:t>Ensuring High Availability</a:t>
            </a:r>
            <a:endParaRPr lang="en-US" sz="4000"/>
          </a:p>
        </p:txBody>
      </p:sp>
      <p:graphicFrame>
        <p:nvGraphicFramePr>
          <p:cNvPr id="5" name="Content Placeholder 2">
            <a:extLst>
              <a:ext uri="{FF2B5EF4-FFF2-40B4-BE49-F238E27FC236}">
                <a16:creationId xmlns:a16="http://schemas.microsoft.com/office/drawing/2014/main" id="{B3A727EC-8C3A-B5DA-97E1-181F08FEDBDA}"/>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66113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F5BD-1891-103D-D1DF-FF230B8CA796}"/>
              </a:ext>
            </a:extLst>
          </p:cNvPr>
          <p:cNvSpPr>
            <a:spLocks noGrp="1"/>
          </p:cNvSpPr>
          <p:nvPr>
            <p:ph type="title"/>
          </p:nvPr>
        </p:nvSpPr>
        <p:spPr>
          <a:xfrm>
            <a:off x="586478" y="1683756"/>
            <a:ext cx="3115265" cy="2396359"/>
          </a:xfrm>
        </p:spPr>
        <p:txBody>
          <a:bodyPr anchor="b">
            <a:normAutofit/>
          </a:bodyPr>
          <a:lstStyle/>
          <a:p>
            <a:pPr algn="r"/>
            <a:r>
              <a:rPr lang="en-MY" sz="4000" b="1">
                <a:solidFill>
                  <a:srgbClr val="FFFFFF"/>
                </a:solidFill>
              </a:rPr>
              <a:t>Single Point of Failure (SPOF)</a:t>
            </a:r>
            <a:endParaRPr lang="en-US" sz="4000">
              <a:solidFill>
                <a:srgbClr val="FFFFFF"/>
              </a:solidFill>
            </a:endParaRPr>
          </a:p>
        </p:txBody>
      </p:sp>
      <p:graphicFrame>
        <p:nvGraphicFramePr>
          <p:cNvPr id="14" name="Content Placeholder 2">
            <a:extLst>
              <a:ext uri="{FF2B5EF4-FFF2-40B4-BE49-F238E27FC236}">
                <a16:creationId xmlns:a16="http://schemas.microsoft.com/office/drawing/2014/main" id="{A2CDC83A-003E-1599-A3BE-D9C51BE3ECE9}"/>
              </a:ext>
            </a:extLst>
          </p:cNvPr>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88478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9901B-2DBB-A817-48AA-52C87BAEED8F}"/>
              </a:ext>
            </a:extLst>
          </p:cNvPr>
          <p:cNvSpPr>
            <a:spLocks noGrp="1"/>
          </p:cNvSpPr>
          <p:nvPr>
            <p:ph type="title"/>
          </p:nvPr>
        </p:nvSpPr>
        <p:spPr>
          <a:xfrm>
            <a:off x="838200" y="1195697"/>
            <a:ext cx="3200400" cy="4238118"/>
          </a:xfrm>
        </p:spPr>
        <p:txBody>
          <a:bodyPr>
            <a:normAutofit/>
          </a:bodyPr>
          <a:lstStyle/>
          <a:p>
            <a:r>
              <a:rPr lang="en-MY" b="1">
                <a:solidFill>
                  <a:schemeClr val="bg1"/>
                </a:solidFill>
              </a:rPr>
              <a:t>Mitigating SPOF</a:t>
            </a:r>
            <a:endParaRPr lang="en-US">
              <a:solidFill>
                <a:schemeClr val="bg1"/>
              </a:solidFill>
            </a:endParaRPr>
          </a:p>
        </p:txBody>
      </p:sp>
      <p:graphicFrame>
        <p:nvGraphicFramePr>
          <p:cNvPr id="5" name="Content Placeholder 2">
            <a:extLst>
              <a:ext uri="{FF2B5EF4-FFF2-40B4-BE49-F238E27FC236}">
                <a16:creationId xmlns:a16="http://schemas.microsoft.com/office/drawing/2014/main" id="{F51CA206-EEE0-3433-2588-B20040A6EC8A}"/>
              </a:ext>
            </a:extLst>
          </p:cNvPr>
          <p:cNvGraphicFramePr>
            <a:graphicFrameLocks noGrp="1"/>
          </p:cNvGraphicFramePr>
          <p:nvPr>
            <p:ph idx="1"/>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3186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22A1-6DD1-17BA-C905-295703E58843}"/>
              </a:ext>
            </a:extLst>
          </p:cNvPr>
          <p:cNvSpPr>
            <a:spLocks noGrp="1"/>
          </p:cNvSpPr>
          <p:nvPr>
            <p:ph type="title"/>
          </p:nvPr>
        </p:nvSpPr>
        <p:spPr>
          <a:xfrm>
            <a:off x="586478" y="1683756"/>
            <a:ext cx="3115265" cy="2396359"/>
          </a:xfrm>
        </p:spPr>
        <p:txBody>
          <a:bodyPr anchor="b">
            <a:normAutofit/>
          </a:bodyPr>
          <a:lstStyle/>
          <a:p>
            <a:pPr algn="r"/>
            <a:r>
              <a:rPr lang="en-MY" sz="4000" b="1">
                <a:solidFill>
                  <a:srgbClr val="FFFFFF"/>
                </a:solidFill>
              </a:rPr>
              <a:t>Security Threats and Defense Technologies</a:t>
            </a:r>
            <a:endParaRPr lang="en-US" sz="4000">
              <a:solidFill>
                <a:srgbClr val="FFFFFF"/>
              </a:solidFill>
            </a:endParaRPr>
          </a:p>
        </p:txBody>
      </p:sp>
      <p:graphicFrame>
        <p:nvGraphicFramePr>
          <p:cNvPr id="23" name="Content Placeholder 2">
            <a:extLst>
              <a:ext uri="{FF2B5EF4-FFF2-40B4-BE49-F238E27FC236}">
                <a16:creationId xmlns:a16="http://schemas.microsoft.com/office/drawing/2014/main" id="{0E2D201F-D697-6978-B411-F8DF3642833B}"/>
              </a:ext>
            </a:extLst>
          </p:cNvPr>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84698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FE7B-A10C-6484-3D6F-ABD24EF2CC20}"/>
              </a:ext>
            </a:extLst>
          </p:cNvPr>
          <p:cNvSpPr>
            <a:spLocks noGrp="1"/>
          </p:cNvSpPr>
          <p:nvPr>
            <p:ph type="title"/>
          </p:nvPr>
        </p:nvSpPr>
        <p:spPr>
          <a:xfrm>
            <a:off x="586478" y="1683756"/>
            <a:ext cx="3115265" cy="2396359"/>
          </a:xfrm>
        </p:spPr>
        <p:txBody>
          <a:bodyPr anchor="b">
            <a:normAutofit/>
          </a:bodyPr>
          <a:lstStyle/>
          <a:p>
            <a:pPr algn="r"/>
            <a:r>
              <a:rPr lang="en-MY" sz="4000" b="1">
                <a:solidFill>
                  <a:srgbClr val="FFFFFF"/>
                </a:solidFill>
              </a:rPr>
              <a:t>Types of Security Threats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7E11E841-2873-122E-156C-ABF35E5C6631}"/>
              </a:ext>
            </a:extLst>
          </p:cNvPr>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39656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231D-AE20-BD1E-B61B-693AE9A90B8C}"/>
              </a:ext>
            </a:extLst>
          </p:cNvPr>
          <p:cNvSpPr>
            <a:spLocks noGrp="1"/>
          </p:cNvSpPr>
          <p:nvPr>
            <p:ph type="title"/>
          </p:nvPr>
        </p:nvSpPr>
        <p:spPr>
          <a:xfrm>
            <a:off x="1383564" y="348865"/>
            <a:ext cx="9718111" cy="1576446"/>
          </a:xfrm>
        </p:spPr>
        <p:txBody>
          <a:bodyPr anchor="ctr">
            <a:normAutofit/>
          </a:bodyPr>
          <a:lstStyle/>
          <a:p>
            <a:r>
              <a:rPr lang="en-MY" sz="4000" b="1">
                <a:solidFill>
                  <a:srgbClr val="FFFFFF"/>
                </a:solidFill>
              </a:rPr>
              <a:t>Potential Damages from Attacks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43494A40-87FE-AA1F-76C0-AB2000C8623D}"/>
              </a:ext>
            </a:extLst>
          </p:cNvPr>
          <p:cNvGraphicFramePr>
            <a:graphicFrameLocks noGrp="1"/>
          </p:cNvGraphicFramePr>
          <p:nvPr>
            <p:ph idx="1"/>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09870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FA48-3102-A3F9-092A-6B01E0836B15}"/>
              </a:ext>
            </a:extLst>
          </p:cNvPr>
          <p:cNvSpPr>
            <a:spLocks noGrp="1"/>
          </p:cNvSpPr>
          <p:nvPr>
            <p:ph type="title"/>
          </p:nvPr>
        </p:nvSpPr>
        <p:spPr>
          <a:xfrm>
            <a:off x="621792" y="1161288"/>
            <a:ext cx="3602736" cy="4526280"/>
          </a:xfrm>
        </p:spPr>
        <p:txBody>
          <a:bodyPr>
            <a:normAutofit/>
          </a:bodyPr>
          <a:lstStyle/>
          <a:p>
            <a:r>
              <a:rPr lang="en-MY" sz="4000" b="1"/>
              <a:t>System Attacks</a:t>
            </a:r>
            <a:endParaRPr lang="en-US" sz="4000"/>
          </a:p>
        </p:txBody>
      </p:sp>
      <p:graphicFrame>
        <p:nvGraphicFramePr>
          <p:cNvPr id="5" name="Content Placeholder 2">
            <a:extLst>
              <a:ext uri="{FF2B5EF4-FFF2-40B4-BE49-F238E27FC236}">
                <a16:creationId xmlns:a16="http://schemas.microsoft.com/office/drawing/2014/main" id="{F9353879-AFC4-8B77-9F14-3959F35F7EA2}"/>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18720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6DB67-C2DF-033F-F0EF-00A871A854C9}"/>
              </a:ext>
            </a:extLst>
          </p:cNvPr>
          <p:cNvSpPr>
            <a:spLocks noGrp="1"/>
          </p:cNvSpPr>
          <p:nvPr>
            <p:ph type="title"/>
          </p:nvPr>
        </p:nvSpPr>
        <p:spPr>
          <a:xfrm>
            <a:off x="1000941" y="685801"/>
            <a:ext cx="3494859" cy="5491162"/>
          </a:xfrm>
        </p:spPr>
        <p:txBody>
          <a:bodyPr>
            <a:normAutofit/>
          </a:bodyPr>
          <a:lstStyle/>
          <a:p>
            <a:r>
              <a:rPr lang="en-MY" b="1" dirty="0"/>
              <a:t>Network Threats to Cyberspace</a:t>
            </a:r>
            <a:endParaRPr lang="en-US" dirty="0"/>
          </a:p>
        </p:txBody>
      </p:sp>
      <p:graphicFrame>
        <p:nvGraphicFramePr>
          <p:cNvPr id="5" name="Content Placeholder 2">
            <a:extLst>
              <a:ext uri="{FF2B5EF4-FFF2-40B4-BE49-F238E27FC236}">
                <a16:creationId xmlns:a16="http://schemas.microsoft.com/office/drawing/2014/main" id="{02233E0C-4740-2E02-04D0-3FCF696374BE}"/>
              </a:ext>
            </a:extLst>
          </p:cNvPr>
          <p:cNvGraphicFramePr>
            <a:graphicFrameLocks noGrp="1"/>
          </p:cNvGraphicFramePr>
          <p:nvPr>
            <p:ph idx="1"/>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29371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11E3E-70E9-21B0-B6B6-50A88645607A}"/>
              </a:ext>
            </a:extLst>
          </p:cNvPr>
          <p:cNvSpPr>
            <a:spLocks noGrp="1"/>
          </p:cNvSpPr>
          <p:nvPr>
            <p:ph type="title"/>
          </p:nvPr>
        </p:nvSpPr>
        <p:spPr>
          <a:xfrm>
            <a:off x="786385" y="841248"/>
            <a:ext cx="3515244" cy="5340097"/>
          </a:xfrm>
        </p:spPr>
        <p:txBody>
          <a:bodyPr anchor="ctr">
            <a:normAutofit/>
          </a:bodyPr>
          <a:lstStyle/>
          <a:p>
            <a:r>
              <a:rPr lang="en-MY" sz="4800" b="1">
                <a:solidFill>
                  <a:schemeClr val="bg1"/>
                </a:solidFill>
              </a:rPr>
              <a:t>Defense Against Network Threats</a:t>
            </a:r>
            <a:endParaRPr lang="en-US" sz="4800">
              <a:solidFill>
                <a:schemeClr val="bg1"/>
              </a:solidFill>
            </a:endParaRPr>
          </a:p>
        </p:txBody>
      </p:sp>
      <p:graphicFrame>
        <p:nvGraphicFramePr>
          <p:cNvPr id="29" name="Content Placeholder 2">
            <a:extLst>
              <a:ext uri="{FF2B5EF4-FFF2-40B4-BE49-F238E27FC236}">
                <a16:creationId xmlns:a16="http://schemas.microsoft.com/office/drawing/2014/main" id="{D0DBF341-36FD-E512-0C1B-EB216BBD1CC5}"/>
              </a:ext>
            </a:extLst>
          </p:cNvPr>
          <p:cNvGraphicFramePr>
            <a:graphicFrameLocks noGrp="1"/>
          </p:cNvGraphicFramePr>
          <p:nvPr>
            <p:ph idx="1"/>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71438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57D8A-208A-5CB0-C852-87B7FF852A01}"/>
              </a:ext>
            </a:extLst>
          </p:cNvPr>
          <p:cNvSpPr>
            <a:spLocks noGrp="1"/>
          </p:cNvSpPr>
          <p:nvPr>
            <p:ph type="title"/>
          </p:nvPr>
        </p:nvSpPr>
        <p:spPr>
          <a:xfrm>
            <a:off x="1075767" y="1188637"/>
            <a:ext cx="2988234" cy="4480726"/>
          </a:xfrm>
        </p:spPr>
        <p:txBody>
          <a:bodyPr>
            <a:normAutofit/>
          </a:bodyPr>
          <a:lstStyle/>
          <a:p>
            <a:pPr algn="r"/>
            <a:r>
              <a:rPr lang="en-MY" sz="3100" b="1"/>
              <a:t>Internet Security Responsibilities</a:t>
            </a:r>
            <a:endParaRPr lang="en-US" sz="3100"/>
          </a:p>
        </p:txBody>
      </p:sp>
      <p:sp>
        <p:nvSpPr>
          <p:cNvPr id="3" name="Content Placeholder 2">
            <a:extLst>
              <a:ext uri="{FF2B5EF4-FFF2-40B4-BE49-F238E27FC236}">
                <a16:creationId xmlns:a16="http://schemas.microsoft.com/office/drawing/2014/main" id="{3B2978C9-5B20-5628-BCD5-098C2D7F1B0C}"/>
              </a:ext>
            </a:extLst>
          </p:cNvPr>
          <p:cNvSpPr>
            <a:spLocks noGrp="1"/>
          </p:cNvSpPr>
          <p:nvPr>
            <p:ph idx="1"/>
          </p:nvPr>
        </p:nvSpPr>
        <p:spPr>
          <a:xfrm>
            <a:off x="5255260" y="1648870"/>
            <a:ext cx="4702848" cy="3560260"/>
          </a:xfrm>
        </p:spPr>
        <p:txBody>
          <a:bodyPr anchor="ctr">
            <a:normAutofit/>
          </a:bodyPr>
          <a:lstStyle/>
          <a:p>
            <a:pPr marL="0" indent="0">
              <a:buNone/>
            </a:pPr>
            <a:r>
              <a:rPr lang="en-MY" sz="2400"/>
              <a:t>Shared responsibility between individuals, organizations, and governments</a:t>
            </a:r>
          </a:p>
          <a:p>
            <a:pPr marL="0" indent="0">
              <a:buNone/>
            </a:pPr>
            <a:endParaRPr lang="en-US" sz="2400"/>
          </a:p>
        </p:txBody>
      </p:sp>
    </p:spTree>
    <p:extLst>
      <p:ext uri="{BB962C8B-B14F-4D97-AF65-F5344CB8AC3E}">
        <p14:creationId xmlns:p14="http://schemas.microsoft.com/office/powerpoint/2010/main" val="18280952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C770-B126-4600-F32B-490AB9D65DAD}"/>
              </a:ext>
            </a:extLst>
          </p:cNvPr>
          <p:cNvSpPr>
            <a:spLocks noGrp="1"/>
          </p:cNvSpPr>
          <p:nvPr>
            <p:ph type="title"/>
          </p:nvPr>
        </p:nvSpPr>
        <p:spPr>
          <a:xfrm>
            <a:off x="5868557" y="1138036"/>
            <a:ext cx="5444382" cy="1402470"/>
          </a:xfrm>
        </p:spPr>
        <p:txBody>
          <a:bodyPr anchor="t">
            <a:normAutofit/>
          </a:bodyPr>
          <a:lstStyle/>
          <a:p>
            <a:r>
              <a:rPr lang="en-MY" sz="3200" b="1"/>
              <a:t>Responsibilities of Individuals</a:t>
            </a:r>
            <a:endParaRPr lang="en-US" sz="3200"/>
          </a:p>
        </p:txBody>
      </p:sp>
      <p:pic>
        <p:nvPicPr>
          <p:cNvPr id="5" name="Picture 4" descr="Padlock on computer motherboard">
            <a:extLst>
              <a:ext uri="{FF2B5EF4-FFF2-40B4-BE49-F238E27FC236}">
                <a16:creationId xmlns:a16="http://schemas.microsoft.com/office/drawing/2014/main" id="{513F5067-D5D4-78A9-0390-4A09FE037D3E}"/>
              </a:ext>
            </a:extLst>
          </p:cNvPr>
          <p:cNvPicPr>
            <a:picLocks noChangeAspect="1"/>
          </p:cNvPicPr>
          <p:nvPr/>
        </p:nvPicPr>
        <p:blipFill>
          <a:blip r:embed="rId2"/>
          <a:srcRect l="13254" r="36608" b="-1"/>
          <a:stretch/>
        </p:blipFill>
        <p:spPr>
          <a:xfrm>
            <a:off x="-1" y="10"/>
            <a:ext cx="5151179" cy="6857990"/>
          </a:xfrm>
          <a:prstGeom prst="rect">
            <a:avLst/>
          </a:prstGeom>
        </p:spPr>
      </p:pic>
      <p:sp>
        <p:nvSpPr>
          <p:cNvPr id="3" name="Content Placeholder 2">
            <a:extLst>
              <a:ext uri="{FF2B5EF4-FFF2-40B4-BE49-F238E27FC236}">
                <a16:creationId xmlns:a16="http://schemas.microsoft.com/office/drawing/2014/main" id="{1DBE780B-2E9D-C7E7-809A-BDB7BD984A7F}"/>
              </a:ext>
            </a:extLst>
          </p:cNvPr>
          <p:cNvSpPr>
            <a:spLocks noGrp="1"/>
          </p:cNvSpPr>
          <p:nvPr>
            <p:ph idx="1"/>
          </p:nvPr>
        </p:nvSpPr>
        <p:spPr>
          <a:xfrm>
            <a:off x="5868557" y="2551176"/>
            <a:ext cx="5444382" cy="3591207"/>
          </a:xfrm>
        </p:spPr>
        <p:txBody>
          <a:bodyPr>
            <a:normAutofit/>
          </a:bodyPr>
          <a:lstStyle/>
          <a:p>
            <a:pPr>
              <a:buFont typeface="Arial" panose="020B0604020202020204" pitchFamily="34" charset="0"/>
              <a:buChar char="•"/>
            </a:pPr>
            <a:r>
              <a:rPr lang="en-MY" sz="2000"/>
              <a:t>Use strong, unique passwords</a:t>
            </a:r>
          </a:p>
          <a:p>
            <a:pPr>
              <a:buFont typeface="Arial" panose="020B0604020202020204" pitchFamily="34" charset="0"/>
              <a:buChar char="•"/>
            </a:pPr>
            <a:r>
              <a:rPr lang="en-MY" sz="2000"/>
              <a:t>Enable two-factor authentication (2FA)</a:t>
            </a:r>
          </a:p>
          <a:p>
            <a:pPr>
              <a:buFont typeface="Arial" panose="020B0604020202020204" pitchFamily="34" charset="0"/>
              <a:buChar char="•"/>
            </a:pPr>
            <a:r>
              <a:rPr lang="en-MY" sz="2000"/>
              <a:t>Avoid clicking on suspicious links</a:t>
            </a:r>
          </a:p>
          <a:p>
            <a:endParaRPr lang="en-US" sz="2000"/>
          </a:p>
        </p:txBody>
      </p:sp>
    </p:spTree>
    <p:extLst>
      <p:ext uri="{BB962C8B-B14F-4D97-AF65-F5344CB8AC3E}">
        <p14:creationId xmlns:p14="http://schemas.microsoft.com/office/powerpoint/2010/main" val="39472782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CFED6-46A4-DC47-C6AF-160296C3BE62}"/>
              </a:ext>
            </a:extLst>
          </p:cNvPr>
          <p:cNvSpPr>
            <a:spLocks noGrp="1"/>
          </p:cNvSpPr>
          <p:nvPr>
            <p:ph type="title"/>
          </p:nvPr>
        </p:nvSpPr>
        <p:spPr>
          <a:xfrm>
            <a:off x="761803" y="350196"/>
            <a:ext cx="4646904" cy="1624520"/>
          </a:xfrm>
        </p:spPr>
        <p:txBody>
          <a:bodyPr anchor="ctr">
            <a:normAutofit/>
          </a:bodyPr>
          <a:lstStyle/>
          <a:p>
            <a:r>
              <a:rPr lang="en-MY" sz="4000" b="1"/>
              <a:t>Responsibilities of Organizations</a:t>
            </a:r>
            <a:endParaRPr lang="en-US" sz="4000"/>
          </a:p>
        </p:txBody>
      </p:sp>
      <p:sp>
        <p:nvSpPr>
          <p:cNvPr id="3" name="Content Placeholder 2">
            <a:extLst>
              <a:ext uri="{FF2B5EF4-FFF2-40B4-BE49-F238E27FC236}">
                <a16:creationId xmlns:a16="http://schemas.microsoft.com/office/drawing/2014/main" id="{E540EFB1-7D1C-A683-3598-F3575BDC586A}"/>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MY" sz="2000"/>
              <a:t>Develop comprehensive cybersecurity policies</a:t>
            </a:r>
          </a:p>
          <a:p>
            <a:pPr>
              <a:buFont typeface="Arial" panose="020B0604020202020204" pitchFamily="34" charset="0"/>
              <a:buChar char="•"/>
            </a:pPr>
            <a:r>
              <a:rPr lang="en-MY" sz="2000"/>
              <a:t>Conduct regular employee training</a:t>
            </a:r>
          </a:p>
          <a:p>
            <a:pPr>
              <a:buFont typeface="Arial" panose="020B0604020202020204" pitchFamily="34" charset="0"/>
              <a:buChar char="•"/>
            </a:pPr>
            <a:r>
              <a:rPr lang="en-MY" sz="2000"/>
              <a:t>Use encryption to protect data</a:t>
            </a:r>
          </a:p>
          <a:p>
            <a:endParaRPr lang="en-US" sz="2000"/>
          </a:p>
        </p:txBody>
      </p:sp>
      <p:pic>
        <p:nvPicPr>
          <p:cNvPr id="5" name="Picture 4" descr="Transparent padlock">
            <a:extLst>
              <a:ext uri="{FF2B5EF4-FFF2-40B4-BE49-F238E27FC236}">
                <a16:creationId xmlns:a16="http://schemas.microsoft.com/office/drawing/2014/main" id="{FAECA743-D711-A5C2-43AB-EE9413A087A2}"/>
              </a:ext>
            </a:extLst>
          </p:cNvPr>
          <p:cNvPicPr>
            <a:picLocks noChangeAspect="1"/>
          </p:cNvPicPr>
          <p:nvPr/>
        </p:nvPicPr>
        <p:blipFill>
          <a:blip r:embed="rId2"/>
          <a:srcRect l="7930" r="33784" b="2"/>
          <a:stretch/>
        </p:blipFill>
        <p:spPr>
          <a:xfrm>
            <a:off x="6096000" y="1"/>
            <a:ext cx="6102825" cy="6858000"/>
          </a:xfrm>
          <a:prstGeom prst="rect">
            <a:avLst/>
          </a:prstGeom>
        </p:spPr>
      </p:pic>
    </p:spTree>
    <p:extLst>
      <p:ext uri="{BB962C8B-B14F-4D97-AF65-F5344CB8AC3E}">
        <p14:creationId xmlns:p14="http://schemas.microsoft.com/office/powerpoint/2010/main" val="6788401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B5D8A-EBFA-A2C5-7AF2-50F805E1B5D3}"/>
              </a:ext>
            </a:extLst>
          </p:cNvPr>
          <p:cNvSpPr>
            <a:spLocks noGrp="1"/>
          </p:cNvSpPr>
          <p:nvPr>
            <p:ph type="title"/>
          </p:nvPr>
        </p:nvSpPr>
        <p:spPr>
          <a:xfrm>
            <a:off x="761800" y="762001"/>
            <a:ext cx="5334197" cy="1708242"/>
          </a:xfrm>
        </p:spPr>
        <p:txBody>
          <a:bodyPr anchor="ctr">
            <a:normAutofit/>
          </a:bodyPr>
          <a:lstStyle/>
          <a:p>
            <a:r>
              <a:rPr lang="en-MY" sz="4000" b="1"/>
              <a:t>Responsibilities of Governments</a:t>
            </a:r>
            <a:endParaRPr lang="en-US" sz="4000"/>
          </a:p>
        </p:txBody>
      </p:sp>
      <p:sp>
        <p:nvSpPr>
          <p:cNvPr id="3" name="Content Placeholder 2">
            <a:extLst>
              <a:ext uri="{FF2B5EF4-FFF2-40B4-BE49-F238E27FC236}">
                <a16:creationId xmlns:a16="http://schemas.microsoft.com/office/drawing/2014/main" id="{FE4CABB8-5860-4304-3FC9-C70471B79B00}"/>
              </a:ext>
            </a:extLst>
          </p:cNvPr>
          <p:cNvSpPr>
            <a:spLocks noGrp="1"/>
          </p:cNvSpPr>
          <p:nvPr>
            <p:ph idx="1"/>
          </p:nvPr>
        </p:nvSpPr>
        <p:spPr>
          <a:xfrm>
            <a:off x="761800" y="2470244"/>
            <a:ext cx="5334197" cy="3769835"/>
          </a:xfrm>
        </p:spPr>
        <p:txBody>
          <a:bodyPr anchor="ctr">
            <a:normAutofit/>
          </a:bodyPr>
          <a:lstStyle/>
          <a:p>
            <a:pPr>
              <a:buFont typeface="Arial" panose="020B0604020202020204" pitchFamily="34" charset="0"/>
              <a:buChar char="•"/>
            </a:pPr>
            <a:r>
              <a:rPr lang="en-MY" sz="2000"/>
              <a:t>Enforce cybersecurity regulations and compliance</a:t>
            </a:r>
          </a:p>
          <a:p>
            <a:pPr>
              <a:buFont typeface="Arial" panose="020B0604020202020204" pitchFamily="34" charset="0"/>
              <a:buChar char="•"/>
            </a:pPr>
            <a:r>
              <a:rPr lang="en-MY" sz="2000"/>
              <a:t>Establish national cybersecurity frameworks</a:t>
            </a:r>
          </a:p>
          <a:p>
            <a:pPr>
              <a:buFont typeface="Arial" panose="020B0604020202020204" pitchFamily="34" charset="0"/>
              <a:buChar char="•"/>
            </a:pPr>
            <a:r>
              <a:rPr lang="en-MY" sz="2000"/>
              <a:t>Collaborate with international cybersecurity agencies</a:t>
            </a:r>
          </a:p>
          <a:p>
            <a:endParaRPr lang="en-US" sz="2000"/>
          </a:p>
        </p:txBody>
      </p:sp>
      <p:pic>
        <p:nvPicPr>
          <p:cNvPr id="5" name="Picture 4" descr="Aerial view of a city skyline">
            <a:extLst>
              <a:ext uri="{FF2B5EF4-FFF2-40B4-BE49-F238E27FC236}">
                <a16:creationId xmlns:a16="http://schemas.microsoft.com/office/drawing/2014/main" id="{81F7842B-C51C-47F8-C50D-8FD5B8EF1F08}"/>
              </a:ext>
            </a:extLst>
          </p:cNvPr>
          <p:cNvPicPr>
            <a:picLocks noChangeAspect="1"/>
          </p:cNvPicPr>
          <p:nvPr/>
        </p:nvPicPr>
        <p:blipFill>
          <a:blip r:embed="rId2"/>
          <a:srcRect l="23473" r="24690"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5317386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5DC1F-0E30-E2C7-E58A-037B6D6BED0B}"/>
              </a:ext>
            </a:extLst>
          </p:cNvPr>
          <p:cNvSpPr>
            <a:spLocks noGrp="1"/>
          </p:cNvSpPr>
          <p:nvPr>
            <p:ph type="title"/>
          </p:nvPr>
        </p:nvSpPr>
        <p:spPr>
          <a:xfrm>
            <a:off x="761803" y="350196"/>
            <a:ext cx="4646904" cy="1624520"/>
          </a:xfrm>
        </p:spPr>
        <p:txBody>
          <a:bodyPr anchor="ctr">
            <a:normAutofit/>
          </a:bodyPr>
          <a:lstStyle/>
          <a:p>
            <a:r>
              <a:rPr lang="en-MY" sz="4000" b="1"/>
              <a:t>Case Study 1 - Equifax Data Breach</a:t>
            </a:r>
            <a:endParaRPr lang="en-US" sz="4000"/>
          </a:p>
        </p:txBody>
      </p:sp>
      <p:sp>
        <p:nvSpPr>
          <p:cNvPr id="3" name="Content Placeholder 2">
            <a:extLst>
              <a:ext uri="{FF2B5EF4-FFF2-40B4-BE49-F238E27FC236}">
                <a16:creationId xmlns:a16="http://schemas.microsoft.com/office/drawing/2014/main" id="{C6D20C4B-DDEA-0C2D-1CE6-39455E930252}"/>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MY" sz="2000" b="1"/>
              <a:t>Event:</a:t>
            </a:r>
            <a:r>
              <a:rPr lang="en-MY" sz="2000"/>
              <a:t> In 2017, hackers stole sensitive information of 147 million individuals.</a:t>
            </a:r>
          </a:p>
          <a:p>
            <a:pPr>
              <a:buFont typeface="Arial" panose="020B0604020202020204" pitchFamily="34" charset="0"/>
              <a:buChar char="•"/>
            </a:pPr>
            <a:r>
              <a:rPr lang="en-MY" sz="2000" b="1"/>
              <a:t>Cause:</a:t>
            </a:r>
            <a:r>
              <a:rPr lang="en-MY" sz="2000"/>
              <a:t> Vulnerability in a web application framework</a:t>
            </a:r>
          </a:p>
          <a:p>
            <a:pPr>
              <a:buFont typeface="Arial" panose="020B0604020202020204" pitchFamily="34" charset="0"/>
              <a:buChar char="•"/>
            </a:pPr>
            <a:r>
              <a:rPr lang="en-MY" sz="2000" b="1"/>
              <a:t>Impact:</a:t>
            </a:r>
            <a:r>
              <a:rPr lang="en-MY" sz="2000"/>
              <a:t> Massive financial loss, legal actions, and reputational damage</a:t>
            </a:r>
          </a:p>
          <a:p>
            <a:pPr>
              <a:buFont typeface="Arial" panose="020B0604020202020204" pitchFamily="34" charset="0"/>
              <a:buChar char="•"/>
            </a:pPr>
            <a:r>
              <a:rPr lang="en-MY" sz="2000" b="1"/>
              <a:t>Lesson:</a:t>
            </a:r>
            <a:r>
              <a:rPr lang="en-MY" sz="2000"/>
              <a:t> Regular vulnerability assessments and timely patching are critical.</a:t>
            </a:r>
          </a:p>
          <a:p>
            <a:endParaRPr lang="en-US" sz="2000"/>
          </a:p>
        </p:txBody>
      </p:sp>
      <p:pic>
        <p:nvPicPr>
          <p:cNvPr id="5" name="Picture 4" descr="Stock numbers on a digital display">
            <a:extLst>
              <a:ext uri="{FF2B5EF4-FFF2-40B4-BE49-F238E27FC236}">
                <a16:creationId xmlns:a16="http://schemas.microsoft.com/office/drawing/2014/main" id="{F0CE2825-7252-B626-F2BB-7EB545016AD8}"/>
              </a:ext>
            </a:extLst>
          </p:cNvPr>
          <p:cNvPicPr>
            <a:picLocks noChangeAspect="1"/>
          </p:cNvPicPr>
          <p:nvPr/>
        </p:nvPicPr>
        <p:blipFill>
          <a:blip r:embed="rId2"/>
          <a:srcRect l="35858" r="12306" b="-2"/>
          <a:stretch/>
        </p:blipFill>
        <p:spPr>
          <a:xfrm>
            <a:off x="6096000" y="1"/>
            <a:ext cx="6102825" cy="6858000"/>
          </a:xfrm>
          <a:prstGeom prst="rect">
            <a:avLst/>
          </a:prstGeom>
        </p:spPr>
      </p:pic>
    </p:spTree>
    <p:extLst>
      <p:ext uri="{BB962C8B-B14F-4D97-AF65-F5344CB8AC3E}">
        <p14:creationId xmlns:p14="http://schemas.microsoft.com/office/powerpoint/2010/main" val="12055952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AE46C-10B6-6435-037F-04FCAFD36652}"/>
              </a:ext>
            </a:extLst>
          </p:cNvPr>
          <p:cNvSpPr>
            <a:spLocks noGrp="1"/>
          </p:cNvSpPr>
          <p:nvPr>
            <p:ph type="title"/>
          </p:nvPr>
        </p:nvSpPr>
        <p:spPr>
          <a:xfrm>
            <a:off x="761803" y="350196"/>
            <a:ext cx="4646904" cy="1624520"/>
          </a:xfrm>
        </p:spPr>
        <p:txBody>
          <a:bodyPr anchor="ctr">
            <a:normAutofit/>
          </a:bodyPr>
          <a:lstStyle/>
          <a:p>
            <a:r>
              <a:rPr lang="en-MY" sz="3700" b="1"/>
              <a:t>Case Study 2 - WannaCry Ransomware Attack</a:t>
            </a:r>
            <a:endParaRPr lang="en-US" sz="3700"/>
          </a:p>
        </p:txBody>
      </p:sp>
      <p:sp>
        <p:nvSpPr>
          <p:cNvPr id="3" name="Content Placeholder 2">
            <a:extLst>
              <a:ext uri="{FF2B5EF4-FFF2-40B4-BE49-F238E27FC236}">
                <a16:creationId xmlns:a16="http://schemas.microsoft.com/office/drawing/2014/main" id="{A3DBC58D-1606-A34F-1327-B020BC8FC33C}"/>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MY" sz="2000" b="1"/>
              <a:t>Event:</a:t>
            </a:r>
            <a:r>
              <a:rPr lang="en-MY" sz="2000"/>
              <a:t> In 2017, a ransomware worm infected systems globally, encrypting data and demanding ransom payments.</a:t>
            </a:r>
          </a:p>
          <a:p>
            <a:pPr>
              <a:buFont typeface="Arial" panose="020B0604020202020204" pitchFamily="34" charset="0"/>
              <a:buChar char="•"/>
            </a:pPr>
            <a:r>
              <a:rPr lang="en-MY" sz="2000" b="1"/>
              <a:t>Cause:</a:t>
            </a:r>
            <a:r>
              <a:rPr lang="en-MY" sz="2000"/>
              <a:t> Exploited a vulnerability in outdated Windows systems</a:t>
            </a:r>
          </a:p>
          <a:p>
            <a:pPr>
              <a:buFont typeface="Arial" panose="020B0604020202020204" pitchFamily="34" charset="0"/>
              <a:buChar char="•"/>
            </a:pPr>
            <a:r>
              <a:rPr lang="en-MY" sz="2000" b="1"/>
              <a:t>Impact:</a:t>
            </a:r>
            <a:r>
              <a:rPr lang="en-MY" sz="2000"/>
              <a:t> Affected hospitals, businesses, and government agencies worldwide</a:t>
            </a:r>
          </a:p>
          <a:p>
            <a:pPr>
              <a:buFont typeface="Arial" panose="020B0604020202020204" pitchFamily="34" charset="0"/>
              <a:buChar char="•"/>
            </a:pPr>
            <a:r>
              <a:rPr lang="en-MY" sz="2000" b="1"/>
              <a:t>Lesson:</a:t>
            </a:r>
            <a:r>
              <a:rPr lang="en-MY" sz="2000"/>
              <a:t> Keep systems updated and use robust backup solutions</a:t>
            </a:r>
          </a:p>
          <a:p>
            <a:endParaRPr lang="en-US" sz="2000"/>
          </a:p>
        </p:txBody>
      </p:sp>
      <p:pic>
        <p:nvPicPr>
          <p:cNvPr id="5" name="Picture 4" descr="Red ad gree bar graphs and numbers above the city skyline">
            <a:extLst>
              <a:ext uri="{FF2B5EF4-FFF2-40B4-BE49-F238E27FC236}">
                <a16:creationId xmlns:a16="http://schemas.microsoft.com/office/drawing/2014/main" id="{180703F9-3BD9-A2EE-E20A-00B807D31A0B}"/>
              </a:ext>
            </a:extLst>
          </p:cNvPr>
          <p:cNvPicPr>
            <a:picLocks noChangeAspect="1"/>
          </p:cNvPicPr>
          <p:nvPr/>
        </p:nvPicPr>
        <p:blipFill>
          <a:blip r:embed="rId2"/>
          <a:srcRect l="32835" r="1314"/>
          <a:stretch/>
        </p:blipFill>
        <p:spPr>
          <a:xfrm>
            <a:off x="6096000" y="1"/>
            <a:ext cx="6102825" cy="6858000"/>
          </a:xfrm>
          <a:prstGeom prst="rect">
            <a:avLst/>
          </a:prstGeom>
        </p:spPr>
      </p:pic>
    </p:spTree>
    <p:extLst>
      <p:ext uri="{BB962C8B-B14F-4D97-AF65-F5344CB8AC3E}">
        <p14:creationId xmlns:p14="http://schemas.microsoft.com/office/powerpoint/2010/main" val="14685393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72F65-FA7F-2856-B996-C9759BFC9877}"/>
              </a:ext>
            </a:extLst>
          </p:cNvPr>
          <p:cNvSpPr>
            <a:spLocks noGrp="1"/>
          </p:cNvSpPr>
          <p:nvPr>
            <p:ph type="title"/>
          </p:nvPr>
        </p:nvSpPr>
        <p:spPr>
          <a:xfrm>
            <a:off x="466722" y="586855"/>
            <a:ext cx="3201366" cy="3387497"/>
          </a:xfrm>
        </p:spPr>
        <p:txBody>
          <a:bodyPr anchor="b">
            <a:normAutofit/>
          </a:bodyPr>
          <a:lstStyle/>
          <a:p>
            <a:pPr algn="r"/>
            <a:r>
              <a:rPr lang="en-MY" sz="4000" b="1">
                <a:solidFill>
                  <a:srgbClr val="FFFFFF"/>
                </a:solidFill>
              </a:rPr>
              <a:t>Summary</a:t>
            </a:r>
            <a:endParaRPr lang="en-US" sz="4000">
              <a:solidFill>
                <a:srgbClr val="FFFFFF"/>
              </a:solidFill>
            </a:endParaRPr>
          </a:p>
        </p:txBody>
      </p:sp>
      <p:sp>
        <p:nvSpPr>
          <p:cNvPr id="3" name="Content Placeholder 2">
            <a:extLst>
              <a:ext uri="{FF2B5EF4-FFF2-40B4-BE49-F238E27FC236}">
                <a16:creationId xmlns:a16="http://schemas.microsoft.com/office/drawing/2014/main" id="{5FA0C915-C288-BEF9-0F3F-2D74F8879F8D}"/>
              </a:ext>
            </a:extLst>
          </p:cNvPr>
          <p:cNvSpPr>
            <a:spLocks noGrp="1"/>
          </p:cNvSpPr>
          <p:nvPr>
            <p:ph idx="1"/>
          </p:nvPr>
        </p:nvSpPr>
        <p:spPr>
          <a:xfrm>
            <a:off x="4810259" y="649480"/>
            <a:ext cx="6555347" cy="5546047"/>
          </a:xfrm>
        </p:spPr>
        <p:txBody>
          <a:bodyPr anchor="ctr">
            <a:normAutofit/>
          </a:bodyPr>
          <a:lstStyle/>
          <a:p>
            <a:pPr>
              <a:buFont typeface="Arial" panose="020B0604020202020204" pitchFamily="34" charset="0"/>
              <a:buChar char="•"/>
            </a:pPr>
            <a:r>
              <a:rPr lang="en-MY" sz="2000"/>
              <a:t>Scalability and availability are essential for system performance</a:t>
            </a:r>
          </a:p>
          <a:p>
            <a:pPr>
              <a:buFont typeface="Arial" panose="020B0604020202020204" pitchFamily="34" charset="0"/>
              <a:buChar char="•"/>
            </a:pPr>
            <a:r>
              <a:rPr lang="en-MY" sz="2000"/>
              <a:t>Amdahl’s Law limits parallel computing benefits</a:t>
            </a:r>
          </a:p>
          <a:p>
            <a:pPr>
              <a:buFont typeface="Arial" panose="020B0604020202020204" pitchFamily="34" charset="0"/>
              <a:buChar char="•"/>
            </a:pPr>
            <a:r>
              <a:rPr lang="en-MY" sz="2000"/>
              <a:t>Security threats must be countered with advanced defense technologies</a:t>
            </a:r>
          </a:p>
          <a:p>
            <a:pPr>
              <a:buFont typeface="Arial" panose="020B0604020202020204" pitchFamily="34" charset="0"/>
              <a:buChar char="•"/>
            </a:pPr>
            <a:r>
              <a:rPr lang="en-MY" sz="2000"/>
              <a:t>Case studies highlight the importance of proactive cybersecurity</a:t>
            </a:r>
          </a:p>
          <a:p>
            <a:endParaRPr lang="en-US" sz="2000"/>
          </a:p>
        </p:txBody>
      </p:sp>
      <p:pic>
        <p:nvPicPr>
          <p:cNvPr id="5" name="图片 4">
            <a:extLst>
              <a:ext uri="{FF2B5EF4-FFF2-40B4-BE49-F238E27FC236}">
                <a16:creationId xmlns:a16="http://schemas.microsoft.com/office/drawing/2014/main" id="{CB983F7F-8B21-8811-3F93-680724C41210}"/>
              </a:ext>
            </a:extLst>
          </p:cNvPr>
          <p:cNvPicPr>
            <a:picLocks noChangeAspect="1"/>
          </p:cNvPicPr>
          <p:nvPr/>
        </p:nvPicPr>
        <p:blipFill>
          <a:blip r:embed="rId2"/>
          <a:stretch>
            <a:fillRect/>
          </a:stretch>
        </p:blipFill>
        <p:spPr>
          <a:xfrm>
            <a:off x="0" y="0"/>
            <a:ext cx="4053681" cy="6858000"/>
          </a:xfrm>
          <a:prstGeom prst="rect">
            <a:avLst/>
          </a:prstGeom>
        </p:spPr>
      </p:pic>
    </p:spTree>
    <p:extLst>
      <p:ext uri="{BB962C8B-B14F-4D97-AF65-F5344CB8AC3E}">
        <p14:creationId xmlns:p14="http://schemas.microsoft.com/office/powerpoint/2010/main" val="4011666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6DAF7-9835-DC48-7994-7C4624D134BF}"/>
              </a:ext>
            </a:extLst>
          </p:cNvPr>
          <p:cNvSpPr>
            <a:spLocks noGrp="1"/>
          </p:cNvSpPr>
          <p:nvPr>
            <p:ph type="ctrTitle"/>
          </p:nvPr>
        </p:nvSpPr>
        <p:spPr>
          <a:xfrm>
            <a:off x="6590662" y="4267832"/>
            <a:ext cx="4805996" cy="1297115"/>
          </a:xfrm>
        </p:spPr>
        <p:txBody>
          <a:bodyPr anchor="t">
            <a:normAutofit/>
          </a:bodyPr>
          <a:lstStyle/>
          <a:p>
            <a:pPr algn="l"/>
            <a:r>
              <a:rPr lang="en-US" sz="4000">
                <a:solidFill>
                  <a:schemeClr val="tx2"/>
                </a:solidFill>
              </a:rPr>
              <a:t>Topic 4 – Software as a Service (SaaS)</a:t>
            </a:r>
          </a:p>
        </p:txBody>
      </p:sp>
      <p:sp>
        <p:nvSpPr>
          <p:cNvPr id="3" name="Subtitle 2">
            <a:extLst>
              <a:ext uri="{FF2B5EF4-FFF2-40B4-BE49-F238E27FC236}">
                <a16:creationId xmlns:a16="http://schemas.microsoft.com/office/drawing/2014/main" id="{350654C8-8FB0-67EB-AA14-EF8B53453D73}"/>
              </a:ext>
            </a:extLst>
          </p:cNvPr>
          <p:cNvSpPr>
            <a:spLocks noGrp="1"/>
          </p:cNvSpPr>
          <p:nvPr>
            <p:ph type="subTitle" idx="1"/>
          </p:nvPr>
        </p:nvSpPr>
        <p:spPr>
          <a:xfrm>
            <a:off x="6590966" y="3428999"/>
            <a:ext cx="4805691" cy="838831"/>
          </a:xfrm>
        </p:spPr>
        <p:txBody>
          <a:bodyPr anchor="b">
            <a:normAutofit/>
          </a:bodyPr>
          <a:lstStyle/>
          <a:p>
            <a:pPr algn="l"/>
            <a:r>
              <a:rPr lang="en-MY" sz="2000">
                <a:solidFill>
                  <a:schemeClr val="tx2"/>
                </a:solidFill>
              </a:rPr>
              <a:t>Understanding the SaaS Model, Examples, and Areas of Application</a:t>
            </a:r>
            <a:endParaRPr lang="en-US" sz="2000">
              <a:solidFill>
                <a:schemeClr val="tx2"/>
              </a:solidFill>
            </a:endParaRPr>
          </a:p>
        </p:txBody>
      </p:sp>
      <p:pic>
        <p:nvPicPr>
          <p:cNvPr id="7" name="Graphic 6" descr="Cloud Computing">
            <a:extLst>
              <a:ext uri="{FF2B5EF4-FFF2-40B4-BE49-F238E27FC236}">
                <a16:creationId xmlns:a16="http://schemas.microsoft.com/office/drawing/2014/main" id="{3DA8AB17-8A4B-522E-03C1-B56502B554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5165724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D65F6-DEC4-EA41-C613-88BB6EBE5C3B}"/>
              </a:ext>
            </a:extLst>
          </p:cNvPr>
          <p:cNvSpPr>
            <a:spLocks noGrp="1"/>
          </p:cNvSpPr>
          <p:nvPr>
            <p:ph type="title"/>
          </p:nvPr>
        </p:nvSpPr>
        <p:spPr>
          <a:xfrm>
            <a:off x="761803" y="350196"/>
            <a:ext cx="4646904" cy="1624520"/>
          </a:xfrm>
        </p:spPr>
        <p:txBody>
          <a:bodyPr anchor="ctr">
            <a:normAutofit/>
          </a:bodyPr>
          <a:lstStyle/>
          <a:p>
            <a:r>
              <a:rPr lang="en-MY" sz="4000"/>
              <a:t>Introduction to SaaS</a:t>
            </a:r>
            <a:endParaRPr lang="en-US" sz="4000"/>
          </a:p>
        </p:txBody>
      </p:sp>
      <p:sp>
        <p:nvSpPr>
          <p:cNvPr id="3" name="Content Placeholder 2">
            <a:extLst>
              <a:ext uri="{FF2B5EF4-FFF2-40B4-BE49-F238E27FC236}">
                <a16:creationId xmlns:a16="http://schemas.microsoft.com/office/drawing/2014/main" id="{30B29BE1-602D-0C84-228E-9C4F0343E682}"/>
              </a:ext>
            </a:extLst>
          </p:cNvPr>
          <p:cNvSpPr>
            <a:spLocks noGrp="1"/>
          </p:cNvSpPr>
          <p:nvPr>
            <p:ph idx="1"/>
          </p:nvPr>
        </p:nvSpPr>
        <p:spPr>
          <a:xfrm>
            <a:off x="761802" y="2743200"/>
            <a:ext cx="4646905" cy="3613149"/>
          </a:xfrm>
        </p:spPr>
        <p:txBody>
          <a:bodyPr anchor="ctr">
            <a:normAutofit/>
          </a:bodyPr>
          <a:lstStyle/>
          <a:p>
            <a:r>
              <a:rPr lang="en-MY" sz="2000"/>
              <a:t>SaaS (Software as a Service) is a cloud computing model where applications are hosted by a provider and made available to users over the internet.</a:t>
            </a:r>
          </a:p>
          <a:p>
            <a:r>
              <a:rPr lang="en-MY" sz="2000"/>
              <a:t>Key features:</a:t>
            </a:r>
          </a:p>
          <a:p>
            <a:pPr lvl="1"/>
            <a:r>
              <a:rPr lang="en-MY" sz="2000"/>
              <a:t>No need for installation</a:t>
            </a:r>
          </a:p>
          <a:p>
            <a:pPr lvl="1"/>
            <a:r>
              <a:rPr lang="en-MY" sz="2000"/>
              <a:t>Subscription-based pricing</a:t>
            </a:r>
          </a:p>
          <a:p>
            <a:pPr lvl="1"/>
            <a:r>
              <a:rPr lang="en-MY" sz="2000"/>
              <a:t>Access from any device with internet</a:t>
            </a:r>
          </a:p>
          <a:p>
            <a:pPr lvl="1"/>
            <a:r>
              <a:rPr lang="en-MY" sz="2000"/>
              <a:t>Provider manages infrastructure and updates</a:t>
            </a:r>
            <a:endParaRPr lang="en-US" sz="2000"/>
          </a:p>
        </p:txBody>
      </p:sp>
      <p:pic>
        <p:nvPicPr>
          <p:cNvPr id="5" name="Picture 4" descr="A 3D pattern of ring shapes connected by lines">
            <a:extLst>
              <a:ext uri="{FF2B5EF4-FFF2-40B4-BE49-F238E27FC236}">
                <a16:creationId xmlns:a16="http://schemas.microsoft.com/office/drawing/2014/main" id="{D9F6A4A1-CF9D-8AD0-2B78-8EBF743EA2B9}"/>
              </a:ext>
            </a:extLst>
          </p:cNvPr>
          <p:cNvPicPr>
            <a:picLocks noChangeAspect="1"/>
          </p:cNvPicPr>
          <p:nvPr/>
        </p:nvPicPr>
        <p:blipFill>
          <a:blip r:embed="rId2"/>
          <a:srcRect l="8611" r="41333"/>
          <a:stretch/>
        </p:blipFill>
        <p:spPr>
          <a:xfrm>
            <a:off x="6096000" y="1"/>
            <a:ext cx="6102825" cy="6858000"/>
          </a:xfrm>
          <a:prstGeom prst="rect">
            <a:avLst/>
          </a:prstGeom>
        </p:spPr>
      </p:pic>
    </p:spTree>
    <p:extLst>
      <p:ext uri="{BB962C8B-B14F-4D97-AF65-F5344CB8AC3E}">
        <p14:creationId xmlns:p14="http://schemas.microsoft.com/office/powerpoint/2010/main" val="8193756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39085-E64C-0DBB-EC54-E521F58BFC16}"/>
              </a:ext>
            </a:extLst>
          </p:cNvPr>
          <p:cNvSpPr>
            <a:spLocks noGrp="1"/>
          </p:cNvSpPr>
          <p:nvPr>
            <p:ph type="title"/>
          </p:nvPr>
        </p:nvSpPr>
        <p:spPr>
          <a:xfrm>
            <a:off x="479394" y="1070800"/>
            <a:ext cx="3939688" cy="5583126"/>
          </a:xfrm>
        </p:spPr>
        <p:txBody>
          <a:bodyPr>
            <a:normAutofit/>
          </a:bodyPr>
          <a:lstStyle/>
          <a:p>
            <a:pPr algn="r"/>
            <a:r>
              <a:rPr lang="en-MY" sz="7400"/>
              <a:t>Evolution of Software Delivery</a:t>
            </a:r>
            <a:endParaRPr lang="en-US" sz="7400"/>
          </a:p>
        </p:txBody>
      </p:sp>
      <p:graphicFrame>
        <p:nvGraphicFramePr>
          <p:cNvPr id="5" name="Content Placeholder 2">
            <a:extLst>
              <a:ext uri="{FF2B5EF4-FFF2-40B4-BE49-F238E27FC236}">
                <a16:creationId xmlns:a16="http://schemas.microsoft.com/office/drawing/2014/main" id="{32C9A0B0-13CB-4466-7BAC-8BFB7BEE160A}"/>
              </a:ext>
            </a:extLst>
          </p:cNvPr>
          <p:cNvGraphicFramePr>
            <a:graphicFrameLocks noGrp="1"/>
          </p:cNvGraphicFramePr>
          <p:nvPr>
            <p:ph idx="1"/>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70119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318C4-A1C5-A27E-A5BA-58E1153213AA}"/>
              </a:ext>
            </a:extLst>
          </p:cNvPr>
          <p:cNvSpPr>
            <a:spLocks noGrp="1"/>
          </p:cNvSpPr>
          <p:nvPr>
            <p:ph type="title"/>
          </p:nvPr>
        </p:nvSpPr>
        <p:spPr>
          <a:xfrm>
            <a:off x="621792" y="1161288"/>
            <a:ext cx="3602736" cy="4526280"/>
          </a:xfrm>
        </p:spPr>
        <p:txBody>
          <a:bodyPr>
            <a:normAutofit/>
          </a:bodyPr>
          <a:lstStyle/>
          <a:p>
            <a:r>
              <a:rPr lang="en-MY" sz="4000"/>
              <a:t>SaaS Architecture</a:t>
            </a:r>
            <a:endParaRPr lang="en-US" sz="4000"/>
          </a:p>
        </p:txBody>
      </p:sp>
      <p:graphicFrame>
        <p:nvGraphicFramePr>
          <p:cNvPr id="5" name="Content Placeholder 2">
            <a:extLst>
              <a:ext uri="{FF2B5EF4-FFF2-40B4-BE49-F238E27FC236}">
                <a16:creationId xmlns:a16="http://schemas.microsoft.com/office/drawing/2014/main" id="{359A6812-4AB1-021C-4E85-8F53CFCABB48}"/>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59925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B1356-ED0B-85F8-128D-A0DE44BFA745}"/>
              </a:ext>
            </a:extLst>
          </p:cNvPr>
          <p:cNvSpPr>
            <a:spLocks noGrp="1"/>
          </p:cNvSpPr>
          <p:nvPr>
            <p:ph type="title"/>
          </p:nvPr>
        </p:nvSpPr>
        <p:spPr>
          <a:xfrm>
            <a:off x="479394" y="1070800"/>
            <a:ext cx="3939688" cy="5583126"/>
          </a:xfrm>
        </p:spPr>
        <p:txBody>
          <a:bodyPr>
            <a:normAutofit/>
          </a:bodyPr>
          <a:lstStyle/>
          <a:p>
            <a:pPr algn="r"/>
            <a:r>
              <a:rPr lang="en-MY" sz="8000"/>
              <a:t>SaaS vs Other Cloud Models</a:t>
            </a:r>
            <a:endParaRPr lang="en-US" sz="8000"/>
          </a:p>
        </p:txBody>
      </p:sp>
      <p:graphicFrame>
        <p:nvGraphicFramePr>
          <p:cNvPr id="4" name="Content Placeholder 3">
            <a:extLst>
              <a:ext uri="{FF2B5EF4-FFF2-40B4-BE49-F238E27FC236}">
                <a16:creationId xmlns:a16="http://schemas.microsoft.com/office/drawing/2014/main" id="{F0AF939F-D5EE-61C1-4BFB-8A4E2B277925}"/>
              </a:ext>
            </a:extLst>
          </p:cNvPr>
          <p:cNvGraphicFramePr>
            <a:graphicFrameLocks noGrp="1"/>
          </p:cNvGraphicFramePr>
          <p:nvPr>
            <p:ph idx="1"/>
          </p:nvPr>
        </p:nvGraphicFramePr>
        <p:xfrm>
          <a:off x="5108535" y="2253948"/>
          <a:ext cx="6245267" cy="3223053"/>
        </p:xfrm>
        <a:graphic>
          <a:graphicData uri="http://schemas.openxmlformats.org/drawingml/2006/table">
            <a:tbl>
              <a:tblPr>
                <a:tableStyleId>{5940675A-B579-460E-94D1-54222C63F5DA}</a:tableStyleId>
              </a:tblPr>
              <a:tblGrid>
                <a:gridCol w="1618785">
                  <a:extLst>
                    <a:ext uri="{9D8B030D-6E8A-4147-A177-3AD203B41FA5}">
                      <a16:colId xmlns:a16="http://schemas.microsoft.com/office/drawing/2014/main" val="730384655"/>
                    </a:ext>
                  </a:extLst>
                </a:gridCol>
                <a:gridCol w="1497799">
                  <a:extLst>
                    <a:ext uri="{9D8B030D-6E8A-4147-A177-3AD203B41FA5}">
                      <a16:colId xmlns:a16="http://schemas.microsoft.com/office/drawing/2014/main" val="2048726437"/>
                    </a:ext>
                  </a:extLst>
                </a:gridCol>
                <a:gridCol w="1546194">
                  <a:extLst>
                    <a:ext uri="{9D8B030D-6E8A-4147-A177-3AD203B41FA5}">
                      <a16:colId xmlns:a16="http://schemas.microsoft.com/office/drawing/2014/main" val="4200522679"/>
                    </a:ext>
                  </a:extLst>
                </a:gridCol>
                <a:gridCol w="1582489">
                  <a:extLst>
                    <a:ext uri="{9D8B030D-6E8A-4147-A177-3AD203B41FA5}">
                      <a16:colId xmlns:a16="http://schemas.microsoft.com/office/drawing/2014/main" val="4132258934"/>
                    </a:ext>
                  </a:extLst>
                </a:gridCol>
              </a:tblGrid>
              <a:tr h="383282">
                <a:tc>
                  <a:txBody>
                    <a:bodyPr/>
                    <a:lstStyle/>
                    <a:p>
                      <a:r>
                        <a:rPr lang="en-MY" sz="1700"/>
                        <a:t>Feature</a:t>
                      </a:r>
                    </a:p>
                  </a:txBody>
                  <a:tcPr marL="87109" marR="87109" marT="43555" marB="43555" anchor="ctr"/>
                </a:tc>
                <a:tc>
                  <a:txBody>
                    <a:bodyPr/>
                    <a:lstStyle/>
                    <a:p>
                      <a:r>
                        <a:rPr lang="en-MY" sz="1700"/>
                        <a:t>SaaS</a:t>
                      </a:r>
                    </a:p>
                  </a:txBody>
                  <a:tcPr marL="87109" marR="87109" marT="43555" marB="43555" anchor="ctr"/>
                </a:tc>
                <a:tc>
                  <a:txBody>
                    <a:bodyPr/>
                    <a:lstStyle/>
                    <a:p>
                      <a:r>
                        <a:rPr lang="en-MY" sz="1700"/>
                        <a:t>PaaS</a:t>
                      </a:r>
                    </a:p>
                  </a:txBody>
                  <a:tcPr marL="87109" marR="87109" marT="43555" marB="43555" anchor="ctr"/>
                </a:tc>
                <a:tc>
                  <a:txBody>
                    <a:bodyPr/>
                    <a:lstStyle/>
                    <a:p>
                      <a:r>
                        <a:rPr lang="en-MY" sz="1700"/>
                        <a:t>IaaS</a:t>
                      </a:r>
                    </a:p>
                  </a:txBody>
                  <a:tcPr marL="87109" marR="87109" marT="43555" marB="43555" anchor="ctr"/>
                </a:tc>
                <a:extLst>
                  <a:ext uri="{0D108BD9-81ED-4DB2-BD59-A6C34878D82A}">
                    <a16:rowId xmlns:a16="http://schemas.microsoft.com/office/drawing/2014/main" val="590138978"/>
                  </a:ext>
                </a:extLst>
              </a:tr>
              <a:tr h="905939">
                <a:tc>
                  <a:txBody>
                    <a:bodyPr/>
                    <a:lstStyle/>
                    <a:p>
                      <a:r>
                        <a:rPr lang="en-MY" sz="1700" b="1"/>
                        <a:t>Example</a:t>
                      </a:r>
                      <a:endParaRPr lang="en-MY" sz="1700"/>
                    </a:p>
                  </a:txBody>
                  <a:tcPr marL="87109" marR="87109" marT="43555" marB="43555" anchor="ctr"/>
                </a:tc>
                <a:tc>
                  <a:txBody>
                    <a:bodyPr/>
                    <a:lstStyle/>
                    <a:p>
                      <a:r>
                        <a:rPr lang="en-MY" sz="1700"/>
                        <a:t>Gmail, Dropbox</a:t>
                      </a:r>
                    </a:p>
                  </a:txBody>
                  <a:tcPr marL="87109" marR="87109" marT="43555" marB="43555" anchor="ctr"/>
                </a:tc>
                <a:tc>
                  <a:txBody>
                    <a:bodyPr/>
                    <a:lstStyle/>
                    <a:p>
                      <a:r>
                        <a:rPr lang="en-MY" sz="1700"/>
                        <a:t>Heroku, Google App Engine</a:t>
                      </a:r>
                    </a:p>
                  </a:txBody>
                  <a:tcPr marL="87109" marR="87109" marT="43555" marB="43555" anchor="ctr"/>
                </a:tc>
                <a:tc>
                  <a:txBody>
                    <a:bodyPr/>
                    <a:lstStyle/>
                    <a:p>
                      <a:r>
                        <a:rPr lang="en-MY" sz="1700"/>
                        <a:t>AWS EC2, DigitalOcean</a:t>
                      </a:r>
                    </a:p>
                  </a:txBody>
                  <a:tcPr marL="87109" marR="87109" marT="43555" marB="43555" anchor="ctr"/>
                </a:tc>
                <a:extLst>
                  <a:ext uri="{0D108BD9-81ED-4DB2-BD59-A6C34878D82A}">
                    <a16:rowId xmlns:a16="http://schemas.microsoft.com/office/drawing/2014/main" val="2546570888"/>
                  </a:ext>
                </a:extLst>
              </a:tr>
              <a:tr h="383282">
                <a:tc>
                  <a:txBody>
                    <a:bodyPr/>
                    <a:lstStyle/>
                    <a:p>
                      <a:r>
                        <a:rPr lang="en-MY" sz="1700" b="1"/>
                        <a:t>User Control</a:t>
                      </a:r>
                      <a:endParaRPr lang="en-MY" sz="1700"/>
                    </a:p>
                  </a:txBody>
                  <a:tcPr marL="87109" marR="87109" marT="43555" marB="43555" anchor="ctr"/>
                </a:tc>
                <a:tc>
                  <a:txBody>
                    <a:bodyPr/>
                    <a:lstStyle/>
                    <a:p>
                      <a:r>
                        <a:rPr lang="en-MY" sz="1700"/>
                        <a:t>Least</a:t>
                      </a:r>
                    </a:p>
                  </a:txBody>
                  <a:tcPr marL="87109" marR="87109" marT="43555" marB="43555" anchor="ctr"/>
                </a:tc>
                <a:tc>
                  <a:txBody>
                    <a:bodyPr/>
                    <a:lstStyle/>
                    <a:p>
                      <a:r>
                        <a:rPr lang="en-MY" sz="1700"/>
                        <a:t>Medium</a:t>
                      </a:r>
                    </a:p>
                  </a:txBody>
                  <a:tcPr marL="87109" marR="87109" marT="43555" marB="43555" anchor="ctr"/>
                </a:tc>
                <a:tc>
                  <a:txBody>
                    <a:bodyPr/>
                    <a:lstStyle/>
                    <a:p>
                      <a:r>
                        <a:rPr lang="en-MY" sz="1700"/>
                        <a:t>Most</a:t>
                      </a:r>
                    </a:p>
                  </a:txBody>
                  <a:tcPr marL="87109" marR="87109" marT="43555" marB="43555" anchor="ctr"/>
                </a:tc>
                <a:extLst>
                  <a:ext uri="{0D108BD9-81ED-4DB2-BD59-A6C34878D82A}">
                    <a16:rowId xmlns:a16="http://schemas.microsoft.com/office/drawing/2014/main" val="2801173140"/>
                  </a:ext>
                </a:extLst>
              </a:tr>
              <a:tr h="905939">
                <a:tc>
                  <a:txBody>
                    <a:bodyPr/>
                    <a:lstStyle/>
                    <a:p>
                      <a:r>
                        <a:rPr lang="en-MY" sz="1700" b="1"/>
                        <a:t>Maintenance</a:t>
                      </a:r>
                      <a:endParaRPr lang="en-MY" sz="1700"/>
                    </a:p>
                  </a:txBody>
                  <a:tcPr marL="87109" marR="87109" marT="43555" marB="43555" anchor="ctr"/>
                </a:tc>
                <a:tc>
                  <a:txBody>
                    <a:bodyPr/>
                    <a:lstStyle/>
                    <a:p>
                      <a:r>
                        <a:rPr lang="en-MY" sz="1700"/>
                        <a:t>Managed by provider</a:t>
                      </a:r>
                    </a:p>
                  </a:txBody>
                  <a:tcPr marL="87109" marR="87109" marT="43555" marB="43555" anchor="ctr"/>
                </a:tc>
                <a:tc>
                  <a:txBody>
                    <a:bodyPr/>
                    <a:lstStyle/>
                    <a:p>
                      <a:r>
                        <a:rPr lang="en-MY" sz="1700"/>
                        <a:t>User manages applications</a:t>
                      </a:r>
                    </a:p>
                  </a:txBody>
                  <a:tcPr marL="87109" marR="87109" marT="43555" marB="43555" anchor="ctr"/>
                </a:tc>
                <a:tc>
                  <a:txBody>
                    <a:bodyPr/>
                    <a:lstStyle/>
                    <a:p>
                      <a:r>
                        <a:rPr lang="en-MY" sz="1700"/>
                        <a:t>User manages OS &amp; apps</a:t>
                      </a:r>
                    </a:p>
                  </a:txBody>
                  <a:tcPr marL="87109" marR="87109" marT="43555" marB="43555" anchor="ctr"/>
                </a:tc>
                <a:extLst>
                  <a:ext uri="{0D108BD9-81ED-4DB2-BD59-A6C34878D82A}">
                    <a16:rowId xmlns:a16="http://schemas.microsoft.com/office/drawing/2014/main" val="3849129830"/>
                  </a:ext>
                </a:extLst>
              </a:tr>
              <a:tr h="644611">
                <a:tc>
                  <a:txBody>
                    <a:bodyPr/>
                    <a:lstStyle/>
                    <a:p>
                      <a:r>
                        <a:rPr lang="en-MY" sz="1700" b="1"/>
                        <a:t>Use Case</a:t>
                      </a:r>
                      <a:endParaRPr lang="en-MY" sz="1700"/>
                    </a:p>
                  </a:txBody>
                  <a:tcPr marL="87109" marR="87109" marT="43555" marB="43555" anchor="ctr"/>
                </a:tc>
                <a:tc>
                  <a:txBody>
                    <a:bodyPr/>
                    <a:lstStyle/>
                    <a:p>
                      <a:r>
                        <a:rPr lang="en-MY" sz="1700"/>
                        <a:t>Software applications</a:t>
                      </a:r>
                    </a:p>
                  </a:txBody>
                  <a:tcPr marL="87109" marR="87109" marT="43555" marB="43555" anchor="ctr"/>
                </a:tc>
                <a:tc>
                  <a:txBody>
                    <a:bodyPr/>
                    <a:lstStyle/>
                    <a:p>
                      <a:r>
                        <a:rPr lang="en-MY" sz="1700"/>
                        <a:t>App development</a:t>
                      </a:r>
                    </a:p>
                  </a:txBody>
                  <a:tcPr marL="87109" marR="87109" marT="43555" marB="43555" anchor="ctr"/>
                </a:tc>
                <a:tc>
                  <a:txBody>
                    <a:bodyPr/>
                    <a:lstStyle/>
                    <a:p>
                      <a:r>
                        <a:rPr lang="en-MY" sz="1700" dirty="0"/>
                        <a:t>Infrastructure for hosting</a:t>
                      </a:r>
                    </a:p>
                  </a:txBody>
                  <a:tcPr marL="87109" marR="87109" marT="43555" marB="43555" anchor="ctr"/>
                </a:tc>
                <a:extLst>
                  <a:ext uri="{0D108BD9-81ED-4DB2-BD59-A6C34878D82A}">
                    <a16:rowId xmlns:a16="http://schemas.microsoft.com/office/drawing/2014/main" val="763909141"/>
                  </a:ext>
                </a:extLst>
              </a:tr>
            </a:tbl>
          </a:graphicData>
        </a:graphic>
      </p:graphicFrame>
    </p:spTree>
    <p:extLst>
      <p:ext uri="{BB962C8B-B14F-4D97-AF65-F5344CB8AC3E}">
        <p14:creationId xmlns:p14="http://schemas.microsoft.com/office/powerpoint/2010/main" val="35884081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1A36-F915-3CC9-C32F-A0CFD1E0ABEA}"/>
              </a:ext>
            </a:extLst>
          </p:cNvPr>
          <p:cNvSpPr>
            <a:spLocks noGrp="1"/>
          </p:cNvSpPr>
          <p:nvPr>
            <p:ph type="title"/>
          </p:nvPr>
        </p:nvSpPr>
        <p:spPr>
          <a:xfrm>
            <a:off x="621792" y="1161288"/>
            <a:ext cx="3602736" cy="4526280"/>
          </a:xfrm>
        </p:spPr>
        <p:txBody>
          <a:bodyPr>
            <a:normAutofit/>
          </a:bodyPr>
          <a:lstStyle/>
          <a:p>
            <a:r>
              <a:rPr lang="en-MY" sz="4000"/>
              <a:t>Benefits of SaaS</a:t>
            </a:r>
            <a:endParaRPr lang="en-US" sz="4000"/>
          </a:p>
        </p:txBody>
      </p:sp>
      <p:graphicFrame>
        <p:nvGraphicFramePr>
          <p:cNvPr id="5" name="Content Placeholder 2">
            <a:extLst>
              <a:ext uri="{FF2B5EF4-FFF2-40B4-BE49-F238E27FC236}">
                <a16:creationId xmlns:a16="http://schemas.microsoft.com/office/drawing/2014/main" id="{205D6E98-BD22-742E-26F9-D7F6E6E4CB4B}"/>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5923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5AFE-48FB-95F4-91BC-9FBF9C5A9A4A}"/>
              </a:ext>
            </a:extLst>
          </p:cNvPr>
          <p:cNvSpPr>
            <a:spLocks noGrp="1"/>
          </p:cNvSpPr>
          <p:nvPr>
            <p:ph type="title"/>
          </p:nvPr>
        </p:nvSpPr>
        <p:spPr>
          <a:xfrm>
            <a:off x="838200" y="459863"/>
            <a:ext cx="10515600" cy="1004594"/>
          </a:xfrm>
        </p:spPr>
        <p:txBody>
          <a:bodyPr>
            <a:normAutofit/>
          </a:bodyPr>
          <a:lstStyle/>
          <a:p>
            <a:pPr algn="ctr"/>
            <a:r>
              <a:rPr lang="en-MY">
                <a:solidFill>
                  <a:srgbClr val="FFFFFF"/>
                </a:solidFill>
              </a:rPr>
              <a:t>Challenges of SaaS</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DB663117-71F8-9151-CE09-5CF7C2DA3806}"/>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24053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6DBC-63B4-FC48-7FD5-EDA767708CCB}"/>
              </a:ext>
            </a:extLst>
          </p:cNvPr>
          <p:cNvSpPr>
            <a:spLocks noGrp="1"/>
          </p:cNvSpPr>
          <p:nvPr>
            <p:ph type="title"/>
          </p:nvPr>
        </p:nvSpPr>
        <p:spPr>
          <a:xfrm>
            <a:off x="838200" y="459863"/>
            <a:ext cx="10515600" cy="1004594"/>
          </a:xfrm>
        </p:spPr>
        <p:txBody>
          <a:bodyPr>
            <a:normAutofit/>
          </a:bodyPr>
          <a:lstStyle/>
          <a:p>
            <a:pPr algn="ctr"/>
            <a:r>
              <a:rPr lang="en-MY">
                <a:solidFill>
                  <a:srgbClr val="FFFFFF"/>
                </a:solidFill>
              </a:rPr>
              <a:t>SaaS Pricing Models</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2E58099D-468C-36C5-E0E6-F3A09FEEDE1D}"/>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64578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50D10-B56A-D326-69FF-6D25AFB4DD8D}"/>
              </a:ext>
            </a:extLst>
          </p:cNvPr>
          <p:cNvSpPr>
            <a:spLocks noGrp="1"/>
          </p:cNvSpPr>
          <p:nvPr>
            <p:ph type="title"/>
          </p:nvPr>
        </p:nvSpPr>
        <p:spPr>
          <a:xfrm>
            <a:off x="838200" y="459863"/>
            <a:ext cx="10515600" cy="1004594"/>
          </a:xfrm>
        </p:spPr>
        <p:txBody>
          <a:bodyPr>
            <a:normAutofit/>
          </a:bodyPr>
          <a:lstStyle/>
          <a:p>
            <a:pPr algn="ctr"/>
            <a:r>
              <a:rPr lang="en-MY">
                <a:solidFill>
                  <a:srgbClr val="FFFFFF"/>
                </a:solidFill>
              </a:rPr>
              <a:t>Examples of SaaS Applications</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03DD0DB7-F86E-9C89-E377-144D458C88B7}"/>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88162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D247E-B844-AC36-EF3D-E0B63FED4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08666-1383-7475-50F1-7584E90F3927}"/>
              </a:ext>
            </a:extLst>
          </p:cNvPr>
          <p:cNvSpPr>
            <a:spLocks noGrp="1"/>
          </p:cNvSpPr>
          <p:nvPr>
            <p:ph type="title"/>
          </p:nvPr>
        </p:nvSpPr>
        <p:spPr>
          <a:xfrm>
            <a:off x="838200" y="459863"/>
            <a:ext cx="10515600" cy="1004594"/>
          </a:xfrm>
        </p:spPr>
        <p:txBody>
          <a:bodyPr>
            <a:normAutofit/>
          </a:bodyPr>
          <a:lstStyle/>
          <a:p>
            <a:pPr algn="ctr"/>
            <a:r>
              <a:rPr lang="en-MY">
                <a:solidFill>
                  <a:srgbClr val="FFFFFF"/>
                </a:solidFill>
              </a:rPr>
              <a:t>Examples of SaaS Applications</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E8DF68BF-6CF9-D06C-892F-4FED909620CA}"/>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27467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9C0B8-F368-6484-8D0F-826902F0F7EB}"/>
              </a:ext>
            </a:extLst>
          </p:cNvPr>
          <p:cNvSpPr>
            <a:spLocks noGrp="1"/>
          </p:cNvSpPr>
          <p:nvPr>
            <p:ph type="title"/>
          </p:nvPr>
        </p:nvSpPr>
        <p:spPr>
          <a:xfrm>
            <a:off x="841248" y="334644"/>
            <a:ext cx="10509504" cy="1076914"/>
          </a:xfrm>
        </p:spPr>
        <p:txBody>
          <a:bodyPr anchor="ctr">
            <a:normAutofit/>
          </a:bodyPr>
          <a:lstStyle/>
          <a:p>
            <a:r>
              <a:rPr lang="en-MY" sz="4000"/>
              <a:t>SaaS in Different Areas</a:t>
            </a:r>
            <a:endParaRPr lang="en-US" sz="4000"/>
          </a:p>
        </p:txBody>
      </p:sp>
      <p:graphicFrame>
        <p:nvGraphicFramePr>
          <p:cNvPr id="5" name="Content Placeholder 2">
            <a:extLst>
              <a:ext uri="{FF2B5EF4-FFF2-40B4-BE49-F238E27FC236}">
                <a16:creationId xmlns:a16="http://schemas.microsoft.com/office/drawing/2014/main" id="{6739FBFE-D6A2-3F2B-F03C-69B0F2314784}"/>
              </a:ext>
            </a:extLst>
          </p:cNvPr>
          <p:cNvGraphicFramePr>
            <a:graphicFrameLocks noGrp="1"/>
          </p:cNvGraphicFramePr>
          <p:nvPr>
            <p:ph idx="1"/>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19368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16208-4CA8-0DD2-27E2-D3BFE810BEBB}"/>
              </a:ext>
            </a:extLst>
          </p:cNvPr>
          <p:cNvSpPr>
            <a:spLocks noGrp="1"/>
          </p:cNvSpPr>
          <p:nvPr>
            <p:ph type="title"/>
          </p:nvPr>
        </p:nvSpPr>
        <p:spPr>
          <a:xfrm>
            <a:off x="686834" y="1153572"/>
            <a:ext cx="3200400" cy="4461163"/>
          </a:xfrm>
        </p:spPr>
        <p:txBody>
          <a:bodyPr>
            <a:normAutofit/>
          </a:bodyPr>
          <a:lstStyle/>
          <a:p>
            <a:r>
              <a:rPr lang="en-MY">
                <a:solidFill>
                  <a:srgbClr val="FFFFFF"/>
                </a:solidFill>
              </a:rPr>
              <a:t>Choosing the Right SaaS Solution</a:t>
            </a:r>
            <a:endParaRPr lang="en-US">
              <a:solidFill>
                <a:srgbClr val="FFFFFF"/>
              </a:solidFill>
            </a:endParaRPr>
          </a:p>
        </p:txBody>
      </p:sp>
      <p:sp>
        <p:nvSpPr>
          <p:cNvPr id="3" name="Content Placeholder 2">
            <a:extLst>
              <a:ext uri="{FF2B5EF4-FFF2-40B4-BE49-F238E27FC236}">
                <a16:creationId xmlns:a16="http://schemas.microsoft.com/office/drawing/2014/main" id="{E8C3CEC7-2C24-76EC-7157-91B816097873}"/>
              </a:ext>
            </a:extLst>
          </p:cNvPr>
          <p:cNvSpPr>
            <a:spLocks noGrp="1"/>
          </p:cNvSpPr>
          <p:nvPr>
            <p:ph idx="1"/>
          </p:nvPr>
        </p:nvSpPr>
        <p:spPr>
          <a:xfrm>
            <a:off x="4447308" y="591344"/>
            <a:ext cx="6906491" cy="5585619"/>
          </a:xfrm>
        </p:spPr>
        <p:txBody>
          <a:bodyPr anchor="ctr">
            <a:normAutofit/>
          </a:bodyPr>
          <a:lstStyle/>
          <a:p>
            <a:pPr>
              <a:buFont typeface="Arial" panose="020B0604020202020204" pitchFamily="34" charset="0"/>
              <a:buChar char="•"/>
            </a:pPr>
            <a:r>
              <a:rPr lang="en-MY" b="1" dirty="0"/>
              <a:t>Factors to Consider:</a:t>
            </a:r>
          </a:p>
          <a:p>
            <a:pPr lvl="1"/>
            <a:r>
              <a:rPr lang="en-MY" dirty="0"/>
              <a:t>Pricing &amp; Scalability</a:t>
            </a:r>
          </a:p>
          <a:p>
            <a:pPr lvl="1"/>
            <a:r>
              <a:rPr lang="en-MY" dirty="0"/>
              <a:t>Security &amp; Compliance</a:t>
            </a:r>
          </a:p>
          <a:p>
            <a:pPr lvl="1"/>
            <a:r>
              <a:rPr lang="en-MY" dirty="0"/>
              <a:t>Integrations with other software</a:t>
            </a:r>
          </a:p>
          <a:p>
            <a:endParaRPr lang="en-US" dirty="0"/>
          </a:p>
        </p:txBody>
      </p:sp>
    </p:spTree>
    <p:extLst>
      <p:ext uri="{BB962C8B-B14F-4D97-AF65-F5344CB8AC3E}">
        <p14:creationId xmlns:p14="http://schemas.microsoft.com/office/powerpoint/2010/main" val="33408000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8CBFB-1954-B120-77EF-B1468F07F5BB}"/>
              </a:ext>
            </a:extLst>
          </p:cNvPr>
          <p:cNvSpPr>
            <a:spLocks noGrp="1"/>
          </p:cNvSpPr>
          <p:nvPr>
            <p:ph type="title"/>
          </p:nvPr>
        </p:nvSpPr>
        <p:spPr>
          <a:xfrm>
            <a:off x="1043631" y="809898"/>
            <a:ext cx="10173010" cy="1554480"/>
          </a:xfrm>
        </p:spPr>
        <p:txBody>
          <a:bodyPr anchor="ctr">
            <a:normAutofit/>
          </a:bodyPr>
          <a:lstStyle/>
          <a:p>
            <a:r>
              <a:rPr lang="en-MY" sz="4800"/>
              <a:t>Risks &amp; Security Concerns</a:t>
            </a:r>
            <a:endParaRPr lang="en-US" sz="4800"/>
          </a:p>
        </p:txBody>
      </p:sp>
      <p:graphicFrame>
        <p:nvGraphicFramePr>
          <p:cNvPr id="5" name="Content Placeholder 2">
            <a:extLst>
              <a:ext uri="{FF2B5EF4-FFF2-40B4-BE49-F238E27FC236}">
                <a16:creationId xmlns:a16="http://schemas.microsoft.com/office/drawing/2014/main" id="{2C010E81-9822-5D62-0BD0-00C2F7D80B11}"/>
              </a:ext>
            </a:extLst>
          </p:cNvPr>
          <p:cNvGraphicFramePr>
            <a:graphicFrameLocks noGrp="1"/>
          </p:cNvGraphicFramePr>
          <p:nvPr>
            <p:ph idx="1"/>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9405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257A-77E4-75B0-2D20-322EC3EE6AA8}"/>
              </a:ext>
            </a:extLst>
          </p:cNvPr>
          <p:cNvSpPr>
            <a:spLocks noGrp="1"/>
          </p:cNvSpPr>
          <p:nvPr>
            <p:ph type="ctrTitle"/>
          </p:nvPr>
        </p:nvSpPr>
        <p:spPr>
          <a:xfrm>
            <a:off x="970908" y="1220919"/>
            <a:ext cx="5425781" cy="2387600"/>
          </a:xfrm>
        </p:spPr>
        <p:txBody>
          <a:bodyPr>
            <a:normAutofit/>
          </a:bodyPr>
          <a:lstStyle/>
          <a:p>
            <a:pPr algn="l"/>
            <a:r>
              <a:rPr lang="en-US" dirty="0"/>
              <a:t>End of Topic 4</a:t>
            </a:r>
            <a:endParaRPr lang="en-US"/>
          </a:p>
        </p:txBody>
      </p:sp>
      <p:sp>
        <p:nvSpPr>
          <p:cNvPr id="3" name="Subtitle 2">
            <a:extLst>
              <a:ext uri="{FF2B5EF4-FFF2-40B4-BE49-F238E27FC236}">
                <a16:creationId xmlns:a16="http://schemas.microsoft.com/office/drawing/2014/main" id="{2D8C35B7-3EC7-307A-F5C4-B330F62C5443}"/>
              </a:ext>
            </a:extLst>
          </p:cNvPr>
          <p:cNvSpPr>
            <a:spLocks noGrp="1"/>
          </p:cNvSpPr>
          <p:nvPr>
            <p:ph type="subTitle" idx="1"/>
          </p:nvPr>
        </p:nvSpPr>
        <p:spPr>
          <a:xfrm>
            <a:off x="970908" y="3700594"/>
            <a:ext cx="5425781" cy="1655762"/>
          </a:xfrm>
        </p:spPr>
        <p:txBody>
          <a:bodyPr>
            <a:normAutofit/>
          </a:bodyPr>
          <a:lstStyle/>
          <a:p>
            <a:pPr algn="l"/>
            <a:r>
              <a:rPr lang="en-MY" b="1" dirty="0"/>
              <a:t>"The cloud is about how you do computing, not where you do computing."</a:t>
            </a:r>
            <a:br>
              <a:rPr lang="en-MY" dirty="0"/>
            </a:br>
            <a:r>
              <a:rPr lang="en-MY" dirty="0"/>
              <a:t>— </a:t>
            </a:r>
            <a:r>
              <a:rPr lang="en-MY" i="1" dirty="0"/>
              <a:t>Paul Maritz, Former CEO of VMware</a:t>
            </a:r>
            <a:endParaRPr lang="en-US"/>
          </a:p>
        </p:txBody>
      </p:sp>
    </p:spTree>
    <p:extLst>
      <p:ext uri="{BB962C8B-B14F-4D97-AF65-F5344CB8AC3E}">
        <p14:creationId xmlns:p14="http://schemas.microsoft.com/office/powerpoint/2010/main" val="29470473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Geometric white clouds on a blue sky">
            <a:extLst>
              <a:ext uri="{FF2B5EF4-FFF2-40B4-BE49-F238E27FC236}">
                <a16:creationId xmlns:a16="http://schemas.microsoft.com/office/drawing/2014/main" id="{DC1F09CD-AA21-D2F9-AB3A-939772C69B41}"/>
              </a:ext>
            </a:extLst>
          </p:cNvPr>
          <p:cNvPicPr>
            <a:picLocks noChangeAspect="1"/>
          </p:cNvPicPr>
          <p:nvPr/>
        </p:nvPicPr>
        <p:blipFill>
          <a:blip r:embed="rId2"/>
          <a:srcRect r="-2" b="1427"/>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2" name="Title 1">
            <a:extLst>
              <a:ext uri="{FF2B5EF4-FFF2-40B4-BE49-F238E27FC236}">
                <a16:creationId xmlns:a16="http://schemas.microsoft.com/office/drawing/2014/main" id="{1A66DAF7-9835-DC48-7994-7C4624D134BF}"/>
              </a:ext>
            </a:extLst>
          </p:cNvPr>
          <p:cNvSpPr>
            <a:spLocks noGrp="1"/>
          </p:cNvSpPr>
          <p:nvPr>
            <p:ph type="ctrTitle"/>
          </p:nvPr>
        </p:nvSpPr>
        <p:spPr>
          <a:xfrm>
            <a:off x="661916" y="2852381"/>
            <a:ext cx="3161940" cy="2640247"/>
          </a:xfrm>
        </p:spPr>
        <p:txBody>
          <a:bodyPr>
            <a:normAutofit/>
          </a:bodyPr>
          <a:lstStyle/>
          <a:p>
            <a:pPr algn="l"/>
            <a:r>
              <a:rPr lang="en-US" sz="3600">
                <a:solidFill>
                  <a:schemeClr val="tx1">
                    <a:lumMod val="85000"/>
                    <a:lumOff val="15000"/>
                  </a:schemeClr>
                </a:solidFill>
              </a:rPr>
              <a:t>Topic 5 – Cloud Infrastructure Management</a:t>
            </a:r>
          </a:p>
        </p:txBody>
      </p:sp>
      <p:sp>
        <p:nvSpPr>
          <p:cNvPr id="3" name="Subtitle 2">
            <a:extLst>
              <a:ext uri="{FF2B5EF4-FFF2-40B4-BE49-F238E27FC236}">
                <a16:creationId xmlns:a16="http://schemas.microsoft.com/office/drawing/2014/main" id="{350654C8-8FB0-67EB-AA14-EF8B53453D73}"/>
              </a:ext>
            </a:extLst>
          </p:cNvPr>
          <p:cNvSpPr>
            <a:spLocks noGrp="1"/>
          </p:cNvSpPr>
          <p:nvPr>
            <p:ph type="subTitle" idx="1"/>
          </p:nvPr>
        </p:nvSpPr>
        <p:spPr>
          <a:xfrm>
            <a:off x="661915" y="5676901"/>
            <a:ext cx="3306089" cy="665802"/>
          </a:xfrm>
        </p:spPr>
        <p:txBody>
          <a:bodyPr>
            <a:normAutofit/>
          </a:bodyPr>
          <a:lstStyle/>
          <a:p>
            <a:pPr algn="l"/>
            <a:r>
              <a:rPr lang="en-MY" sz="1600">
                <a:solidFill>
                  <a:schemeClr val="tx1">
                    <a:lumMod val="85000"/>
                    <a:lumOff val="15000"/>
                  </a:schemeClr>
                </a:solidFill>
              </a:rPr>
              <a:t>Managing the Invisible Backbone of the Cloud</a:t>
            </a:r>
            <a:endParaRPr lang="en-US" sz="1600">
              <a:solidFill>
                <a:schemeClr val="tx1">
                  <a:lumMod val="85000"/>
                  <a:lumOff val="15000"/>
                </a:schemeClr>
              </a:solidFill>
            </a:endParaRPr>
          </a:p>
        </p:txBody>
      </p:sp>
    </p:spTree>
    <p:extLst>
      <p:ext uri="{BB962C8B-B14F-4D97-AF65-F5344CB8AC3E}">
        <p14:creationId xmlns:p14="http://schemas.microsoft.com/office/powerpoint/2010/main" val="36476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00B7C-4022-E67A-AE80-04FA5BCCCB7B}"/>
              </a:ext>
            </a:extLst>
          </p:cNvPr>
          <p:cNvSpPr>
            <a:spLocks noGrp="1"/>
          </p:cNvSpPr>
          <p:nvPr>
            <p:ph type="title"/>
          </p:nvPr>
        </p:nvSpPr>
        <p:spPr>
          <a:xfrm>
            <a:off x="761803" y="350196"/>
            <a:ext cx="4646904" cy="1624520"/>
          </a:xfrm>
        </p:spPr>
        <p:txBody>
          <a:bodyPr anchor="ctr">
            <a:normAutofit/>
          </a:bodyPr>
          <a:lstStyle/>
          <a:p>
            <a:r>
              <a:rPr lang="en-MY" sz="4000"/>
              <a:t>Introduction to Cloud Infrastructure</a:t>
            </a:r>
            <a:endParaRPr lang="en-US" sz="4000"/>
          </a:p>
        </p:txBody>
      </p:sp>
      <p:sp>
        <p:nvSpPr>
          <p:cNvPr id="3" name="Content Placeholder 2">
            <a:extLst>
              <a:ext uri="{FF2B5EF4-FFF2-40B4-BE49-F238E27FC236}">
                <a16:creationId xmlns:a16="http://schemas.microsoft.com/office/drawing/2014/main" id="{A9010355-EE88-AB27-C5EE-265F18FF2328}"/>
              </a:ext>
            </a:extLst>
          </p:cNvPr>
          <p:cNvSpPr>
            <a:spLocks noGrp="1"/>
          </p:cNvSpPr>
          <p:nvPr>
            <p:ph idx="1"/>
          </p:nvPr>
        </p:nvSpPr>
        <p:spPr>
          <a:xfrm>
            <a:off x="761802" y="2743200"/>
            <a:ext cx="4646905" cy="3613149"/>
          </a:xfrm>
        </p:spPr>
        <p:txBody>
          <a:bodyPr anchor="ctr">
            <a:normAutofit/>
          </a:bodyPr>
          <a:lstStyle/>
          <a:p>
            <a:pPr>
              <a:buNone/>
            </a:pPr>
            <a:r>
              <a:rPr lang="en-MY" sz="1700"/>
              <a:t>Cloud infrastructure includes:</a:t>
            </a:r>
          </a:p>
          <a:p>
            <a:pPr lvl="1"/>
            <a:r>
              <a:rPr lang="en-MY" sz="1700"/>
              <a:t>Compute (VMs, containers)</a:t>
            </a:r>
          </a:p>
          <a:p>
            <a:pPr lvl="1"/>
            <a:r>
              <a:rPr lang="en-MY" sz="1700"/>
              <a:t>Storage (block, object, file)</a:t>
            </a:r>
          </a:p>
          <a:p>
            <a:pPr lvl="1"/>
            <a:r>
              <a:rPr lang="en-MY" sz="1700"/>
              <a:t>Network (virtual switches, routers)</a:t>
            </a:r>
          </a:p>
          <a:p>
            <a:r>
              <a:rPr lang="en-MY" sz="1700"/>
              <a:t>Managed via web portals or APIs</a:t>
            </a:r>
          </a:p>
          <a:p>
            <a:endParaRPr lang="en-MY" sz="1700"/>
          </a:p>
          <a:p>
            <a:pPr marL="0" indent="0">
              <a:buNone/>
            </a:pPr>
            <a:endParaRPr lang="en-MY" sz="1700"/>
          </a:p>
          <a:p>
            <a:pPr marL="0" indent="0">
              <a:buNone/>
            </a:pPr>
            <a:r>
              <a:rPr lang="en-MY" sz="1700"/>
              <a:t>Think of it like renting a fully furnished apartment. You don’t own the building (hardware), but you get everything you need inside (VM, storage, etc.)</a:t>
            </a:r>
          </a:p>
          <a:p>
            <a:pPr marL="0" indent="0">
              <a:buNone/>
            </a:pPr>
            <a:endParaRPr lang="en-US" sz="1700"/>
          </a:p>
        </p:txBody>
      </p:sp>
      <p:pic>
        <p:nvPicPr>
          <p:cNvPr id="5" name="Picture 4">
            <a:extLst>
              <a:ext uri="{FF2B5EF4-FFF2-40B4-BE49-F238E27FC236}">
                <a16:creationId xmlns:a16="http://schemas.microsoft.com/office/drawing/2014/main" id="{ADE056F4-B937-4395-7C72-AF997A8335EC}"/>
              </a:ext>
            </a:extLst>
          </p:cNvPr>
          <p:cNvPicPr>
            <a:picLocks noChangeAspect="1"/>
          </p:cNvPicPr>
          <p:nvPr/>
        </p:nvPicPr>
        <p:blipFill>
          <a:blip r:embed="rId2"/>
          <a:srcRect r="49944"/>
          <a:stretch/>
        </p:blipFill>
        <p:spPr>
          <a:xfrm>
            <a:off x="6096000" y="1"/>
            <a:ext cx="6102825" cy="6858000"/>
          </a:xfrm>
          <a:prstGeom prst="rect">
            <a:avLst/>
          </a:prstGeom>
        </p:spPr>
      </p:pic>
    </p:spTree>
    <p:extLst>
      <p:ext uri="{BB962C8B-B14F-4D97-AF65-F5344CB8AC3E}">
        <p14:creationId xmlns:p14="http://schemas.microsoft.com/office/powerpoint/2010/main" val="14993730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ud shaped hard drive with cables">
            <a:extLst>
              <a:ext uri="{FF2B5EF4-FFF2-40B4-BE49-F238E27FC236}">
                <a16:creationId xmlns:a16="http://schemas.microsoft.com/office/drawing/2014/main" id="{EED4CFCD-5DF0-BFE4-724E-622DAD2DE531}"/>
              </a:ext>
            </a:extLst>
          </p:cNvPr>
          <p:cNvPicPr>
            <a:picLocks noChangeAspect="1"/>
          </p:cNvPicPr>
          <p:nvPr/>
        </p:nvPicPr>
        <p:blipFill>
          <a:blip r:embed="rId2"/>
          <a:srcRect l="18309" r="30861" b="1"/>
          <a:stretch/>
        </p:blipFill>
        <p:spPr>
          <a:xfrm>
            <a:off x="6103027" y="10"/>
            <a:ext cx="6088971" cy="6857990"/>
          </a:xfrm>
          <a:prstGeom prst="rect">
            <a:avLst/>
          </a:prstGeom>
        </p:spPr>
      </p:pic>
      <p:sp>
        <p:nvSpPr>
          <p:cNvPr id="2" name="Title 1">
            <a:extLst>
              <a:ext uri="{FF2B5EF4-FFF2-40B4-BE49-F238E27FC236}">
                <a16:creationId xmlns:a16="http://schemas.microsoft.com/office/drawing/2014/main" id="{C5AF3D40-B331-B48F-ABED-A8309D51AA9F}"/>
              </a:ext>
            </a:extLst>
          </p:cNvPr>
          <p:cNvSpPr>
            <a:spLocks noGrp="1"/>
          </p:cNvSpPr>
          <p:nvPr>
            <p:ph type="title"/>
          </p:nvPr>
        </p:nvSpPr>
        <p:spPr>
          <a:xfrm>
            <a:off x="761801" y="328512"/>
            <a:ext cx="4778387" cy="1628970"/>
          </a:xfrm>
        </p:spPr>
        <p:txBody>
          <a:bodyPr anchor="ctr">
            <a:normAutofit/>
          </a:bodyPr>
          <a:lstStyle/>
          <a:p>
            <a:r>
              <a:rPr lang="en-MY" sz="3700"/>
              <a:t>Why Cloud Infrastructure Management Matters</a:t>
            </a:r>
            <a:endParaRPr lang="en-US" sz="3700"/>
          </a:p>
        </p:txBody>
      </p:sp>
      <p:sp>
        <p:nvSpPr>
          <p:cNvPr id="3" name="Content Placeholder 2">
            <a:extLst>
              <a:ext uri="{FF2B5EF4-FFF2-40B4-BE49-F238E27FC236}">
                <a16:creationId xmlns:a16="http://schemas.microsoft.com/office/drawing/2014/main" id="{8FD66878-492B-4F3D-441E-EC0008FE9E39}"/>
              </a:ext>
            </a:extLst>
          </p:cNvPr>
          <p:cNvSpPr>
            <a:spLocks noGrp="1"/>
          </p:cNvSpPr>
          <p:nvPr>
            <p:ph idx="1"/>
          </p:nvPr>
        </p:nvSpPr>
        <p:spPr>
          <a:xfrm>
            <a:off x="761801" y="2884929"/>
            <a:ext cx="4659756" cy="3374137"/>
          </a:xfrm>
        </p:spPr>
        <p:txBody>
          <a:bodyPr anchor="ctr">
            <a:normAutofit/>
          </a:bodyPr>
          <a:lstStyle/>
          <a:p>
            <a:pPr>
              <a:buFont typeface="Arial" panose="020B0604020202020204" pitchFamily="34" charset="0"/>
              <a:buChar char="•"/>
            </a:pPr>
            <a:r>
              <a:rPr lang="en-MY" sz="2000"/>
              <a:t>Ensures resources are:</a:t>
            </a:r>
          </a:p>
          <a:p>
            <a:pPr marL="742950" lvl="1" indent="-285750">
              <a:buFont typeface="Arial" panose="020B0604020202020204" pitchFamily="34" charset="0"/>
              <a:buChar char="•"/>
            </a:pPr>
            <a:r>
              <a:rPr lang="en-MY" sz="2000"/>
              <a:t>Available</a:t>
            </a:r>
          </a:p>
          <a:p>
            <a:pPr marL="742950" lvl="1" indent="-285750">
              <a:buFont typeface="Arial" panose="020B0604020202020204" pitchFamily="34" charset="0"/>
              <a:buChar char="•"/>
            </a:pPr>
            <a:r>
              <a:rPr lang="en-MY" sz="2000"/>
              <a:t>Secure</a:t>
            </a:r>
          </a:p>
          <a:p>
            <a:pPr marL="742950" lvl="1" indent="-285750">
              <a:buFont typeface="Arial" panose="020B0604020202020204" pitchFamily="34" charset="0"/>
              <a:buChar char="•"/>
            </a:pPr>
            <a:r>
              <a:rPr lang="en-MY" sz="2000"/>
              <a:t>Efficient</a:t>
            </a:r>
          </a:p>
          <a:p>
            <a:pPr>
              <a:buFont typeface="Arial" panose="020B0604020202020204" pitchFamily="34" charset="0"/>
              <a:buChar char="•"/>
            </a:pPr>
            <a:r>
              <a:rPr lang="en-MY" sz="2000"/>
              <a:t>Prevents downtime and optimizes cost</a:t>
            </a:r>
          </a:p>
          <a:p>
            <a:r>
              <a:rPr lang="en-MY" sz="2000" b="1"/>
              <a:t>Real-life example:</a:t>
            </a:r>
            <a:br>
              <a:rPr lang="en-MY" sz="2000"/>
            </a:br>
            <a:r>
              <a:rPr lang="en-MY" sz="2000"/>
              <a:t>Netflix uses cloud infrastructure to stream to millions. Without solid management, you'd be watching a spinning buffer wheel all day.</a:t>
            </a:r>
          </a:p>
          <a:p>
            <a:endParaRPr lang="en-US" sz="2000"/>
          </a:p>
        </p:txBody>
      </p:sp>
    </p:spTree>
    <p:extLst>
      <p:ext uri="{BB962C8B-B14F-4D97-AF65-F5344CB8AC3E}">
        <p14:creationId xmlns:p14="http://schemas.microsoft.com/office/powerpoint/2010/main" val="41185099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07D9A-DCC7-3D64-ECB1-247655BCD88C}"/>
              </a:ext>
            </a:extLst>
          </p:cNvPr>
          <p:cNvSpPr>
            <a:spLocks noGrp="1"/>
          </p:cNvSpPr>
          <p:nvPr>
            <p:ph type="title"/>
          </p:nvPr>
        </p:nvSpPr>
        <p:spPr>
          <a:xfrm>
            <a:off x="4553733" y="548464"/>
            <a:ext cx="6798541" cy="1675623"/>
          </a:xfrm>
        </p:spPr>
        <p:txBody>
          <a:bodyPr anchor="b">
            <a:normAutofit/>
          </a:bodyPr>
          <a:lstStyle/>
          <a:p>
            <a:r>
              <a:rPr lang="en-MY" sz="4000"/>
              <a:t>What is a Virtual Infrastructure Manager (VIM)?</a:t>
            </a:r>
            <a:endParaRPr lang="en-US" sz="4000"/>
          </a:p>
        </p:txBody>
      </p:sp>
      <p:pic>
        <p:nvPicPr>
          <p:cNvPr id="6" name="Picture 5">
            <a:extLst>
              <a:ext uri="{FF2B5EF4-FFF2-40B4-BE49-F238E27FC236}">
                <a16:creationId xmlns:a16="http://schemas.microsoft.com/office/drawing/2014/main" id="{787F6710-2A60-6A56-DF11-C718DA413070}"/>
              </a:ext>
            </a:extLst>
          </p:cNvPr>
          <p:cNvPicPr>
            <a:picLocks noChangeAspect="1"/>
          </p:cNvPicPr>
          <p:nvPr/>
        </p:nvPicPr>
        <p:blipFill>
          <a:blip r:embed="rId2"/>
          <a:srcRect l="45533" r="9644"/>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AE687513-FC8F-4361-86D9-458213B0F29A}"/>
              </a:ext>
            </a:extLst>
          </p:cNvPr>
          <p:cNvGraphicFramePr>
            <a:graphicFrameLocks noGrp="1"/>
          </p:cNvGraphicFramePr>
          <p:nvPr>
            <p:ph idx="1"/>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57994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60FC9-5827-2832-AA8E-07AA400E0C21}"/>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Core Features of a VIM</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BCDE71D7-5220-7FFB-E55D-64E6101B32AD}"/>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68600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C3237-740F-D1FB-E1F3-070558D172A0}"/>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Example – OpenStack as a VIM</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12DA555C-87D6-5307-CAEA-E2E9A2C7B6F9}"/>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35590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0FE2-CEB2-DB4E-786C-FEA34D2674CD}"/>
              </a:ext>
            </a:extLst>
          </p:cNvPr>
          <p:cNvSpPr>
            <a:spLocks noGrp="1"/>
          </p:cNvSpPr>
          <p:nvPr>
            <p:ph type="title"/>
          </p:nvPr>
        </p:nvSpPr>
        <p:spPr>
          <a:xfrm>
            <a:off x="1043631" y="809898"/>
            <a:ext cx="10173010" cy="1554480"/>
          </a:xfrm>
        </p:spPr>
        <p:txBody>
          <a:bodyPr anchor="ctr">
            <a:normAutofit/>
          </a:bodyPr>
          <a:lstStyle/>
          <a:p>
            <a:r>
              <a:rPr lang="en-MY" sz="4800"/>
              <a:t>VMware vSphere as a VIM</a:t>
            </a:r>
            <a:endParaRPr lang="en-US" sz="4800"/>
          </a:p>
        </p:txBody>
      </p:sp>
      <p:graphicFrame>
        <p:nvGraphicFramePr>
          <p:cNvPr id="5" name="Content Placeholder 2">
            <a:extLst>
              <a:ext uri="{FF2B5EF4-FFF2-40B4-BE49-F238E27FC236}">
                <a16:creationId xmlns:a16="http://schemas.microsoft.com/office/drawing/2014/main" id="{13A885F0-F2AA-DB06-E6E4-23953BC03197}"/>
              </a:ext>
            </a:extLst>
          </p:cNvPr>
          <p:cNvGraphicFramePr>
            <a:graphicFrameLocks noGrp="1"/>
          </p:cNvGraphicFramePr>
          <p:nvPr>
            <p:ph idx="1"/>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56096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AD7C1-6707-526B-4A17-6784CD55AC01}"/>
              </a:ext>
            </a:extLst>
          </p:cNvPr>
          <p:cNvSpPr>
            <a:spLocks noGrp="1"/>
          </p:cNvSpPr>
          <p:nvPr>
            <p:ph type="title"/>
          </p:nvPr>
        </p:nvSpPr>
        <p:spPr>
          <a:xfrm>
            <a:off x="1043631" y="809898"/>
            <a:ext cx="10173010" cy="1554480"/>
          </a:xfrm>
        </p:spPr>
        <p:txBody>
          <a:bodyPr anchor="ctr">
            <a:normAutofit/>
          </a:bodyPr>
          <a:lstStyle/>
          <a:p>
            <a:r>
              <a:rPr lang="en-MY" sz="4800"/>
              <a:t>Feature Comparison of VIMs</a:t>
            </a:r>
            <a:endParaRPr lang="en-US" sz="4800"/>
          </a:p>
        </p:txBody>
      </p:sp>
      <p:graphicFrame>
        <p:nvGraphicFramePr>
          <p:cNvPr id="4" name="Content Placeholder 3">
            <a:extLst>
              <a:ext uri="{FF2B5EF4-FFF2-40B4-BE49-F238E27FC236}">
                <a16:creationId xmlns:a16="http://schemas.microsoft.com/office/drawing/2014/main" id="{6963D254-7301-0C82-3D83-5F4B53CD7BA1}"/>
              </a:ext>
            </a:extLst>
          </p:cNvPr>
          <p:cNvGraphicFramePr>
            <a:graphicFrameLocks noGrp="1"/>
          </p:cNvGraphicFramePr>
          <p:nvPr>
            <p:ph idx="1"/>
          </p:nvPr>
        </p:nvGraphicFramePr>
        <p:xfrm>
          <a:off x="904602" y="3125798"/>
          <a:ext cx="10378442" cy="2993345"/>
        </p:xfrm>
        <a:graphic>
          <a:graphicData uri="http://schemas.openxmlformats.org/drawingml/2006/table">
            <a:tbl>
              <a:tblPr>
                <a:tableStyleId>{5940675A-B579-460E-94D1-54222C63F5DA}</a:tableStyleId>
              </a:tblPr>
              <a:tblGrid>
                <a:gridCol w="3246570">
                  <a:extLst>
                    <a:ext uri="{9D8B030D-6E8A-4147-A177-3AD203B41FA5}">
                      <a16:colId xmlns:a16="http://schemas.microsoft.com/office/drawing/2014/main" val="253078735"/>
                    </a:ext>
                  </a:extLst>
                </a:gridCol>
                <a:gridCol w="2150522">
                  <a:extLst>
                    <a:ext uri="{9D8B030D-6E8A-4147-A177-3AD203B41FA5}">
                      <a16:colId xmlns:a16="http://schemas.microsoft.com/office/drawing/2014/main" val="187831271"/>
                    </a:ext>
                  </a:extLst>
                </a:gridCol>
                <a:gridCol w="3076494">
                  <a:extLst>
                    <a:ext uri="{9D8B030D-6E8A-4147-A177-3AD203B41FA5}">
                      <a16:colId xmlns:a16="http://schemas.microsoft.com/office/drawing/2014/main" val="120357344"/>
                    </a:ext>
                  </a:extLst>
                </a:gridCol>
                <a:gridCol w="1904856">
                  <a:extLst>
                    <a:ext uri="{9D8B030D-6E8A-4147-A177-3AD203B41FA5}">
                      <a16:colId xmlns:a16="http://schemas.microsoft.com/office/drawing/2014/main" val="216081034"/>
                    </a:ext>
                  </a:extLst>
                </a:gridCol>
              </a:tblGrid>
              <a:tr h="598669">
                <a:tc>
                  <a:txBody>
                    <a:bodyPr/>
                    <a:lstStyle/>
                    <a:p>
                      <a:r>
                        <a:rPr lang="en-MY" sz="2700"/>
                        <a:t>Feature</a:t>
                      </a:r>
                    </a:p>
                  </a:txBody>
                  <a:tcPr marL="136061" marR="136061" marT="68031" marB="68031" anchor="ctr"/>
                </a:tc>
                <a:tc>
                  <a:txBody>
                    <a:bodyPr/>
                    <a:lstStyle/>
                    <a:p>
                      <a:r>
                        <a:rPr lang="en-MY" sz="2700"/>
                        <a:t>OpenStack</a:t>
                      </a:r>
                    </a:p>
                  </a:txBody>
                  <a:tcPr marL="136061" marR="136061" marT="68031" marB="68031" anchor="ctr"/>
                </a:tc>
                <a:tc>
                  <a:txBody>
                    <a:bodyPr/>
                    <a:lstStyle/>
                    <a:p>
                      <a:r>
                        <a:rPr lang="en-MY" sz="2700"/>
                        <a:t>VMware vSphere</a:t>
                      </a:r>
                    </a:p>
                  </a:txBody>
                  <a:tcPr marL="136061" marR="136061" marT="68031" marB="68031" anchor="ctr"/>
                </a:tc>
                <a:tc>
                  <a:txBody>
                    <a:bodyPr/>
                    <a:lstStyle/>
                    <a:p>
                      <a:r>
                        <a:rPr lang="en-MY" sz="2700"/>
                        <a:t>Proxmox</a:t>
                      </a:r>
                    </a:p>
                  </a:txBody>
                  <a:tcPr marL="136061" marR="136061" marT="68031" marB="68031" anchor="ctr"/>
                </a:tc>
                <a:extLst>
                  <a:ext uri="{0D108BD9-81ED-4DB2-BD59-A6C34878D82A}">
                    <a16:rowId xmlns:a16="http://schemas.microsoft.com/office/drawing/2014/main" val="570859808"/>
                  </a:ext>
                </a:extLst>
              </a:tr>
              <a:tr h="598669">
                <a:tc>
                  <a:txBody>
                    <a:bodyPr/>
                    <a:lstStyle/>
                    <a:p>
                      <a:r>
                        <a:rPr lang="en-MY" sz="2700"/>
                        <a:t>Open-source</a:t>
                      </a:r>
                    </a:p>
                  </a:txBody>
                  <a:tcPr marL="136061" marR="136061" marT="68031" marB="68031" anchor="ctr"/>
                </a:tc>
                <a:tc>
                  <a:txBody>
                    <a:bodyPr/>
                    <a:lstStyle/>
                    <a:p>
                      <a:r>
                        <a:rPr lang="en-MY" sz="2700"/>
                        <a:t>✅</a:t>
                      </a:r>
                    </a:p>
                  </a:txBody>
                  <a:tcPr marL="136061" marR="136061" marT="68031" marB="68031" anchor="ctr"/>
                </a:tc>
                <a:tc>
                  <a:txBody>
                    <a:bodyPr/>
                    <a:lstStyle/>
                    <a:p>
                      <a:r>
                        <a:rPr lang="en-MY" sz="2700"/>
                        <a:t>❌</a:t>
                      </a:r>
                    </a:p>
                  </a:txBody>
                  <a:tcPr marL="136061" marR="136061" marT="68031" marB="68031" anchor="ctr"/>
                </a:tc>
                <a:tc>
                  <a:txBody>
                    <a:bodyPr/>
                    <a:lstStyle/>
                    <a:p>
                      <a:r>
                        <a:rPr lang="en-MY" sz="2700"/>
                        <a:t>✅</a:t>
                      </a:r>
                    </a:p>
                  </a:txBody>
                  <a:tcPr marL="136061" marR="136061" marT="68031" marB="68031" anchor="ctr"/>
                </a:tc>
                <a:extLst>
                  <a:ext uri="{0D108BD9-81ED-4DB2-BD59-A6C34878D82A}">
                    <a16:rowId xmlns:a16="http://schemas.microsoft.com/office/drawing/2014/main" val="2346110854"/>
                  </a:ext>
                </a:extLst>
              </a:tr>
              <a:tr h="598669">
                <a:tc>
                  <a:txBody>
                    <a:bodyPr/>
                    <a:lstStyle/>
                    <a:p>
                      <a:r>
                        <a:rPr lang="en-MY" sz="2700"/>
                        <a:t>GUI</a:t>
                      </a:r>
                    </a:p>
                  </a:txBody>
                  <a:tcPr marL="136061" marR="136061" marT="68031" marB="68031" anchor="ctr"/>
                </a:tc>
                <a:tc>
                  <a:txBody>
                    <a:bodyPr/>
                    <a:lstStyle/>
                    <a:p>
                      <a:r>
                        <a:rPr lang="en-MY" sz="2700"/>
                        <a:t>Moderate</a:t>
                      </a:r>
                    </a:p>
                  </a:txBody>
                  <a:tcPr marL="136061" marR="136061" marT="68031" marB="68031" anchor="ctr"/>
                </a:tc>
                <a:tc>
                  <a:txBody>
                    <a:bodyPr/>
                    <a:lstStyle/>
                    <a:p>
                      <a:r>
                        <a:rPr lang="en-MY" sz="2700"/>
                        <a:t>Excellent</a:t>
                      </a:r>
                    </a:p>
                  </a:txBody>
                  <a:tcPr marL="136061" marR="136061" marT="68031" marB="68031" anchor="ctr"/>
                </a:tc>
                <a:tc>
                  <a:txBody>
                    <a:bodyPr/>
                    <a:lstStyle/>
                    <a:p>
                      <a:r>
                        <a:rPr lang="en-MY" sz="2700"/>
                        <a:t>Good</a:t>
                      </a:r>
                    </a:p>
                  </a:txBody>
                  <a:tcPr marL="136061" marR="136061" marT="68031" marB="68031" anchor="ctr"/>
                </a:tc>
                <a:extLst>
                  <a:ext uri="{0D108BD9-81ED-4DB2-BD59-A6C34878D82A}">
                    <a16:rowId xmlns:a16="http://schemas.microsoft.com/office/drawing/2014/main" val="388789920"/>
                  </a:ext>
                </a:extLst>
              </a:tr>
              <a:tr h="598669">
                <a:tc>
                  <a:txBody>
                    <a:bodyPr/>
                    <a:lstStyle/>
                    <a:p>
                      <a:r>
                        <a:rPr lang="en-MY" sz="2700"/>
                        <a:t>Enterprise support</a:t>
                      </a:r>
                    </a:p>
                  </a:txBody>
                  <a:tcPr marL="136061" marR="136061" marT="68031" marB="68031" anchor="ctr"/>
                </a:tc>
                <a:tc>
                  <a:txBody>
                    <a:bodyPr/>
                    <a:lstStyle/>
                    <a:p>
                      <a:r>
                        <a:rPr lang="en-MY" sz="2700"/>
                        <a:t>Moderate</a:t>
                      </a:r>
                    </a:p>
                  </a:txBody>
                  <a:tcPr marL="136061" marR="136061" marT="68031" marB="68031" anchor="ctr"/>
                </a:tc>
                <a:tc>
                  <a:txBody>
                    <a:bodyPr/>
                    <a:lstStyle/>
                    <a:p>
                      <a:r>
                        <a:rPr lang="en-MY" sz="2700"/>
                        <a:t>Excellent</a:t>
                      </a:r>
                    </a:p>
                  </a:txBody>
                  <a:tcPr marL="136061" marR="136061" marT="68031" marB="68031" anchor="ctr"/>
                </a:tc>
                <a:tc>
                  <a:txBody>
                    <a:bodyPr/>
                    <a:lstStyle/>
                    <a:p>
                      <a:r>
                        <a:rPr lang="en-MY" sz="2700"/>
                        <a:t>Moderate</a:t>
                      </a:r>
                    </a:p>
                  </a:txBody>
                  <a:tcPr marL="136061" marR="136061" marT="68031" marB="68031" anchor="ctr"/>
                </a:tc>
                <a:extLst>
                  <a:ext uri="{0D108BD9-81ED-4DB2-BD59-A6C34878D82A}">
                    <a16:rowId xmlns:a16="http://schemas.microsoft.com/office/drawing/2014/main" val="3259712897"/>
                  </a:ext>
                </a:extLst>
              </a:tr>
              <a:tr h="598669">
                <a:tc>
                  <a:txBody>
                    <a:bodyPr/>
                    <a:lstStyle/>
                    <a:p>
                      <a:r>
                        <a:rPr lang="en-MY" sz="2700"/>
                        <a:t>Scalability</a:t>
                      </a:r>
                    </a:p>
                  </a:txBody>
                  <a:tcPr marL="136061" marR="136061" marT="68031" marB="68031" anchor="ctr"/>
                </a:tc>
                <a:tc>
                  <a:txBody>
                    <a:bodyPr/>
                    <a:lstStyle/>
                    <a:p>
                      <a:r>
                        <a:rPr lang="en-MY" sz="2700"/>
                        <a:t>High</a:t>
                      </a:r>
                    </a:p>
                  </a:txBody>
                  <a:tcPr marL="136061" marR="136061" marT="68031" marB="68031" anchor="ctr"/>
                </a:tc>
                <a:tc>
                  <a:txBody>
                    <a:bodyPr/>
                    <a:lstStyle/>
                    <a:p>
                      <a:r>
                        <a:rPr lang="en-MY" sz="2700"/>
                        <a:t>High</a:t>
                      </a:r>
                    </a:p>
                  </a:txBody>
                  <a:tcPr marL="136061" marR="136061" marT="68031" marB="68031" anchor="ctr"/>
                </a:tc>
                <a:tc>
                  <a:txBody>
                    <a:bodyPr/>
                    <a:lstStyle/>
                    <a:p>
                      <a:r>
                        <a:rPr lang="en-MY" sz="2700"/>
                        <a:t>Medium</a:t>
                      </a:r>
                    </a:p>
                  </a:txBody>
                  <a:tcPr marL="136061" marR="136061" marT="68031" marB="68031" anchor="ctr"/>
                </a:tc>
                <a:extLst>
                  <a:ext uri="{0D108BD9-81ED-4DB2-BD59-A6C34878D82A}">
                    <a16:rowId xmlns:a16="http://schemas.microsoft.com/office/drawing/2014/main" val="2002936277"/>
                  </a:ext>
                </a:extLst>
              </a:tr>
            </a:tbl>
          </a:graphicData>
        </a:graphic>
      </p:graphicFrame>
    </p:spTree>
    <p:extLst>
      <p:ext uri="{BB962C8B-B14F-4D97-AF65-F5344CB8AC3E}">
        <p14:creationId xmlns:p14="http://schemas.microsoft.com/office/powerpoint/2010/main" val="9038399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13E0C-9EDF-E503-16A2-530E8FEB8AEF}"/>
              </a:ext>
            </a:extLst>
          </p:cNvPr>
          <p:cNvSpPr>
            <a:spLocks noGrp="1"/>
          </p:cNvSpPr>
          <p:nvPr>
            <p:ph type="title"/>
          </p:nvPr>
        </p:nvSpPr>
        <p:spPr>
          <a:xfrm>
            <a:off x="808638" y="386930"/>
            <a:ext cx="9236700" cy="1188950"/>
          </a:xfrm>
        </p:spPr>
        <p:txBody>
          <a:bodyPr anchor="b">
            <a:normAutofit/>
          </a:bodyPr>
          <a:lstStyle/>
          <a:p>
            <a:r>
              <a:rPr lang="en-MY" sz="4200" b="1"/>
              <a:t>Advantages of Using Virtual Machines</a:t>
            </a:r>
            <a:endParaRPr lang="en-US" sz="4200"/>
          </a:p>
        </p:txBody>
      </p:sp>
      <p:graphicFrame>
        <p:nvGraphicFramePr>
          <p:cNvPr id="5" name="Content Placeholder 2">
            <a:extLst>
              <a:ext uri="{FF2B5EF4-FFF2-40B4-BE49-F238E27FC236}">
                <a16:creationId xmlns:a16="http://schemas.microsoft.com/office/drawing/2014/main" id="{9E671768-1FBB-323E-CC38-6B7973F3B806}"/>
              </a:ext>
            </a:extLst>
          </p:cNvPr>
          <p:cNvGraphicFramePr>
            <a:graphicFrameLocks noGrp="1"/>
          </p:cNvGraphicFramePr>
          <p:nvPr>
            <p:ph idx="1"/>
          </p:nvPr>
        </p:nvGraphicFramePr>
        <p:xfrm>
          <a:off x="825264" y="2598710"/>
          <a:ext cx="10039472" cy="3438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86440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8574-0981-AAA9-88C4-392BE25D9C8C}"/>
              </a:ext>
            </a:extLst>
          </p:cNvPr>
          <p:cNvSpPr>
            <a:spLocks noGrp="1"/>
          </p:cNvSpPr>
          <p:nvPr>
            <p:ph type="title"/>
          </p:nvPr>
        </p:nvSpPr>
        <p:spPr>
          <a:xfrm>
            <a:off x="1371597" y="348865"/>
            <a:ext cx="10044023" cy="877729"/>
          </a:xfrm>
        </p:spPr>
        <p:txBody>
          <a:bodyPr anchor="ctr">
            <a:normAutofit/>
          </a:bodyPr>
          <a:lstStyle/>
          <a:p>
            <a:r>
              <a:rPr lang="en-MY" sz="4000">
                <a:solidFill>
                  <a:srgbClr val="FFFFFF"/>
                </a:solidFill>
              </a:rPr>
              <a:t>Purpose of Virtual Machines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1C869E14-21A0-BBEE-4FC2-727273B9050B}"/>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225646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9387-A532-01E2-7793-92ED5E16CCCB}"/>
              </a:ext>
            </a:extLst>
          </p:cNvPr>
          <p:cNvSpPr>
            <a:spLocks noGrp="1"/>
          </p:cNvSpPr>
          <p:nvPr>
            <p:ph type="title"/>
          </p:nvPr>
        </p:nvSpPr>
        <p:spPr>
          <a:xfrm>
            <a:off x="621792" y="1161288"/>
            <a:ext cx="3602736" cy="4526280"/>
          </a:xfrm>
        </p:spPr>
        <p:txBody>
          <a:bodyPr>
            <a:normAutofit/>
          </a:bodyPr>
          <a:lstStyle/>
          <a:p>
            <a:r>
              <a:rPr lang="en-MY" sz="4000"/>
              <a:t>Benefits of Virtual Machines in Cloud</a:t>
            </a:r>
            <a:endParaRPr lang="en-US" sz="4000"/>
          </a:p>
        </p:txBody>
      </p:sp>
      <p:graphicFrame>
        <p:nvGraphicFramePr>
          <p:cNvPr id="5" name="Content Placeholder 2">
            <a:extLst>
              <a:ext uri="{FF2B5EF4-FFF2-40B4-BE49-F238E27FC236}">
                <a16:creationId xmlns:a16="http://schemas.microsoft.com/office/drawing/2014/main" id="{7EFD96D9-A0E6-111E-43FF-311D0363735C}"/>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44476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2AD6-3492-7984-3724-AD743209613E}"/>
              </a:ext>
            </a:extLst>
          </p:cNvPr>
          <p:cNvSpPr>
            <a:spLocks noGrp="1"/>
          </p:cNvSpPr>
          <p:nvPr>
            <p:ph type="title"/>
          </p:nvPr>
        </p:nvSpPr>
        <p:spPr>
          <a:xfrm>
            <a:off x="1043631" y="809898"/>
            <a:ext cx="10173010" cy="1554480"/>
          </a:xfrm>
        </p:spPr>
        <p:txBody>
          <a:bodyPr anchor="ctr">
            <a:normAutofit/>
          </a:bodyPr>
          <a:lstStyle/>
          <a:p>
            <a:r>
              <a:rPr lang="en-MY" sz="4800"/>
              <a:t>Opportunities in Cloud Infrastructure Management</a:t>
            </a:r>
            <a:endParaRPr lang="en-US" sz="4800"/>
          </a:p>
        </p:txBody>
      </p:sp>
      <p:graphicFrame>
        <p:nvGraphicFramePr>
          <p:cNvPr id="5" name="Content Placeholder 2">
            <a:extLst>
              <a:ext uri="{FF2B5EF4-FFF2-40B4-BE49-F238E27FC236}">
                <a16:creationId xmlns:a16="http://schemas.microsoft.com/office/drawing/2014/main" id="{AADD7285-6881-832B-227E-A11A72A84CDB}"/>
              </a:ext>
            </a:extLst>
          </p:cNvPr>
          <p:cNvGraphicFramePr>
            <a:graphicFrameLocks noGrp="1"/>
          </p:cNvGraphicFramePr>
          <p:nvPr>
            <p:ph idx="1"/>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02288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821FF-1F0C-FC58-F510-970B69E9348C}"/>
              </a:ext>
            </a:extLst>
          </p:cNvPr>
          <p:cNvSpPr>
            <a:spLocks noGrp="1"/>
          </p:cNvSpPr>
          <p:nvPr>
            <p:ph type="title"/>
          </p:nvPr>
        </p:nvSpPr>
        <p:spPr>
          <a:xfrm>
            <a:off x="8079978" y="741391"/>
            <a:ext cx="3369234" cy="1616203"/>
          </a:xfrm>
        </p:spPr>
        <p:txBody>
          <a:bodyPr anchor="b">
            <a:normAutofit/>
          </a:bodyPr>
          <a:lstStyle/>
          <a:p>
            <a:r>
              <a:rPr lang="en-MY" sz="3200"/>
              <a:t>Challenges in Cloud Infrastructure</a:t>
            </a:r>
            <a:endParaRPr lang="en-US" sz="3200"/>
          </a:p>
        </p:txBody>
      </p:sp>
      <p:pic>
        <p:nvPicPr>
          <p:cNvPr id="17" name="Picture 16" descr="Digital padlock art">
            <a:extLst>
              <a:ext uri="{FF2B5EF4-FFF2-40B4-BE49-F238E27FC236}">
                <a16:creationId xmlns:a16="http://schemas.microsoft.com/office/drawing/2014/main" id="{BAE960CB-6B2A-CF23-B615-05133EE51F03}"/>
              </a:ext>
            </a:extLst>
          </p:cNvPr>
          <p:cNvPicPr>
            <a:picLocks noChangeAspect="1"/>
          </p:cNvPicPr>
          <p:nvPr/>
        </p:nvPicPr>
        <p:blipFill>
          <a:blip r:embed="rId2"/>
          <a:srcRect r="20794" b="-2"/>
          <a:stretch/>
        </p:blipFill>
        <p:spPr>
          <a:xfrm>
            <a:off x="20" y="10"/>
            <a:ext cx="7390243" cy="6857990"/>
          </a:xfrm>
          <a:prstGeom prst="rect">
            <a:avLst/>
          </a:prstGeom>
        </p:spPr>
      </p:pic>
      <p:sp>
        <p:nvSpPr>
          <p:cNvPr id="3" name="Content Placeholder 2">
            <a:extLst>
              <a:ext uri="{FF2B5EF4-FFF2-40B4-BE49-F238E27FC236}">
                <a16:creationId xmlns:a16="http://schemas.microsoft.com/office/drawing/2014/main" id="{C3BBA780-E669-B16B-849D-6DAEDC2CC4D8}"/>
              </a:ext>
            </a:extLst>
          </p:cNvPr>
          <p:cNvSpPr>
            <a:spLocks noGrp="1"/>
          </p:cNvSpPr>
          <p:nvPr>
            <p:ph idx="1"/>
          </p:nvPr>
        </p:nvSpPr>
        <p:spPr>
          <a:xfrm>
            <a:off x="8079978" y="2533476"/>
            <a:ext cx="3369234" cy="3447832"/>
          </a:xfrm>
        </p:spPr>
        <p:txBody>
          <a:bodyPr anchor="t">
            <a:normAutofit/>
          </a:bodyPr>
          <a:lstStyle/>
          <a:p>
            <a:r>
              <a:rPr lang="en-MY" sz="2000"/>
              <a:t>Vendor lock-in</a:t>
            </a:r>
          </a:p>
          <a:p>
            <a:r>
              <a:rPr lang="en-MY" sz="2000"/>
              <a:t>Complex configurations</a:t>
            </a:r>
          </a:p>
          <a:p>
            <a:r>
              <a:rPr lang="en-MY" sz="2000"/>
              <a:t>Latency issues</a:t>
            </a:r>
          </a:p>
          <a:p>
            <a:r>
              <a:rPr lang="en-MY" sz="2000"/>
              <a:t>Skills gap</a:t>
            </a:r>
          </a:p>
          <a:p>
            <a:endParaRPr lang="en-US" sz="2000"/>
          </a:p>
        </p:txBody>
      </p:sp>
    </p:spTree>
    <p:extLst>
      <p:ext uri="{BB962C8B-B14F-4D97-AF65-F5344CB8AC3E}">
        <p14:creationId xmlns:p14="http://schemas.microsoft.com/office/powerpoint/2010/main" val="12819406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00D05-3622-479B-593B-7F7EC7A2F84C}"/>
              </a:ext>
            </a:extLst>
          </p:cNvPr>
          <p:cNvSpPr>
            <a:spLocks noGrp="1"/>
          </p:cNvSpPr>
          <p:nvPr>
            <p:ph type="title"/>
          </p:nvPr>
        </p:nvSpPr>
        <p:spPr>
          <a:xfrm>
            <a:off x="621792" y="1161288"/>
            <a:ext cx="3602736" cy="4526280"/>
          </a:xfrm>
        </p:spPr>
        <p:txBody>
          <a:bodyPr>
            <a:normAutofit/>
          </a:bodyPr>
          <a:lstStyle/>
          <a:p>
            <a:r>
              <a:rPr lang="en-MY" sz="4000"/>
              <a:t>Security Issues in Virtual Infrastructure</a:t>
            </a:r>
            <a:endParaRPr lang="en-US" sz="4000"/>
          </a:p>
        </p:txBody>
      </p:sp>
      <p:graphicFrame>
        <p:nvGraphicFramePr>
          <p:cNvPr id="5" name="Content Placeholder 2">
            <a:extLst>
              <a:ext uri="{FF2B5EF4-FFF2-40B4-BE49-F238E27FC236}">
                <a16:creationId xmlns:a16="http://schemas.microsoft.com/office/drawing/2014/main" id="{51F3DE94-046F-5A55-1FF5-4B3A96DEE05D}"/>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90383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26EC3-C823-EF93-E1D1-4ABD8E014DB7}"/>
              </a:ext>
            </a:extLst>
          </p:cNvPr>
          <p:cNvSpPr>
            <a:spLocks noGrp="1"/>
          </p:cNvSpPr>
          <p:nvPr>
            <p:ph type="title"/>
          </p:nvPr>
        </p:nvSpPr>
        <p:spPr>
          <a:xfrm>
            <a:off x="6823878" y="741391"/>
            <a:ext cx="4491821" cy="1616203"/>
          </a:xfrm>
        </p:spPr>
        <p:txBody>
          <a:bodyPr anchor="b">
            <a:normAutofit/>
          </a:bodyPr>
          <a:lstStyle/>
          <a:p>
            <a:r>
              <a:rPr lang="en-MY" sz="3200"/>
              <a:t>Performance Issues</a:t>
            </a:r>
            <a:endParaRPr lang="en-US" sz="3200"/>
          </a:p>
        </p:txBody>
      </p:sp>
      <p:pic>
        <p:nvPicPr>
          <p:cNvPr id="5" name="Picture 4" descr="Audio sound board">
            <a:extLst>
              <a:ext uri="{FF2B5EF4-FFF2-40B4-BE49-F238E27FC236}">
                <a16:creationId xmlns:a16="http://schemas.microsoft.com/office/drawing/2014/main" id="{0CBD2D5A-D37A-0CC7-FC75-9D9615D7386D}"/>
              </a:ext>
            </a:extLst>
          </p:cNvPr>
          <p:cNvPicPr>
            <a:picLocks noChangeAspect="1"/>
          </p:cNvPicPr>
          <p:nvPr/>
        </p:nvPicPr>
        <p:blipFill>
          <a:blip r:embed="rId2"/>
          <a:srcRect l="32422" r="8244" b="-1"/>
          <a:stretch/>
        </p:blipFill>
        <p:spPr>
          <a:xfrm>
            <a:off x="20" y="10"/>
            <a:ext cx="6095980" cy="6857990"/>
          </a:xfrm>
          <a:prstGeom prst="rect">
            <a:avLst/>
          </a:prstGeom>
        </p:spPr>
      </p:pic>
      <p:sp>
        <p:nvSpPr>
          <p:cNvPr id="3" name="Content Placeholder 2">
            <a:extLst>
              <a:ext uri="{FF2B5EF4-FFF2-40B4-BE49-F238E27FC236}">
                <a16:creationId xmlns:a16="http://schemas.microsoft.com/office/drawing/2014/main" id="{1DA7151C-C052-84EA-E0C0-C8F8285F7AA4}"/>
              </a:ext>
            </a:extLst>
          </p:cNvPr>
          <p:cNvSpPr>
            <a:spLocks noGrp="1"/>
          </p:cNvSpPr>
          <p:nvPr>
            <p:ph idx="1"/>
          </p:nvPr>
        </p:nvSpPr>
        <p:spPr>
          <a:xfrm>
            <a:off x="6823878" y="2533476"/>
            <a:ext cx="4491820" cy="3447832"/>
          </a:xfrm>
        </p:spPr>
        <p:txBody>
          <a:bodyPr anchor="t">
            <a:normAutofit/>
          </a:bodyPr>
          <a:lstStyle/>
          <a:p>
            <a:r>
              <a:rPr lang="en-MY" sz="2000"/>
              <a:t>Overprovisioning</a:t>
            </a:r>
          </a:p>
          <a:p>
            <a:r>
              <a:rPr lang="en-MY" sz="2000"/>
              <a:t>VM sprawl (too many unused VMs)</a:t>
            </a:r>
          </a:p>
          <a:p>
            <a:r>
              <a:rPr lang="en-MY" sz="2000"/>
              <a:t>Resource contention</a:t>
            </a:r>
          </a:p>
          <a:p>
            <a:endParaRPr lang="en-US" sz="2000"/>
          </a:p>
        </p:txBody>
      </p:sp>
    </p:spTree>
    <p:extLst>
      <p:ext uri="{BB962C8B-B14F-4D97-AF65-F5344CB8AC3E}">
        <p14:creationId xmlns:p14="http://schemas.microsoft.com/office/powerpoint/2010/main" val="335239586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CC5BF-3D8A-3C1C-7BAF-70DAD720B2FD}"/>
              </a:ext>
            </a:extLst>
          </p:cNvPr>
          <p:cNvSpPr>
            <a:spLocks noGrp="1"/>
          </p:cNvSpPr>
          <p:nvPr>
            <p:ph type="title"/>
          </p:nvPr>
        </p:nvSpPr>
        <p:spPr>
          <a:xfrm>
            <a:off x="8079978" y="741391"/>
            <a:ext cx="3369234" cy="1616203"/>
          </a:xfrm>
        </p:spPr>
        <p:txBody>
          <a:bodyPr anchor="b">
            <a:normAutofit/>
          </a:bodyPr>
          <a:lstStyle/>
          <a:p>
            <a:r>
              <a:rPr lang="en-MY" sz="3200"/>
              <a:t>Cost Management Challenges</a:t>
            </a:r>
            <a:endParaRPr lang="en-US" sz="3200"/>
          </a:p>
        </p:txBody>
      </p:sp>
      <p:pic>
        <p:nvPicPr>
          <p:cNvPr id="5" name="Picture 4" descr="A digital spiral image in blue background">
            <a:extLst>
              <a:ext uri="{FF2B5EF4-FFF2-40B4-BE49-F238E27FC236}">
                <a16:creationId xmlns:a16="http://schemas.microsoft.com/office/drawing/2014/main" id="{B3B31585-D1FF-4C44-CFD6-A9B5D61E8791}"/>
              </a:ext>
            </a:extLst>
          </p:cNvPr>
          <p:cNvPicPr>
            <a:picLocks noChangeAspect="1"/>
          </p:cNvPicPr>
          <p:nvPr/>
        </p:nvPicPr>
        <p:blipFill>
          <a:blip r:embed="rId2"/>
          <a:srcRect l="918" r="38467"/>
          <a:stretch/>
        </p:blipFill>
        <p:spPr>
          <a:xfrm>
            <a:off x="20" y="10"/>
            <a:ext cx="7390243" cy="6857990"/>
          </a:xfrm>
          <a:prstGeom prst="rect">
            <a:avLst/>
          </a:prstGeom>
        </p:spPr>
      </p:pic>
      <p:sp>
        <p:nvSpPr>
          <p:cNvPr id="3" name="Content Placeholder 2">
            <a:extLst>
              <a:ext uri="{FF2B5EF4-FFF2-40B4-BE49-F238E27FC236}">
                <a16:creationId xmlns:a16="http://schemas.microsoft.com/office/drawing/2014/main" id="{21448563-7AFB-FDA1-ABAE-4A864CEFCF05}"/>
              </a:ext>
            </a:extLst>
          </p:cNvPr>
          <p:cNvSpPr>
            <a:spLocks noGrp="1"/>
          </p:cNvSpPr>
          <p:nvPr>
            <p:ph idx="1"/>
          </p:nvPr>
        </p:nvSpPr>
        <p:spPr>
          <a:xfrm>
            <a:off x="8079978" y="2533476"/>
            <a:ext cx="3369234" cy="3447832"/>
          </a:xfrm>
        </p:spPr>
        <p:txBody>
          <a:bodyPr anchor="t">
            <a:normAutofit/>
          </a:bodyPr>
          <a:lstStyle/>
          <a:p>
            <a:r>
              <a:rPr lang="en-MY" sz="2000"/>
              <a:t>Pay-per-use can spiral</a:t>
            </a:r>
          </a:p>
          <a:p>
            <a:r>
              <a:rPr lang="en-MY" sz="2000"/>
              <a:t>Unused VMs add cost</a:t>
            </a:r>
          </a:p>
          <a:p>
            <a:r>
              <a:rPr lang="en-MY" sz="2000"/>
              <a:t>Lack of visibility = billing shocks</a:t>
            </a:r>
          </a:p>
          <a:p>
            <a:pPr marL="0" indent="0">
              <a:buNone/>
            </a:pPr>
            <a:endParaRPr lang="en-US" sz="2000"/>
          </a:p>
        </p:txBody>
      </p:sp>
    </p:spTree>
    <p:extLst>
      <p:ext uri="{BB962C8B-B14F-4D97-AF65-F5344CB8AC3E}">
        <p14:creationId xmlns:p14="http://schemas.microsoft.com/office/powerpoint/2010/main" val="8897059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89F91C-25EE-3A91-3EAC-61B8B3868137}"/>
              </a:ext>
            </a:extLst>
          </p:cNvPr>
          <p:cNvPicPr>
            <a:picLocks noChangeAspect="1"/>
          </p:cNvPicPr>
          <p:nvPr/>
        </p:nvPicPr>
        <p:blipFill>
          <a:blip r:embed="rId2"/>
          <a:srcRect r="50058"/>
          <a:stretch/>
        </p:blipFill>
        <p:spPr>
          <a:xfrm>
            <a:off x="6103027" y="10"/>
            <a:ext cx="6088971" cy="6857990"/>
          </a:xfrm>
          <a:prstGeom prst="rect">
            <a:avLst/>
          </a:prstGeom>
        </p:spPr>
      </p:pic>
      <p:sp>
        <p:nvSpPr>
          <p:cNvPr id="2" name="Title 1">
            <a:extLst>
              <a:ext uri="{FF2B5EF4-FFF2-40B4-BE49-F238E27FC236}">
                <a16:creationId xmlns:a16="http://schemas.microsoft.com/office/drawing/2014/main" id="{6D08B890-378C-2B09-DA61-EF1FDD1696DF}"/>
              </a:ext>
            </a:extLst>
          </p:cNvPr>
          <p:cNvSpPr>
            <a:spLocks noGrp="1"/>
          </p:cNvSpPr>
          <p:nvPr>
            <p:ph type="title"/>
          </p:nvPr>
        </p:nvSpPr>
        <p:spPr>
          <a:xfrm>
            <a:off x="761801" y="328512"/>
            <a:ext cx="4778387" cy="1628970"/>
          </a:xfrm>
        </p:spPr>
        <p:txBody>
          <a:bodyPr anchor="ctr">
            <a:normAutofit/>
          </a:bodyPr>
          <a:lstStyle/>
          <a:p>
            <a:r>
              <a:rPr lang="en-MY" sz="4000"/>
              <a:t>Disadvantages of Virtual Machines</a:t>
            </a:r>
            <a:endParaRPr lang="en-US" sz="4000"/>
          </a:p>
        </p:txBody>
      </p:sp>
      <p:sp>
        <p:nvSpPr>
          <p:cNvPr id="3" name="Content Placeholder 2">
            <a:extLst>
              <a:ext uri="{FF2B5EF4-FFF2-40B4-BE49-F238E27FC236}">
                <a16:creationId xmlns:a16="http://schemas.microsoft.com/office/drawing/2014/main" id="{FF69C5ED-E8EA-D1B8-1196-60A1921E7DCA}"/>
              </a:ext>
            </a:extLst>
          </p:cNvPr>
          <p:cNvSpPr>
            <a:spLocks noGrp="1"/>
          </p:cNvSpPr>
          <p:nvPr>
            <p:ph idx="1"/>
          </p:nvPr>
        </p:nvSpPr>
        <p:spPr>
          <a:xfrm>
            <a:off x="761801" y="2884929"/>
            <a:ext cx="4659756" cy="3374137"/>
          </a:xfrm>
        </p:spPr>
        <p:txBody>
          <a:bodyPr anchor="ctr">
            <a:normAutofit/>
          </a:bodyPr>
          <a:lstStyle/>
          <a:p>
            <a:r>
              <a:rPr lang="en-MY" sz="2000"/>
              <a:t>Slower than containers</a:t>
            </a:r>
          </a:p>
          <a:p>
            <a:r>
              <a:rPr lang="en-MY" sz="2000"/>
              <a:t>Resource overhead</a:t>
            </a:r>
          </a:p>
          <a:p>
            <a:r>
              <a:rPr lang="en-MY" sz="2000"/>
              <a:t>Complex network setups</a:t>
            </a:r>
          </a:p>
          <a:p>
            <a:r>
              <a:rPr lang="en-MY" sz="2000"/>
              <a:t>Longer boot times</a:t>
            </a:r>
          </a:p>
          <a:p>
            <a:pPr marL="0" indent="0">
              <a:buNone/>
            </a:pPr>
            <a:endParaRPr lang="en-US" sz="2000"/>
          </a:p>
        </p:txBody>
      </p:sp>
    </p:spTree>
    <p:extLst>
      <p:ext uri="{BB962C8B-B14F-4D97-AF65-F5344CB8AC3E}">
        <p14:creationId xmlns:p14="http://schemas.microsoft.com/office/powerpoint/2010/main" val="11919452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1273-7709-A666-E644-EE197A101829}"/>
              </a:ext>
            </a:extLst>
          </p:cNvPr>
          <p:cNvSpPr>
            <a:spLocks noGrp="1"/>
          </p:cNvSpPr>
          <p:nvPr>
            <p:ph type="title"/>
          </p:nvPr>
        </p:nvSpPr>
        <p:spPr/>
        <p:txBody>
          <a:bodyPr/>
          <a:lstStyle/>
          <a:p>
            <a:r>
              <a:rPr lang="en-MY" dirty="0"/>
              <a:t>How to Overcome the Challenges</a:t>
            </a:r>
            <a:endParaRPr lang="en-US" dirty="0"/>
          </a:p>
        </p:txBody>
      </p:sp>
      <p:graphicFrame>
        <p:nvGraphicFramePr>
          <p:cNvPr id="5" name="Content Placeholder 2">
            <a:extLst>
              <a:ext uri="{FF2B5EF4-FFF2-40B4-BE49-F238E27FC236}">
                <a16:creationId xmlns:a16="http://schemas.microsoft.com/office/drawing/2014/main" id="{0FFB43E5-9268-EBF9-85AE-80618475AD8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32034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380E-84A4-2C14-C1F9-E87D3A3C7FE6}"/>
              </a:ext>
            </a:extLst>
          </p:cNvPr>
          <p:cNvSpPr>
            <a:spLocks noGrp="1"/>
          </p:cNvSpPr>
          <p:nvPr>
            <p:ph type="title"/>
          </p:nvPr>
        </p:nvSpPr>
        <p:spPr>
          <a:xfrm>
            <a:off x="761803" y="350196"/>
            <a:ext cx="4646904" cy="1624520"/>
          </a:xfrm>
        </p:spPr>
        <p:txBody>
          <a:bodyPr anchor="ctr">
            <a:normAutofit/>
          </a:bodyPr>
          <a:lstStyle/>
          <a:p>
            <a:r>
              <a:rPr lang="en-MY" sz="4000"/>
              <a:t>Cloud Management Best Practices</a:t>
            </a:r>
            <a:endParaRPr lang="en-US" sz="4000"/>
          </a:p>
        </p:txBody>
      </p:sp>
      <p:sp>
        <p:nvSpPr>
          <p:cNvPr id="3" name="Content Placeholder 2">
            <a:extLst>
              <a:ext uri="{FF2B5EF4-FFF2-40B4-BE49-F238E27FC236}">
                <a16:creationId xmlns:a16="http://schemas.microsoft.com/office/drawing/2014/main" id="{145BB081-2B31-D538-4CC8-15072828DBB2}"/>
              </a:ext>
            </a:extLst>
          </p:cNvPr>
          <p:cNvSpPr>
            <a:spLocks noGrp="1"/>
          </p:cNvSpPr>
          <p:nvPr>
            <p:ph idx="1"/>
          </p:nvPr>
        </p:nvSpPr>
        <p:spPr>
          <a:xfrm>
            <a:off x="761802" y="2743200"/>
            <a:ext cx="4646905" cy="3613149"/>
          </a:xfrm>
        </p:spPr>
        <p:txBody>
          <a:bodyPr anchor="ctr">
            <a:normAutofit/>
          </a:bodyPr>
          <a:lstStyle/>
          <a:p>
            <a:r>
              <a:rPr lang="en-MY" sz="2000"/>
              <a:t>Document configurations</a:t>
            </a:r>
          </a:p>
          <a:p>
            <a:r>
              <a:rPr lang="en-MY" sz="2000"/>
              <a:t>Use tagging and naming conventions</a:t>
            </a:r>
          </a:p>
          <a:p>
            <a:r>
              <a:rPr lang="en-MY" sz="2000"/>
              <a:t>Regular cost reviews</a:t>
            </a:r>
          </a:p>
          <a:p>
            <a:r>
              <a:rPr lang="en-MY" sz="2000"/>
              <a:t>Disaster recovery planning</a:t>
            </a:r>
          </a:p>
          <a:p>
            <a:pPr marL="0" indent="0">
              <a:buNone/>
            </a:pPr>
            <a:endParaRPr lang="en-US" sz="2000"/>
          </a:p>
        </p:txBody>
      </p:sp>
      <p:pic>
        <p:nvPicPr>
          <p:cNvPr id="5" name="Picture 4" descr="Pen placed on top of a signature line">
            <a:extLst>
              <a:ext uri="{FF2B5EF4-FFF2-40B4-BE49-F238E27FC236}">
                <a16:creationId xmlns:a16="http://schemas.microsoft.com/office/drawing/2014/main" id="{7CD3C677-C856-A4FC-EC7B-767E2AF91C28}"/>
              </a:ext>
            </a:extLst>
          </p:cNvPr>
          <p:cNvPicPr>
            <a:picLocks noChangeAspect="1"/>
          </p:cNvPicPr>
          <p:nvPr/>
        </p:nvPicPr>
        <p:blipFill>
          <a:blip r:embed="rId2"/>
          <a:srcRect l="40601" r="-2" b="-2"/>
          <a:stretch/>
        </p:blipFill>
        <p:spPr>
          <a:xfrm>
            <a:off x="6096000" y="1"/>
            <a:ext cx="6102825" cy="6858000"/>
          </a:xfrm>
          <a:prstGeom prst="rect">
            <a:avLst/>
          </a:prstGeom>
        </p:spPr>
      </p:pic>
    </p:spTree>
    <p:extLst>
      <p:ext uri="{BB962C8B-B14F-4D97-AF65-F5344CB8AC3E}">
        <p14:creationId xmlns:p14="http://schemas.microsoft.com/office/powerpoint/2010/main" val="28157637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4B3F-5862-11F7-275A-3472A2190862}"/>
              </a:ext>
            </a:extLst>
          </p:cNvPr>
          <p:cNvSpPr>
            <a:spLocks noGrp="1"/>
          </p:cNvSpPr>
          <p:nvPr>
            <p:ph type="title"/>
          </p:nvPr>
        </p:nvSpPr>
        <p:spPr>
          <a:xfrm>
            <a:off x="876693" y="741391"/>
            <a:ext cx="4355265" cy="1616203"/>
          </a:xfrm>
        </p:spPr>
        <p:txBody>
          <a:bodyPr anchor="b">
            <a:normAutofit/>
          </a:bodyPr>
          <a:lstStyle/>
          <a:p>
            <a:r>
              <a:rPr lang="en-MY" sz="3200"/>
              <a:t>Summary</a:t>
            </a:r>
            <a:endParaRPr lang="en-US" sz="3200"/>
          </a:p>
        </p:txBody>
      </p:sp>
      <p:sp>
        <p:nvSpPr>
          <p:cNvPr id="3" name="Content Placeholder 2">
            <a:extLst>
              <a:ext uri="{FF2B5EF4-FFF2-40B4-BE49-F238E27FC236}">
                <a16:creationId xmlns:a16="http://schemas.microsoft.com/office/drawing/2014/main" id="{0E54C297-491A-451E-4340-6C9AD57FDFDC}"/>
              </a:ext>
            </a:extLst>
          </p:cNvPr>
          <p:cNvSpPr>
            <a:spLocks noGrp="1"/>
          </p:cNvSpPr>
          <p:nvPr>
            <p:ph idx="1"/>
          </p:nvPr>
        </p:nvSpPr>
        <p:spPr>
          <a:xfrm>
            <a:off x="876692" y="2533476"/>
            <a:ext cx="4355265" cy="3447832"/>
          </a:xfrm>
        </p:spPr>
        <p:txBody>
          <a:bodyPr anchor="t">
            <a:normAutofit/>
          </a:bodyPr>
          <a:lstStyle/>
          <a:p>
            <a:r>
              <a:rPr lang="en-MY" sz="2000"/>
              <a:t>Cloud infrastructure = virtualized compute, storage, and network</a:t>
            </a:r>
          </a:p>
          <a:p>
            <a:r>
              <a:rPr lang="en-MY" sz="2000"/>
              <a:t>VIMs help manage resources</a:t>
            </a:r>
          </a:p>
          <a:p>
            <a:r>
              <a:rPr lang="en-MY" sz="2000"/>
              <a:t>VMs offer isolation and flexibility</a:t>
            </a:r>
          </a:p>
          <a:p>
            <a:r>
              <a:rPr lang="en-MY" sz="2000"/>
              <a:t>But also come with costs and complexity</a:t>
            </a:r>
          </a:p>
          <a:p>
            <a:pPr marL="0" indent="0">
              <a:buNone/>
            </a:pPr>
            <a:endParaRPr lang="en-US" sz="2000"/>
          </a:p>
        </p:txBody>
      </p:sp>
      <p:pic>
        <p:nvPicPr>
          <p:cNvPr id="5" name="Picture 4" descr="Balls passing through a cloud">
            <a:extLst>
              <a:ext uri="{FF2B5EF4-FFF2-40B4-BE49-F238E27FC236}">
                <a16:creationId xmlns:a16="http://schemas.microsoft.com/office/drawing/2014/main" id="{D09B9AD3-7B4D-6E7E-409A-4FD954E90E0C}"/>
              </a:ext>
            </a:extLst>
          </p:cNvPr>
          <p:cNvPicPr>
            <a:picLocks noChangeAspect="1"/>
          </p:cNvPicPr>
          <p:nvPr/>
        </p:nvPicPr>
        <p:blipFill>
          <a:blip r:embed="rId2"/>
          <a:srcRect l="8197" r="29582" b="1"/>
          <a:stretch/>
        </p:blipFill>
        <p:spPr>
          <a:xfrm>
            <a:off x="6096000" y="10"/>
            <a:ext cx="6095999" cy="6857990"/>
          </a:xfrm>
          <a:prstGeom prst="rect">
            <a:avLst/>
          </a:prstGeom>
        </p:spPr>
      </p:pic>
    </p:spTree>
    <p:extLst>
      <p:ext uri="{BB962C8B-B14F-4D97-AF65-F5344CB8AC3E}">
        <p14:creationId xmlns:p14="http://schemas.microsoft.com/office/powerpoint/2010/main" val="1922791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B274-60BD-5CA6-76B9-77F00AFE7CE1}"/>
              </a:ext>
            </a:extLst>
          </p:cNvPr>
          <p:cNvSpPr>
            <a:spLocks noGrp="1"/>
          </p:cNvSpPr>
          <p:nvPr>
            <p:ph type="title"/>
          </p:nvPr>
        </p:nvSpPr>
        <p:spPr>
          <a:xfrm>
            <a:off x="1043631" y="809898"/>
            <a:ext cx="9942716" cy="1554480"/>
          </a:xfrm>
        </p:spPr>
        <p:txBody>
          <a:bodyPr anchor="ctr">
            <a:normAutofit/>
          </a:bodyPr>
          <a:lstStyle/>
          <a:p>
            <a:r>
              <a:rPr lang="en-MY" sz="4800"/>
              <a:t>Final Thoughts</a:t>
            </a:r>
            <a:endParaRPr lang="en-US" sz="4800"/>
          </a:p>
        </p:txBody>
      </p:sp>
      <p:sp>
        <p:nvSpPr>
          <p:cNvPr id="3" name="Content Placeholder 2">
            <a:extLst>
              <a:ext uri="{FF2B5EF4-FFF2-40B4-BE49-F238E27FC236}">
                <a16:creationId xmlns:a16="http://schemas.microsoft.com/office/drawing/2014/main" id="{09AC25D2-7B5B-9296-E582-3B0C1DC1CD04}"/>
              </a:ext>
            </a:extLst>
          </p:cNvPr>
          <p:cNvSpPr>
            <a:spLocks noGrp="1"/>
          </p:cNvSpPr>
          <p:nvPr>
            <p:ph idx="1"/>
          </p:nvPr>
        </p:nvSpPr>
        <p:spPr>
          <a:xfrm>
            <a:off x="1045028" y="3017522"/>
            <a:ext cx="9941319" cy="3124658"/>
          </a:xfrm>
        </p:spPr>
        <p:txBody>
          <a:bodyPr anchor="ctr">
            <a:normAutofit/>
          </a:bodyPr>
          <a:lstStyle/>
          <a:p>
            <a:pPr>
              <a:buNone/>
            </a:pPr>
            <a:r>
              <a:rPr lang="en-MY" sz="2400"/>
              <a:t>“Managing cloud is like playing chess blindfolded… unless you have the right tools!”</a:t>
            </a:r>
          </a:p>
          <a:p>
            <a:pPr>
              <a:buNone/>
            </a:pPr>
            <a:r>
              <a:rPr lang="en-MY" sz="2400"/>
              <a:t>Explore hands-on tools like:</a:t>
            </a:r>
          </a:p>
          <a:p>
            <a:pPr>
              <a:buFont typeface="Arial" panose="020B0604020202020204" pitchFamily="34" charset="0"/>
              <a:buChar char="•"/>
            </a:pPr>
            <a:r>
              <a:rPr lang="en-MY" sz="2400"/>
              <a:t>VirtualBox</a:t>
            </a:r>
          </a:p>
          <a:p>
            <a:pPr>
              <a:buFont typeface="Arial" panose="020B0604020202020204" pitchFamily="34" charset="0"/>
              <a:buChar char="•"/>
            </a:pPr>
            <a:r>
              <a:rPr lang="en-MY" sz="2400"/>
              <a:t>Proxmox</a:t>
            </a:r>
          </a:p>
          <a:p>
            <a:pPr>
              <a:buFont typeface="Arial" panose="020B0604020202020204" pitchFamily="34" charset="0"/>
              <a:buChar char="•"/>
            </a:pPr>
            <a:r>
              <a:rPr lang="en-MY" sz="2400"/>
              <a:t>OpenStack DevStack</a:t>
            </a:r>
          </a:p>
          <a:p>
            <a:pPr>
              <a:buFont typeface="Arial" panose="020B0604020202020204" pitchFamily="34" charset="0"/>
              <a:buChar char="•"/>
            </a:pPr>
            <a:r>
              <a:rPr lang="en-MY" sz="2400"/>
              <a:t>AWS Free Tier</a:t>
            </a:r>
          </a:p>
          <a:p>
            <a:pPr marL="0" indent="0">
              <a:buNone/>
            </a:pPr>
            <a:endParaRPr lang="en-US" sz="2400"/>
          </a:p>
        </p:txBody>
      </p:sp>
    </p:spTree>
    <p:extLst>
      <p:ext uri="{BB962C8B-B14F-4D97-AF65-F5344CB8AC3E}">
        <p14:creationId xmlns:p14="http://schemas.microsoft.com/office/powerpoint/2010/main" val="21155566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0E032-A449-E660-92CA-2308F53A7479}"/>
              </a:ext>
            </a:extLst>
          </p:cNvPr>
          <p:cNvSpPr>
            <a:spLocks noGrp="1"/>
          </p:cNvSpPr>
          <p:nvPr>
            <p:ph type="ctrTitle"/>
          </p:nvPr>
        </p:nvSpPr>
        <p:spPr>
          <a:xfrm>
            <a:off x="703400" y="908651"/>
            <a:ext cx="3620882" cy="3640345"/>
          </a:xfrm>
        </p:spPr>
        <p:txBody>
          <a:bodyPr anchor="t">
            <a:normAutofit/>
          </a:bodyPr>
          <a:lstStyle/>
          <a:p>
            <a:r>
              <a:rPr lang="en-US" sz="4000"/>
              <a:t>Topic 6 - Migrating into the Cloud</a:t>
            </a:r>
          </a:p>
        </p:txBody>
      </p:sp>
      <p:sp>
        <p:nvSpPr>
          <p:cNvPr id="3" name="Subtitle 2">
            <a:extLst>
              <a:ext uri="{FF2B5EF4-FFF2-40B4-BE49-F238E27FC236}">
                <a16:creationId xmlns:a16="http://schemas.microsoft.com/office/drawing/2014/main" id="{5A01E238-401A-F4EC-EAF2-DE53B244D31B}"/>
              </a:ext>
            </a:extLst>
          </p:cNvPr>
          <p:cNvSpPr>
            <a:spLocks noGrp="1"/>
          </p:cNvSpPr>
          <p:nvPr>
            <p:ph type="subTitle" idx="1"/>
          </p:nvPr>
        </p:nvSpPr>
        <p:spPr>
          <a:xfrm>
            <a:off x="703400" y="4945712"/>
            <a:ext cx="3380437" cy="850392"/>
          </a:xfrm>
        </p:spPr>
        <p:txBody>
          <a:bodyPr anchor="b">
            <a:normAutofit/>
          </a:bodyPr>
          <a:lstStyle/>
          <a:p>
            <a:r>
              <a:rPr lang="en-MY" sz="1700"/>
              <a:t>Concepts, Challenges, Integration &amp; Real-world Considerations</a:t>
            </a:r>
            <a:endParaRPr lang="en-US" sz="1700"/>
          </a:p>
        </p:txBody>
      </p:sp>
      <p:pic>
        <p:nvPicPr>
          <p:cNvPr id="4" name="Picture 3" descr="Clouds and clear skies">
            <a:extLst>
              <a:ext uri="{FF2B5EF4-FFF2-40B4-BE49-F238E27FC236}">
                <a16:creationId xmlns:a16="http://schemas.microsoft.com/office/drawing/2014/main" id="{98ECA1D4-DD39-567E-F7C7-102CD1E75921}"/>
              </a:ext>
            </a:extLst>
          </p:cNvPr>
          <p:cNvPicPr>
            <a:picLocks noChangeAspect="1"/>
          </p:cNvPicPr>
          <p:nvPr/>
        </p:nvPicPr>
        <p:blipFill>
          <a:blip r:embed="rId2"/>
          <a:srcRect l="1058" r="28003"/>
          <a:stretch/>
        </p:blipFill>
        <p:spPr>
          <a:xfrm>
            <a:off x="4876158" y="10"/>
            <a:ext cx="7315841" cy="6857990"/>
          </a:xfrm>
          <a:prstGeom prst="rect">
            <a:avLst/>
          </a:prstGeom>
        </p:spPr>
      </p:pic>
    </p:spTree>
    <p:extLst>
      <p:ext uri="{BB962C8B-B14F-4D97-AF65-F5344CB8AC3E}">
        <p14:creationId xmlns:p14="http://schemas.microsoft.com/office/powerpoint/2010/main" val="164448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F559-8495-34D0-4074-CDE8DB9CE90B}"/>
              </a:ext>
            </a:extLst>
          </p:cNvPr>
          <p:cNvSpPr>
            <a:spLocks noGrp="1"/>
          </p:cNvSpPr>
          <p:nvPr>
            <p:ph type="title"/>
          </p:nvPr>
        </p:nvSpPr>
        <p:spPr>
          <a:xfrm>
            <a:off x="5248656" y="914400"/>
            <a:ext cx="6236208" cy="1307592"/>
          </a:xfrm>
        </p:spPr>
        <p:txBody>
          <a:bodyPr>
            <a:normAutofit/>
          </a:bodyPr>
          <a:lstStyle/>
          <a:p>
            <a:r>
              <a:rPr lang="en-MY" dirty="0"/>
              <a:t>Cloud Migration</a:t>
            </a:r>
            <a:endParaRPr lang="en-US" dirty="0"/>
          </a:p>
        </p:txBody>
      </p:sp>
      <p:pic>
        <p:nvPicPr>
          <p:cNvPr id="16" name="Picture 15" descr="Clouds in sky">
            <a:extLst>
              <a:ext uri="{FF2B5EF4-FFF2-40B4-BE49-F238E27FC236}">
                <a16:creationId xmlns:a16="http://schemas.microsoft.com/office/drawing/2014/main" id="{62B6884A-618B-455A-0167-D114BD4D53D8}"/>
              </a:ext>
            </a:extLst>
          </p:cNvPr>
          <p:cNvPicPr>
            <a:picLocks noChangeAspect="1"/>
          </p:cNvPicPr>
          <p:nvPr/>
        </p:nvPicPr>
        <p:blipFill>
          <a:blip r:embed="rId2"/>
          <a:srcRect l="18558" r="30442"/>
          <a:stretch/>
        </p:blipFill>
        <p:spPr>
          <a:xfrm>
            <a:off x="20" y="-1"/>
            <a:ext cx="4663420" cy="6858001"/>
          </a:xfrm>
          <a:prstGeom prst="rect">
            <a:avLst/>
          </a:prstGeom>
        </p:spPr>
      </p:pic>
      <p:sp>
        <p:nvSpPr>
          <p:cNvPr id="3" name="Content Placeholder 2">
            <a:extLst>
              <a:ext uri="{FF2B5EF4-FFF2-40B4-BE49-F238E27FC236}">
                <a16:creationId xmlns:a16="http://schemas.microsoft.com/office/drawing/2014/main" id="{E59E3861-4401-A357-7FE8-097F022F95DF}"/>
              </a:ext>
            </a:extLst>
          </p:cNvPr>
          <p:cNvSpPr>
            <a:spLocks noGrp="1"/>
          </p:cNvSpPr>
          <p:nvPr>
            <p:ph idx="1"/>
          </p:nvPr>
        </p:nvSpPr>
        <p:spPr>
          <a:xfrm>
            <a:off x="5248656" y="2221992"/>
            <a:ext cx="6236208" cy="3941064"/>
          </a:xfrm>
        </p:spPr>
        <p:txBody>
          <a:bodyPr>
            <a:normAutofit/>
          </a:bodyPr>
          <a:lstStyle/>
          <a:p>
            <a:pPr>
              <a:buFont typeface="Arial" panose="020B0604020202020204" pitchFamily="34" charset="0"/>
              <a:buChar char="•"/>
            </a:pPr>
            <a:r>
              <a:rPr lang="en-MY" dirty="0"/>
              <a:t>Cloud migration is the process of moving digital business operations into the cloud.</a:t>
            </a:r>
          </a:p>
          <a:p>
            <a:pPr>
              <a:buFont typeface="Arial" panose="020B0604020202020204" pitchFamily="34" charset="0"/>
              <a:buChar char="•"/>
            </a:pPr>
            <a:r>
              <a:rPr lang="en-MY" dirty="0"/>
              <a:t>Involves moving data, applications, and IT processes from on-premises or legacy infrastructure to a cloud-based environment.</a:t>
            </a:r>
          </a:p>
          <a:p>
            <a:pPr>
              <a:buFont typeface="Arial" panose="020B0604020202020204" pitchFamily="34" charset="0"/>
              <a:buChar char="•"/>
            </a:pPr>
            <a:r>
              <a:rPr lang="en-MY" dirty="0"/>
              <a:t>Can be done partially (hybrid) or fully (public/private cloud).</a:t>
            </a:r>
          </a:p>
          <a:p>
            <a:pPr marL="0" indent="0">
              <a:buNone/>
            </a:pPr>
            <a:endParaRPr lang="en-US" dirty="0"/>
          </a:p>
        </p:txBody>
      </p:sp>
    </p:spTree>
    <p:extLst>
      <p:ext uri="{BB962C8B-B14F-4D97-AF65-F5344CB8AC3E}">
        <p14:creationId xmlns:p14="http://schemas.microsoft.com/office/powerpoint/2010/main" val="35306855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2AC68-DDC7-DD79-8A46-F155456D9D08}"/>
              </a:ext>
            </a:extLst>
          </p:cNvPr>
          <p:cNvSpPr>
            <a:spLocks noGrp="1"/>
          </p:cNvSpPr>
          <p:nvPr>
            <p:ph type="title"/>
          </p:nvPr>
        </p:nvSpPr>
        <p:spPr>
          <a:xfrm>
            <a:off x="704088" y="914400"/>
            <a:ext cx="3914776" cy="3977269"/>
          </a:xfrm>
        </p:spPr>
        <p:txBody>
          <a:bodyPr>
            <a:normAutofit/>
          </a:bodyPr>
          <a:lstStyle/>
          <a:p>
            <a:r>
              <a:rPr lang="en-MY" b="1" dirty="0"/>
              <a:t>Reasons to Migrate to the Cloud</a:t>
            </a:r>
            <a:br>
              <a:rPr lang="en-MY" dirty="0"/>
            </a:br>
            <a:endParaRPr lang="en-US" dirty="0"/>
          </a:p>
        </p:txBody>
      </p:sp>
      <p:graphicFrame>
        <p:nvGraphicFramePr>
          <p:cNvPr id="5" name="Content Placeholder 2">
            <a:extLst>
              <a:ext uri="{FF2B5EF4-FFF2-40B4-BE49-F238E27FC236}">
                <a16:creationId xmlns:a16="http://schemas.microsoft.com/office/drawing/2014/main" id="{5D560688-DD3A-6B3B-8130-119DC804BDC6}"/>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060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66D89-E146-55E3-09C9-FFFC21615F02}"/>
              </a:ext>
            </a:extLst>
          </p:cNvPr>
          <p:cNvSpPr>
            <a:spLocks noGrp="1"/>
          </p:cNvSpPr>
          <p:nvPr>
            <p:ph type="title"/>
          </p:nvPr>
        </p:nvSpPr>
        <p:spPr>
          <a:xfrm>
            <a:off x="700087" y="909638"/>
            <a:ext cx="10691813" cy="1155618"/>
          </a:xfrm>
        </p:spPr>
        <p:txBody>
          <a:bodyPr>
            <a:normAutofit/>
          </a:bodyPr>
          <a:lstStyle/>
          <a:p>
            <a:pPr>
              <a:lnSpc>
                <a:spcPct val="90000"/>
              </a:lnSpc>
            </a:pPr>
            <a:r>
              <a:rPr lang="en-MY" sz="3700" b="1"/>
              <a:t>Types of Cloud Services</a:t>
            </a:r>
            <a:br>
              <a:rPr lang="en-MY" sz="3700"/>
            </a:br>
            <a:endParaRPr lang="en-US" sz="3700"/>
          </a:p>
        </p:txBody>
      </p:sp>
      <p:graphicFrame>
        <p:nvGraphicFramePr>
          <p:cNvPr id="5" name="Content Placeholder 2">
            <a:extLst>
              <a:ext uri="{FF2B5EF4-FFF2-40B4-BE49-F238E27FC236}">
                <a16:creationId xmlns:a16="http://schemas.microsoft.com/office/drawing/2014/main" id="{63861E33-F444-D476-1F74-5A425E793005}"/>
              </a:ext>
            </a:extLst>
          </p:cNvPr>
          <p:cNvGraphicFramePr>
            <a:graphicFrameLocks noGrp="1"/>
          </p:cNvGraphicFramePr>
          <p:nvPr>
            <p:ph idx="1"/>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49599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188B8-6DA4-4D7C-6E5F-C5BDE0FA0802}"/>
              </a:ext>
            </a:extLst>
          </p:cNvPr>
          <p:cNvSpPr>
            <a:spLocks noGrp="1"/>
          </p:cNvSpPr>
          <p:nvPr>
            <p:ph type="title"/>
          </p:nvPr>
        </p:nvSpPr>
        <p:spPr/>
        <p:txBody>
          <a:bodyPr>
            <a:normAutofit/>
          </a:bodyPr>
          <a:lstStyle/>
          <a:p>
            <a:r>
              <a:rPr lang="en-MY" b="1" dirty="0"/>
              <a:t>Popular Cloud Providers</a:t>
            </a:r>
            <a:br>
              <a:rPr lang="en-MY" dirty="0"/>
            </a:br>
            <a:endParaRPr lang="en-US" dirty="0"/>
          </a:p>
        </p:txBody>
      </p:sp>
      <p:sp>
        <p:nvSpPr>
          <p:cNvPr id="3" name="Content Placeholder 2">
            <a:extLst>
              <a:ext uri="{FF2B5EF4-FFF2-40B4-BE49-F238E27FC236}">
                <a16:creationId xmlns:a16="http://schemas.microsoft.com/office/drawing/2014/main" id="{1F2CFBAD-EC54-8694-B198-E33ED0B93D00}"/>
              </a:ext>
            </a:extLst>
          </p:cNvPr>
          <p:cNvSpPr>
            <a:spLocks noGrp="1"/>
          </p:cNvSpPr>
          <p:nvPr>
            <p:ph idx="1"/>
          </p:nvPr>
        </p:nvSpPr>
        <p:spPr/>
        <p:txBody>
          <a:bodyPr/>
          <a:lstStyle/>
          <a:p>
            <a:pPr>
              <a:buFont typeface="Arial" panose="020B0604020202020204" pitchFamily="34" charset="0"/>
              <a:buChar char="•"/>
            </a:pPr>
            <a:r>
              <a:rPr lang="en-MY" b="1" dirty="0"/>
              <a:t>Amazon Web Services (AWS):</a:t>
            </a:r>
            <a:r>
              <a:rPr lang="en-MY" dirty="0"/>
              <a:t> Leader in global cloud market.</a:t>
            </a:r>
          </a:p>
          <a:p>
            <a:pPr>
              <a:buFont typeface="Arial" panose="020B0604020202020204" pitchFamily="34" charset="0"/>
              <a:buChar char="•"/>
            </a:pPr>
            <a:r>
              <a:rPr lang="en-MY" b="1" dirty="0"/>
              <a:t>Microsoft Azure:</a:t>
            </a:r>
            <a:r>
              <a:rPr lang="en-MY" dirty="0"/>
              <a:t> Strong in hybrid cloud integration.</a:t>
            </a:r>
          </a:p>
          <a:p>
            <a:pPr>
              <a:buFont typeface="Arial" panose="020B0604020202020204" pitchFamily="34" charset="0"/>
              <a:buChar char="•"/>
            </a:pPr>
            <a:r>
              <a:rPr lang="en-MY" b="1" dirty="0"/>
              <a:t>Google Cloud Platform (GCP):</a:t>
            </a:r>
            <a:r>
              <a:rPr lang="en-MY" dirty="0"/>
              <a:t> Known for data analytics and AI tools.</a:t>
            </a:r>
          </a:p>
          <a:p>
            <a:pPr>
              <a:buFont typeface="Arial" panose="020B0604020202020204" pitchFamily="34" charset="0"/>
              <a:buChar char="•"/>
            </a:pPr>
            <a:r>
              <a:rPr lang="en-MY" b="1" dirty="0"/>
              <a:t>IBM Cloud, Oracle Cloud:</a:t>
            </a:r>
            <a:r>
              <a:rPr lang="en-MY" dirty="0"/>
              <a:t> Used in enterprise and legacy migration contexts.</a:t>
            </a:r>
          </a:p>
          <a:p>
            <a:pPr marL="0" indent="0">
              <a:buNone/>
            </a:pPr>
            <a:endParaRPr lang="en-US" dirty="0"/>
          </a:p>
        </p:txBody>
      </p:sp>
    </p:spTree>
    <p:extLst>
      <p:ext uri="{BB962C8B-B14F-4D97-AF65-F5344CB8AC3E}">
        <p14:creationId xmlns:p14="http://schemas.microsoft.com/office/powerpoint/2010/main" val="17752477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5C0E-359C-A51B-43AB-EC3BC9BD7816}"/>
              </a:ext>
            </a:extLst>
          </p:cNvPr>
          <p:cNvSpPr>
            <a:spLocks noGrp="1"/>
          </p:cNvSpPr>
          <p:nvPr>
            <p:ph type="title"/>
          </p:nvPr>
        </p:nvSpPr>
        <p:spPr>
          <a:xfrm>
            <a:off x="700087" y="909638"/>
            <a:ext cx="10691813" cy="1155618"/>
          </a:xfrm>
        </p:spPr>
        <p:txBody>
          <a:bodyPr>
            <a:normAutofit/>
          </a:bodyPr>
          <a:lstStyle/>
          <a:p>
            <a:pPr>
              <a:lnSpc>
                <a:spcPct val="90000"/>
              </a:lnSpc>
            </a:pPr>
            <a:r>
              <a:rPr lang="en-MY" sz="3700" b="1"/>
              <a:t>Key Challenges in Cloud Migration</a:t>
            </a:r>
            <a:br>
              <a:rPr lang="en-MY" sz="3700"/>
            </a:br>
            <a:endParaRPr lang="en-US" sz="3700"/>
          </a:p>
        </p:txBody>
      </p:sp>
      <p:graphicFrame>
        <p:nvGraphicFramePr>
          <p:cNvPr id="5" name="Content Placeholder 2">
            <a:extLst>
              <a:ext uri="{FF2B5EF4-FFF2-40B4-BE49-F238E27FC236}">
                <a16:creationId xmlns:a16="http://schemas.microsoft.com/office/drawing/2014/main" id="{CF6C9B39-7668-F90D-AA07-5C4500068879}"/>
              </a:ext>
            </a:extLst>
          </p:cNvPr>
          <p:cNvGraphicFramePr>
            <a:graphicFrameLocks noGrp="1"/>
          </p:cNvGraphicFramePr>
          <p:nvPr>
            <p:ph idx="1"/>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637523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BA869-2D14-BA86-D884-146CCD36237A}"/>
              </a:ext>
            </a:extLst>
          </p:cNvPr>
          <p:cNvSpPr>
            <a:spLocks noGrp="1"/>
          </p:cNvSpPr>
          <p:nvPr>
            <p:ph type="title"/>
          </p:nvPr>
        </p:nvSpPr>
        <p:spPr>
          <a:xfrm>
            <a:off x="704088" y="914400"/>
            <a:ext cx="3914776" cy="3977269"/>
          </a:xfrm>
        </p:spPr>
        <p:txBody>
          <a:bodyPr>
            <a:normAutofit/>
          </a:bodyPr>
          <a:lstStyle/>
          <a:p>
            <a:r>
              <a:rPr lang="en-MY" b="1" dirty="0"/>
              <a:t>Planning</a:t>
            </a:r>
            <a:br>
              <a:rPr lang="en-MY" dirty="0"/>
            </a:br>
            <a:endParaRPr lang="en-US" dirty="0"/>
          </a:p>
        </p:txBody>
      </p:sp>
      <p:graphicFrame>
        <p:nvGraphicFramePr>
          <p:cNvPr id="5" name="Content Placeholder 2">
            <a:extLst>
              <a:ext uri="{FF2B5EF4-FFF2-40B4-BE49-F238E27FC236}">
                <a16:creationId xmlns:a16="http://schemas.microsoft.com/office/drawing/2014/main" id="{E670DE42-BFDD-3876-D43F-A09B58E404BA}"/>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72704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AB328-E70E-3407-66A0-E7AC87661F59}"/>
              </a:ext>
            </a:extLst>
          </p:cNvPr>
          <p:cNvSpPr>
            <a:spLocks noGrp="1"/>
          </p:cNvSpPr>
          <p:nvPr>
            <p:ph type="title"/>
          </p:nvPr>
        </p:nvSpPr>
        <p:spPr>
          <a:xfrm>
            <a:off x="704088" y="914400"/>
            <a:ext cx="3914776" cy="3977269"/>
          </a:xfrm>
        </p:spPr>
        <p:txBody>
          <a:bodyPr>
            <a:normAutofit/>
          </a:bodyPr>
          <a:lstStyle/>
          <a:p>
            <a:r>
              <a:rPr lang="en-MY" b="1"/>
              <a:t>The 6 R’s of Cloud Migration</a:t>
            </a:r>
            <a:br>
              <a:rPr lang="en-MY"/>
            </a:br>
            <a:endParaRPr lang="en-US" dirty="0"/>
          </a:p>
        </p:txBody>
      </p:sp>
      <p:graphicFrame>
        <p:nvGraphicFramePr>
          <p:cNvPr id="5" name="Content Placeholder 2">
            <a:extLst>
              <a:ext uri="{FF2B5EF4-FFF2-40B4-BE49-F238E27FC236}">
                <a16:creationId xmlns:a16="http://schemas.microsoft.com/office/drawing/2014/main" id="{CD4890A3-5A4E-EE32-AA14-B5ACEA970E6B}"/>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95595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DC99-DE4A-D3F9-6A0F-B35BA592D72F}"/>
              </a:ext>
            </a:extLst>
          </p:cNvPr>
          <p:cNvSpPr>
            <a:spLocks noGrp="1"/>
          </p:cNvSpPr>
          <p:nvPr>
            <p:ph type="title"/>
          </p:nvPr>
        </p:nvSpPr>
        <p:spPr/>
        <p:txBody>
          <a:bodyPr>
            <a:normAutofit/>
          </a:bodyPr>
          <a:lstStyle/>
          <a:p>
            <a:r>
              <a:rPr lang="en-MY" b="1" dirty="0"/>
              <a:t>Rehost (Lift and Shift)</a:t>
            </a:r>
            <a:br>
              <a:rPr lang="en-MY" dirty="0"/>
            </a:br>
            <a:endParaRPr lang="en-US" dirty="0"/>
          </a:p>
        </p:txBody>
      </p:sp>
      <p:sp>
        <p:nvSpPr>
          <p:cNvPr id="3" name="Content Placeholder 2">
            <a:extLst>
              <a:ext uri="{FF2B5EF4-FFF2-40B4-BE49-F238E27FC236}">
                <a16:creationId xmlns:a16="http://schemas.microsoft.com/office/drawing/2014/main" id="{94E5059C-77AF-102D-0BC4-CD09E53567ED}"/>
              </a:ext>
            </a:extLst>
          </p:cNvPr>
          <p:cNvSpPr>
            <a:spLocks noGrp="1"/>
          </p:cNvSpPr>
          <p:nvPr>
            <p:ph idx="1"/>
          </p:nvPr>
        </p:nvSpPr>
        <p:spPr/>
        <p:txBody>
          <a:bodyPr/>
          <a:lstStyle/>
          <a:p>
            <a:pPr>
              <a:buFont typeface="Arial" panose="020B0604020202020204" pitchFamily="34" charset="0"/>
              <a:buChar char="•"/>
            </a:pPr>
            <a:r>
              <a:rPr lang="en-MY" dirty="0"/>
              <a:t>Move applications without modifying code.</a:t>
            </a:r>
          </a:p>
          <a:p>
            <a:pPr>
              <a:buFont typeface="Arial" panose="020B0604020202020204" pitchFamily="34" charset="0"/>
              <a:buChar char="•"/>
            </a:pPr>
            <a:r>
              <a:rPr lang="en-MY" dirty="0"/>
              <a:t>Typically faster and less expensive.</a:t>
            </a:r>
          </a:p>
          <a:p>
            <a:pPr>
              <a:buFont typeface="Arial" panose="020B0604020202020204" pitchFamily="34" charset="0"/>
              <a:buChar char="•"/>
            </a:pPr>
            <a:r>
              <a:rPr lang="en-MY" dirty="0"/>
              <a:t>Suitable for legacy systems that are hard to refactor.</a:t>
            </a:r>
          </a:p>
          <a:p>
            <a:pPr>
              <a:buFont typeface="Arial" panose="020B0604020202020204" pitchFamily="34" charset="0"/>
              <a:buChar char="•"/>
            </a:pPr>
            <a:endParaRPr lang="en-MY" dirty="0"/>
          </a:p>
          <a:p>
            <a:r>
              <a:rPr lang="en-MY" b="1" dirty="0"/>
              <a:t>Example:</a:t>
            </a:r>
            <a:r>
              <a:rPr lang="en-MY" dirty="0"/>
              <a:t> Moving a virtual machine from a local data </a:t>
            </a:r>
            <a:r>
              <a:rPr lang="en-MY" dirty="0" err="1"/>
              <a:t>center</a:t>
            </a:r>
            <a:r>
              <a:rPr lang="en-MY" dirty="0"/>
              <a:t> to AWS EC2.</a:t>
            </a:r>
          </a:p>
          <a:p>
            <a:pPr marL="0" indent="0">
              <a:buNone/>
            </a:pPr>
            <a:endParaRPr lang="en-MY" dirty="0"/>
          </a:p>
          <a:p>
            <a:pPr marL="0" indent="0">
              <a:buNone/>
            </a:pPr>
            <a:endParaRPr lang="en-US" dirty="0"/>
          </a:p>
        </p:txBody>
      </p:sp>
    </p:spTree>
    <p:extLst>
      <p:ext uri="{BB962C8B-B14F-4D97-AF65-F5344CB8AC3E}">
        <p14:creationId xmlns:p14="http://schemas.microsoft.com/office/powerpoint/2010/main" val="24709157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95D4-CC24-30EC-7ADF-EA306E692CCB}"/>
              </a:ext>
            </a:extLst>
          </p:cNvPr>
          <p:cNvSpPr>
            <a:spLocks noGrp="1"/>
          </p:cNvSpPr>
          <p:nvPr>
            <p:ph type="title"/>
          </p:nvPr>
        </p:nvSpPr>
        <p:spPr/>
        <p:txBody>
          <a:bodyPr>
            <a:normAutofit/>
          </a:bodyPr>
          <a:lstStyle/>
          <a:p>
            <a:r>
              <a:rPr lang="en-MY" b="1" dirty="0"/>
              <a:t>Refactor (</a:t>
            </a:r>
            <a:r>
              <a:rPr lang="en-MY" b="1" dirty="0" err="1"/>
              <a:t>Replatform</a:t>
            </a:r>
            <a:r>
              <a:rPr lang="en-MY" b="1" dirty="0"/>
              <a:t>)</a:t>
            </a:r>
            <a:br>
              <a:rPr lang="en-MY" dirty="0"/>
            </a:br>
            <a:endParaRPr lang="en-US" dirty="0"/>
          </a:p>
        </p:txBody>
      </p:sp>
      <p:sp>
        <p:nvSpPr>
          <p:cNvPr id="3" name="Content Placeholder 2">
            <a:extLst>
              <a:ext uri="{FF2B5EF4-FFF2-40B4-BE49-F238E27FC236}">
                <a16:creationId xmlns:a16="http://schemas.microsoft.com/office/drawing/2014/main" id="{E1D33EC2-0264-EF9F-222F-E18ACDA89657}"/>
              </a:ext>
            </a:extLst>
          </p:cNvPr>
          <p:cNvSpPr>
            <a:spLocks noGrp="1"/>
          </p:cNvSpPr>
          <p:nvPr>
            <p:ph idx="1"/>
          </p:nvPr>
        </p:nvSpPr>
        <p:spPr/>
        <p:txBody>
          <a:bodyPr/>
          <a:lstStyle/>
          <a:p>
            <a:pPr>
              <a:buFont typeface="Arial" panose="020B0604020202020204" pitchFamily="34" charset="0"/>
              <a:buChar char="•"/>
            </a:pPr>
            <a:r>
              <a:rPr lang="en-MY" dirty="0"/>
              <a:t>Make minimal changes to adapt the app to the cloud.</a:t>
            </a:r>
          </a:p>
          <a:p>
            <a:pPr>
              <a:buFont typeface="Arial" panose="020B0604020202020204" pitchFamily="34" charset="0"/>
              <a:buChar char="•"/>
            </a:pPr>
            <a:r>
              <a:rPr lang="en-MY" dirty="0"/>
              <a:t>Improve performance or scalability.</a:t>
            </a:r>
          </a:p>
          <a:p>
            <a:pPr>
              <a:buFont typeface="Arial" panose="020B0604020202020204" pitchFamily="34" charset="0"/>
              <a:buChar char="•"/>
            </a:pPr>
            <a:r>
              <a:rPr lang="en-MY" dirty="0"/>
              <a:t>Reuse existing code and frameworks.</a:t>
            </a:r>
          </a:p>
          <a:p>
            <a:endParaRPr lang="en-US" dirty="0"/>
          </a:p>
          <a:p>
            <a:pPr marL="0" indent="0">
              <a:buNone/>
            </a:pPr>
            <a:endParaRPr lang="en-US" dirty="0"/>
          </a:p>
          <a:p>
            <a:pPr marL="0" indent="0">
              <a:buNone/>
            </a:pPr>
            <a:r>
              <a:rPr lang="en-MY" b="1" dirty="0"/>
              <a:t>Example:</a:t>
            </a:r>
            <a:r>
              <a:rPr lang="en-MY" dirty="0"/>
              <a:t> Moving an app to a managed database or using container services.</a:t>
            </a:r>
          </a:p>
          <a:p>
            <a:pPr marL="0" indent="0">
              <a:buNone/>
            </a:pPr>
            <a:endParaRPr lang="en-US" dirty="0"/>
          </a:p>
        </p:txBody>
      </p:sp>
    </p:spTree>
    <p:extLst>
      <p:ext uri="{BB962C8B-B14F-4D97-AF65-F5344CB8AC3E}">
        <p14:creationId xmlns:p14="http://schemas.microsoft.com/office/powerpoint/2010/main" val="309733427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D0FD-FB38-B197-6C51-3653EC425773}"/>
              </a:ext>
            </a:extLst>
          </p:cNvPr>
          <p:cNvSpPr>
            <a:spLocks noGrp="1"/>
          </p:cNvSpPr>
          <p:nvPr>
            <p:ph type="title"/>
          </p:nvPr>
        </p:nvSpPr>
        <p:spPr/>
        <p:txBody>
          <a:bodyPr>
            <a:normAutofit/>
          </a:bodyPr>
          <a:lstStyle/>
          <a:p>
            <a:r>
              <a:rPr lang="en-MY" b="1" dirty="0"/>
              <a:t>Revise (Re-architect)</a:t>
            </a:r>
            <a:br>
              <a:rPr lang="en-MY" dirty="0"/>
            </a:br>
            <a:endParaRPr lang="en-US" dirty="0"/>
          </a:p>
        </p:txBody>
      </p:sp>
      <p:sp>
        <p:nvSpPr>
          <p:cNvPr id="3" name="Content Placeholder 2">
            <a:extLst>
              <a:ext uri="{FF2B5EF4-FFF2-40B4-BE49-F238E27FC236}">
                <a16:creationId xmlns:a16="http://schemas.microsoft.com/office/drawing/2014/main" id="{A2132DF1-0DD5-A6F6-9487-1C018771602B}"/>
              </a:ext>
            </a:extLst>
          </p:cNvPr>
          <p:cNvSpPr>
            <a:spLocks noGrp="1"/>
          </p:cNvSpPr>
          <p:nvPr>
            <p:ph idx="1"/>
          </p:nvPr>
        </p:nvSpPr>
        <p:spPr/>
        <p:txBody>
          <a:bodyPr/>
          <a:lstStyle/>
          <a:p>
            <a:pPr>
              <a:buFont typeface="Arial" panose="020B0604020202020204" pitchFamily="34" charset="0"/>
              <a:buChar char="•"/>
            </a:pPr>
            <a:r>
              <a:rPr lang="en-MY" dirty="0"/>
              <a:t>Modify or extend existing code base.</a:t>
            </a:r>
          </a:p>
          <a:p>
            <a:pPr>
              <a:buFont typeface="Arial" panose="020B0604020202020204" pitchFamily="34" charset="0"/>
              <a:buChar char="•"/>
            </a:pPr>
            <a:r>
              <a:rPr lang="en-MY" dirty="0"/>
              <a:t>Required when existing code is not optimized for cloud.</a:t>
            </a:r>
          </a:p>
          <a:p>
            <a:pPr>
              <a:buFont typeface="Arial" panose="020B0604020202020204" pitchFamily="34" charset="0"/>
              <a:buChar char="•"/>
            </a:pPr>
            <a:r>
              <a:rPr lang="en-MY" dirty="0"/>
              <a:t>Prepares for better long-term cloud-native benefits.</a:t>
            </a:r>
          </a:p>
          <a:p>
            <a:endParaRPr lang="en-US" dirty="0"/>
          </a:p>
          <a:p>
            <a:pPr marL="0" indent="0">
              <a:buNone/>
            </a:pPr>
            <a:r>
              <a:rPr lang="en-MY" b="1" dirty="0"/>
              <a:t>Example:</a:t>
            </a:r>
            <a:r>
              <a:rPr lang="en-MY" dirty="0"/>
              <a:t> Splitting a monolithic app into microservices.</a:t>
            </a:r>
          </a:p>
          <a:p>
            <a:pPr marL="0" indent="0">
              <a:buNone/>
            </a:pPr>
            <a:endParaRPr lang="en-US" dirty="0"/>
          </a:p>
        </p:txBody>
      </p:sp>
    </p:spTree>
    <p:extLst>
      <p:ext uri="{BB962C8B-B14F-4D97-AF65-F5344CB8AC3E}">
        <p14:creationId xmlns:p14="http://schemas.microsoft.com/office/powerpoint/2010/main" val="352571553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5F9F8-DB54-E169-224C-AD3B2443E3CB}"/>
              </a:ext>
            </a:extLst>
          </p:cNvPr>
          <p:cNvSpPr>
            <a:spLocks noGrp="1"/>
          </p:cNvSpPr>
          <p:nvPr>
            <p:ph type="title"/>
          </p:nvPr>
        </p:nvSpPr>
        <p:spPr/>
        <p:txBody>
          <a:bodyPr>
            <a:normAutofit/>
          </a:bodyPr>
          <a:lstStyle/>
          <a:p>
            <a:r>
              <a:rPr lang="en-MY" b="1" dirty="0"/>
              <a:t>Rebuild (Redesign from Scratch)</a:t>
            </a:r>
            <a:br>
              <a:rPr lang="en-MY" dirty="0"/>
            </a:br>
            <a:endParaRPr lang="en-US" dirty="0"/>
          </a:p>
        </p:txBody>
      </p:sp>
      <p:sp>
        <p:nvSpPr>
          <p:cNvPr id="3" name="Content Placeholder 2">
            <a:extLst>
              <a:ext uri="{FF2B5EF4-FFF2-40B4-BE49-F238E27FC236}">
                <a16:creationId xmlns:a16="http://schemas.microsoft.com/office/drawing/2014/main" id="{E2723B40-5FE7-1E0E-DE75-AB288963F9F7}"/>
              </a:ext>
            </a:extLst>
          </p:cNvPr>
          <p:cNvSpPr>
            <a:spLocks noGrp="1"/>
          </p:cNvSpPr>
          <p:nvPr>
            <p:ph idx="1"/>
          </p:nvPr>
        </p:nvSpPr>
        <p:spPr/>
        <p:txBody>
          <a:bodyPr/>
          <a:lstStyle/>
          <a:p>
            <a:pPr>
              <a:buFont typeface="Arial" panose="020B0604020202020204" pitchFamily="34" charset="0"/>
              <a:buChar char="•"/>
            </a:pPr>
            <a:r>
              <a:rPr lang="en-MY" dirty="0"/>
              <a:t>Complete rewrite of the application.</a:t>
            </a:r>
          </a:p>
          <a:p>
            <a:pPr>
              <a:buFont typeface="Arial" panose="020B0604020202020204" pitchFamily="34" charset="0"/>
              <a:buChar char="•"/>
            </a:pPr>
            <a:r>
              <a:rPr lang="en-MY" dirty="0"/>
              <a:t>Highest cost and time investment.</a:t>
            </a:r>
          </a:p>
          <a:p>
            <a:pPr>
              <a:buFont typeface="Arial" panose="020B0604020202020204" pitchFamily="34" charset="0"/>
              <a:buChar char="•"/>
            </a:pPr>
            <a:r>
              <a:rPr lang="en-MY" dirty="0"/>
              <a:t>Best option for outdated or inefficient legacy systems.</a:t>
            </a:r>
          </a:p>
          <a:p>
            <a:pPr marL="0" indent="0">
              <a:buNone/>
            </a:pPr>
            <a:endParaRPr lang="en-US" dirty="0"/>
          </a:p>
          <a:p>
            <a:pPr marL="0" indent="0">
              <a:buNone/>
            </a:pPr>
            <a:r>
              <a:rPr lang="en-MY" b="1" dirty="0"/>
              <a:t>Example:</a:t>
            </a:r>
            <a:r>
              <a:rPr lang="en-MY" dirty="0"/>
              <a:t> Rebuilding an HR system using cloud-native frameworks.</a:t>
            </a:r>
          </a:p>
          <a:p>
            <a:pPr marL="0" indent="0">
              <a:buNone/>
            </a:pPr>
            <a:endParaRPr lang="en-US" dirty="0"/>
          </a:p>
        </p:txBody>
      </p:sp>
    </p:spTree>
    <p:extLst>
      <p:ext uri="{BB962C8B-B14F-4D97-AF65-F5344CB8AC3E}">
        <p14:creationId xmlns:p14="http://schemas.microsoft.com/office/powerpoint/2010/main" val="38394339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7F9C1-DCC1-9FD9-4B01-A379470F962A}"/>
              </a:ext>
            </a:extLst>
          </p:cNvPr>
          <p:cNvSpPr>
            <a:spLocks noGrp="1"/>
          </p:cNvSpPr>
          <p:nvPr>
            <p:ph type="title"/>
          </p:nvPr>
        </p:nvSpPr>
        <p:spPr/>
        <p:txBody>
          <a:bodyPr>
            <a:normAutofit/>
          </a:bodyPr>
          <a:lstStyle/>
          <a:p>
            <a:r>
              <a:rPr lang="en-MY" b="1" dirty="0"/>
              <a:t>Replace (Drop and Shop)</a:t>
            </a:r>
            <a:br>
              <a:rPr lang="en-MY" dirty="0"/>
            </a:br>
            <a:endParaRPr lang="en-US" dirty="0"/>
          </a:p>
        </p:txBody>
      </p:sp>
      <p:sp>
        <p:nvSpPr>
          <p:cNvPr id="3" name="Content Placeholder 2">
            <a:extLst>
              <a:ext uri="{FF2B5EF4-FFF2-40B4-BE49-F238E27FC236}">
                <a16:creationId xmlns:a16="http://schemas.microsoft.com/office/drawing/2014/main" id="{76C4E7DE-F6C6-8894-89E0-61938A55D153}"/>
              </a:ext>
            </a:extLst>
          </p:cNvPr>
          <p:cNvSpPr>
            <a:spLocks noGrp="1"/>
          </p:cNvSpPr>
          <p:nvPr>
            <p:ph idx="1"/>
          </p:nvPr>
        </p:nvSpPr>
        <p:spPr/>
        <p:txBody>
          <a:bodyPr/>
          <a:lstStyle/>
          <a:p>
            <a:pPr>
              <a:buFont typeface="Arial" panose="020B0604020202020204" pitchFamily="34" charset="0"/>
              <a:buChar char="•"/>
            </a:pPr>
            <a:r>
              <a:rPr lang="en-MY" dirty="0"/>
              <a:t>Replace your in-house app with SaaS.</a:t>
            </a:r>
          </a:p>
          <a:p>
            <a:pPr>
              <a:buFont typeface="Arial" panose="020B0604020202020204" pitchFamily="34" charset="0"/>
              <a:buChar char="•"/>
            </a:pPr>
            <a:r>
              <a:rPr lang="en-MY" dirty="0"/>
              <a:t>Avoids development cost and effort.</a:t>
            </a:r>
          </a:p>
          <a:p>
            <a:pPr>
              <a:buFont typeface="Arial" panose="020B0604020202020204" pitchFamily="34" charset="0"/>
              <a:buChar char="•"/>
            </a:pPr>
            <a:r>
              <a:rPr lang="en-MY" dirty="0"/>
              <a:t>Fast deployment and maintenance.</a:t>
            </a:r>
          </a:p>
          <a:p>
            <a:endParaRPr lang="en-MY" b="1" dirty="0"/>
          </a:p>
          <a:p>
            <a:pPr marL="0" indent="0">
              <a:buNone/>
            </a:pPr>
            <a:r>
              <a:rPr lang="en-MY" b="1" dirty="0"/>
              <a:t>Example:</a:t>
            </a:r>
            <a:r>
              <a:rPr lang="en-MY" dirty="0"/>
              <a:t> Switching to Salesforce instead of running your own CRM.</a:t>
            </a:r>
          </a:p>
          <a:p>
            <a:endParaRPr lang="en-US" dirty="0"/>
          </a:p>
        </p:txBody>
      </p:sp>
    </p:spTree>
    <p:extLst>
      <p:ext uri="{BB962C8B-B14F-4D97-AF65-F5344CB8AC3E}">
        <p14:creationId xmlns:p14="http://schemas.microsoft.com/office/powerpoint/2010/main" val="228334063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E17B7-27EA-40F9-2897-53CC390E680E}"/>
              </a:ext>
            </a:extLst>
          </p:cNvPr>
          <p:cNvSpPr>
            <a:spLocks noGrp="1"/>
          </p:cNvSpPr>
          <p:nvPr>
            <p:ph type="title"/>
          </p:nvPr>
        </p:nvSpPr>
        <p:spPr/>
        <p:txBody>
          <a:bodyPr>
            <a:normAutofit/>
          </a:bodyPr>
          <a:lstStyle/>
          <a:p>
            <a:r>
              <a:rPr lang="en-MY" b="1" dirty="0"/>
              <a:t>Retire (Decommissioning)</a:t>
            </a:r>
            <a:br>
              <a:rPr lang="en-MY" dirty="0"/>
            </a:br>
            <a:endParaRPr lang="en-US" dirty="0"/>
          </a:p>
        </p:txBody>
      </p:sp>
      <p:sp>
        <p:nvSpPr>
          <p:cNvPr id="3" name="Content Placeholder 2">
            <a:extLst>
              <a:ext uri="{FF2B5EF4-FFF2-40B4-BE49-F238E27FC236}">
                <a16:creationId xmlns:a16="http://schemas.microsoft.com/office/drawing/2014/main" id="{B770955A-4072-0C06-F339-BBB8588D8CFB}"/>
              </a:ext>
            </a:extLst>
          </p:cNvPr>
          <p:cNvSpPr>
            <a:spLocks noGrp="1"/>
          </p:cNvSpPr>
          <p:nvPr>
            <p:ph idx="1"/>
          </p:nvPr>
        </p:nvSpPr>
        <p:spPr/>
        <p:txBody>
          <a:bodyPr/>
          <a:lstStyle/>
          <a:p>
            <a:pPr>
              <a:buFont typeface="Arial" panose="020B0604020202020204" pitchFamily="34" charset="0"/>
              <a:buChar char="•"/>
            </a:pPr>
            <a:r>
              <a:rPr lang="en-MY" dirty="0"/>
              <a:t>Identify and eliminate applications no longer needed.</a:t>
            </a:r>
          </a:p>
          <a:p>
            <a:pPr>
              <a:buFont typeface="Arial" panose="020B0604020202020204" pitchFamily="34" charset="0"/>
              <a:buChar char="•"/>
            </a:pPr>
            <a:r>
              <a:rPr lang="en-MY" dirty="0"/>
              <a:t>Frees up resources.</a:t>
            </a:r>
          </a:p>
          <a:p>
            <a:pPr>
              <a:buFont typeface="Arial" panose="020B0604020202020204" pitchFamily="34" charset="0"/>
              <a:buChar char="•"/>
            </a:pPr>
            <a:r>
              <a:rPr lang="en-MY" dirty="0"/>
              <a:t>Reduces complexity and cost.</a:t>
            </a:r>
          </a:p>
          <a:p>
            <a:pPr>
              <a:buFont typeface="Arial" panose="020B0604020202020204" pitchFamily="34" charset="0"/>
              <a:buChar char="•"/>
            </a:pPr>
            <a:endParaRPr lang="en-MY" b="1" dirty="0"/>
          </a:p>
          <a:p>
            <a:pPr marL="0" indent="0">
              <a:buNone/>
            </a:pPr>
            <a:r>
              <a:rPr lang="en-MY" b="1" dirty="0"/>
              <a:t>Example:</a:t>
            </a:r>
            <a:r>
              <a:rPr lang="en-MY" dirty="0"/>
              <a:t> Retiring an old reporting tool replaced by BI dashboards in cloud.</a:t>
            </a:r>
          </a:p>
          <a:p>
            <a:endParaRPr lang="en-US" dirty="0"/>
          </a:p>
        </p:txBody>
      </p:sp>
    </p:spTree>
    <p:extLst>
      <p:ext uri="{BB962C8B-B14F-4D97-AF65-F5344CB8AC3E}">
        <p14:creationId xmlns:p14="http://schemas.microsoft.com/office/powerpoint/2010/main" val="13995795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AE1E-F4A1-121A-0E86-13BCC733996E}"/>
              </a:ext>
            </a:extLst>
          </p:cNvPr>
          <p:cNvSpPr>
            <a:spLocks noGrp="1"/>
          </p:cNvSpPr>
          <p:nvPr>
            <p:ph type="title"/>
          </p:nvPr>
        </p:nvSpPr>
        <p:spPr>
          <a:xfrm>
            <a:off x="700087" y="909638"/>
            <a:ext cx="10691813" cy="1155618"/>
          </a:xfrm>
        </p:spPr>
        <p:txBody>
          <a:bodyPr>
            <a:normAutofit/>
          </a:bodyPr>
          <a:lstStyle/>
          <a:p>
            <a:pPr>
              <a:lnSpc>
                <a:spcPct val="90000"/>
              </a:lnSpc>
            </a:pPr>
            <a:r>
              <a:rPr lang="en-MY" sz="3700" b="1"/>
              <a:t>Steps to Cloud Migration</a:t>
            </a:r>
            <a:br>
              <a:rPr lang="en-MY" sz="3700"/>
            </a:br>
            <a:endParaRPr lang="en-US" sz="3700"/>
          </a:p>
        </p:txBody>
      </p:sp>
      <p:graphicFrame>
        <p:nvGraphicFramePr>
          <p:cNvPr id="16" name="Content Placeholder 2">
            <a:extLst>
              <a:ext uri="{FF2B5EF4-FFF2-40B4-BE49-F238E27FC236}">
                <a16:creationId xmlns:a16="http://schemas.microsoft.com/office/drawing/2014/main" id="{35D1BB6A-4AD9-B148-45D1-A9EFA9B8CB8E}"/>
              </a:ext>
            </a:extLst>
          </p:cNvPr>
          <p:cNvGraphicFramePr>
            <a:graphicFrameLocks noGrp="1"/>
          </p:cNvGraphicFramePr>
          <p:nvPr>
            <p:ph idx="1"/>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14982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DE490-CADC-6C95-F029-6E98AF12A3D9}"/>
              </a:ext>
            </a:extLst>
          </p:cNvPr>
          <p:cNvSpPr>
            <a:spLocks noGrp="1"/>
          </p:cNvSpPr>
          <p:nvPr>
            <p:ph type="title"/>
          </p:nvPr>
        </p:nvSpPr>
        <p:spPr>
          <a:xfrm>
            <a:off x="704088" y="914400"/>
            <a:ext cx="3914776" cy="3977269"/>
          </a:xfrm>
        </p:spPr>
        <p:txBody>
          <a:bodyPr>
            <a:normAutofit/>
          </a:bodyPr>
          <a:lstStyle/>
          <a:p>
            <a:r>
              <a:rPr lang="en-MY" b="1" dirty="0"/>
              <a:t>Step 1 - Create a Migration Strategy</a:t>
            </a:r>
            <a:br>
              <a:rPr lang="en-MY" dirty="0"/>
            </a:br>
            <a:endParaRPr lang="en-US" dirty="0"/>
          </a:p>
        </p:txBody>
      </p:sp>
      <p:graphicFrame>
        <p:nvGraphicFramePr>
          <p:cNvPr id="5" name="Content Placeholder 2">
            <a:extLst>
              <a:ext uri="{FF2B5EF4-FFF2-40B4-BE49-F238E27FC236}">
                <a16:creationId xmlns:a16="http://schemas.microsoft.com/office/drawing/2014/main" id="{83587C3C-F0B9-3D2E-0514-8D3BA5B15B59}"/>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44102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98AF-CFF1-3905-BA88-E737CC6D07BC}"/>
              </a:ext>
            </a:extLst>
          </p:cNvPr>
          <p:cNvSpPr>
            <a:spLocks noGrp="1"/>
          </p:cNvSpPr>
          <p:nvPr>
            <p:ph type="title"/>
          </p:nvPr>
        </p:nvSpPr>
        <p:spPr>
          <a:xfrm>
            <a:off x="704088" y="914400"/>
            <a:ext cx="3914776" cy="3977269"/>
          </a:xfrm>
        </p:spPr>
        <p:txBody>
          <a:bodyPr>
            <a:normAutofit/>
          </a:bodyPr>
          <a:lstStyle/>
          <a:p>
            <a:r>
              <a:rPr lang="en-MY" b="1" dirty="0"/>
              <a:t>Step 2 - Evaluate Applications and Data</a:t>
            </a:r>
            <a:br>
              <a:rPr lang="en-MY" dirty="0"/>
            </a:br>
            <a:endParaRPr lang="en-US" dirty="0"/>
          </a:p>
        </p:txBody>
      </p:sp>
      <p:graphicFrame>
        <p:nvGraphicFramePr>
          <p:cNvPr id="5" name="Content Placeholder 2">
            <a:extLst>
              <a:ext uri="{FF2B5EF4-FFF2-40B4-BE49-F238E27FC236}">
                <a16:creationId xmlns:a16="http://schemas.microsoft.com/office/drawing/2014/main" id="{4E3FF114-8007-DBF9-C24C-7E4CB86D6FD2}"/>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014639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54215-4E70-4047-8130-FB26BDFCFD89}"/>
              </a:ext>
            </a:extLst>
          </p:cNvPr>
          <p:cNvSpPr>
            <a:spLocks noGrp="1"/>
          </p:cNvSpPr>
          <p:nvPr>
            <p:ph type="title"/>
          </p:nvPr>
        </p:nvSpPr>
        <p:spPr>
          <a:xfrm>
            <a:off x="704088" y="914400"/>
            <a:ext cx="3914776" cy="3977269"/>
          </a:xfrm>
        </p:spPr>
        <p:txBody>
          <a:bodyPr>
            <a:normAutofit/>
          </a:bodyPr>
          <a:lstStyle/>
          <a:p>
            <a:r>
              <a:rPr lang="en-MY" b="1" dirty="0"/>
              <a:t>Step 3 - Choose the Right Cloud Provider</a:t>
            </a:r>
            <a:br>
              <a:rPr lang="en-MY" dirty="0"/>
            </a:br>
            <a:endParaRPr lang="en-US" dirty="0"/>
          </a:p>
        </p:txBody>
      </p:sp>
      <p:graphicFrame>
        <p:nvGraphicFramePr>
          <p:cNvPr id="5" name="Content Placeholder 2">
            <a:extLst>
              <a:ext uri="{FF2B5EF4-FFF2-40B4-BE49-F238E27FC236}">
                <a16:creationId xmlns:a16="http://schemas.microsoft.com/office/drawing/2014/main" id="{9B091A60-7FEF-8583-4860-7A38419ED9B3}"/>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569487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5C6B-3BD9-9CA3-6D20-505294F18D44}"/>
              </a:ext>
            </a:extLst>
          </p:cNvPr>
          <p:cNvSpPr>
            <a:spLocks noGrp="1"/>
          </p:cNvSpPr>
          <p:nvPr>
            <p:ph type="title"/>
          </p:nvPr>
        </p:nvSpPr>
        <p:spPr>
          <a:xfrm>
            <a:off x="704088" y="914400"/>
            <a:ext cx="3914776" cy="3977269"/>
          </a:xfrm>
        </p:spPr>
        <p:txBody>
          <a:bodyPr>
            <a:normAutofit/>
          </a:bodyPr>
          <a:lstStyle/>
          <a:p>
            <a:r>
              <a:rPr lang="en-MY" b="1" dirty="0"/>
              <a:t>Step 4 - Prepare the Environment</a:t>
            </a:r>
            <a:br>
              <a:rPr lang="en-MY" dirty="0"/>
            </a:br>
            <a:endParaRPr lang="en-US" dirty="0"/>
          </a:p>
        </p:txBody>
      </p:sp>
      <p:graphicFrame>
        <p:nvGraphicFramePr>
          <p:cNvPr id="5" name="Content Placeholder 2">
            <a:extLst>
              <a:ext uri="{FF2B5EF4-FFF2-40B4-BE49-F238E27FC236}">
                <a16:creationId xmlns:a16="http://schemas.microsoft.com/office/drawing/2014/main" id="{18DCDDDD-BCE3-F6FC-75B3-5C419338B100}"/>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451576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FC029-3021-7BED-E366-9BE9D27CCF6B}"/>
              </a:ext>
            </a:extLst>
          </p:cNvPr>
          <p:cNvSpPr>
            <a:spLocks noGrp="1"/>
          </p:cNvSpPr>
          <p:nvPr>
            <p:ph type="title"/>
          </p:nvPr>
        </p:nvSpPr>
        <p:spPr>
          <a:xfrm>
            <a:off x="704088" y="914400"/>
            <a:ext cx="3914776" cy="3977269"/>
          </a:xfrm>
        </p:spPr>
        <p:txBody>
          <a:bodyPr>
            <a:normAutofit/>
          </a:bodyPr>
          <a:lstStyle/>
          <a:p>
            <a:r>
              <a:rPr lang="en-MY" b="1" dirty="0"/>
              <a:t>Step 5 - Migrate and Test</a:t>
            </a:r>
            <a:br>
              <a:rPr lang="en-MY" dirty="0"/>
            </a:br>
            <a:endParaRPr lang="en-US" dirty="0"/>
          </a:p>
        </p:txBody>
      </p:sp>
      <p:graphicFrame>
        <p:nvGraphicFramePr>
          <p:cNvPr id="5" name="Content Placeholder 2">
            <a:extLst>
              <a:ext uri="{FF2B5EF4-FFF2-40B4-BE49-F238E27FC236}">
                <a16:creationId xmlns:a16="http://schemas.microsoft.com/office/drawing/2014/main" id="{BD1BC8BE-9AD6-E89E-EA00-A779DB3FCAAD}"/>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144246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02AEA-6B47-B46E-44AD-EB162CDCB810}"/>
              </a:ext>
            </a:extLst>
          </p:cNvPr>
          <p:cNvSpPr>
            <a:spLocks noGrp="1"/>
          </p:cNvSpPr>
          <p:nvPr>
            <p:ph type="title"/>
          </p:nvPr>
        </p:nvSpPr>
        <p:spPr>
          <a:xfrm>
            <a:off x="704088" y="914400"/>
            <a:ext cx="3914776" cy="3977269"/>
          </a:xfrm>
        </p:spPr>
        <p:txBody>
          <a:bodyPr>
            <a:normAutofit/>
          </a:bodyPr>
          <a:lstStyle/>
          <a:p>
            <a:r>
              <a:rPr lang="en-MY" b="1" dirty="0"/>
              <a:t>Step 6 - Monitor and Optimize</a:t>
            </a:r>
            <a:br>
              <a:rPr lang="en-MY" dirty="0"/>
            </a:br>
            <a:endParaRPr lang="en-US" dirty="0"/>
          </a:p>
        </p:txBody>
      </p:sp>
      <p:graphicFrame>
        <p:nvGraphicFramePr>
          <p:cNvPr id="5" name="Content Placeholder 2">
            <a:extLst>
              <a:ext uri="{FF2B5EF4-FFF2-40B4-BE49-F238E27FC236}">
                <a16:creationId xmlns:a16="http://schemas.microsoft.com/office/drawing/2014/main" id="{A0A916AA-73C8-14E9-D2BD-DCF97BF139A2}"/>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82479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CFD2B-090C-ACAD-3F4F-CA485267D5A5}"/>
              </a:ext>
            </a:extLst>
          </p:cNvPr>
          <p:cNvSpPr>
            <a:spLocks noGrp="1"/>
          </p:cNvSpPr>
          <p:nvPr>
            <p:ph type="title"/>
          </p:nvPr>
        </p:nvSpPr>
        <p:spPr/>
        <p:txBody>
          <a:bodyPr>
            <a:normAutofit/>
          </a:bodyPr>
          <a:lstStyle/>
          <a:p>
            <a:r>
              <a:rPr lang="en-MY" b="1" dirty="0"/>
              <a:t>Migration Tools &amp; Platforms</a:t>
            </a:r>
            <a:br>
              <a:rPr lang="en-MY" dirty="0"/>
            </a:br>
            <a:endParaRPr lang="en-US" dirty="0"/>
          </a:p>
        </p:txBody>
      </p:sp>
      <p:sp>
        <p:nvSpPr>
          <p:cNvPr id="3" name="Content Placeholder 2">
            <a:extLst>
              <a:ext uri="{FF2B5EF4-FFF2-40B4-BE49-F238E27FC236}">
                <a16:creationId xmlns:a16="http://schemas.microsoft.com/office/drawing/2014/main" id="{538076CD-1C9B-2144-FA49-6DB36C7E611B}"/>
              </a:ext>
            </a:extLst>
          </p:cNvPr>
          <p:cNvSpPr>
            <a:spLocks noGrp="1"/>
          </p:cNvSpPr>
          <p:nvPr>
            <p:ph idx="1"/>
          </p:nvPr>
        </p:nvSpPr>
        <p:spPr/>
        <p:txBody>
          <a:bodyPr/>
          <a:lstStyle/>
          <a:p>
            <a:pPr>
              <a:buFont typeface="Arial" panose="020B0604020202020204" pitchFamily="34" charset="0"/>
              <a:buChar char="•"/>
            </a:pPr>
            <a:r>
              <a:rPr lang="en-MY" b="1" dirty="0"/>
              <a:t>AWS Migration Hub</a:t>
            </a:r>
            <a:endParaRPr lang="en-MY" dirty="0"/>
          </a:p>
          <a:p>
            <a:pPr>
              <a:buFont typeface="Arial" panose="020B0604020202020204" pitchFamily="34" charset="0"/>
              <a:buChar char="•"/>
            </a:pPr>
            <a:r>
              <a:rPr lang="en-MY" b="1" dirty="0"/>
              <a:t>Azure Migrate</a:t>
            </a:r>
            <a:endParaRPr lang="en-MY" dirty="0"/>
          </a:p>
          <a:p>
            <a:pPr>
              <a:buFont typeface="Arial" panose="020B0604020202020204" pitchFamily="34" charset="0"/>
              <a:buChar char="•"/>
            </a:pPr>
            <a:r>
              <a:rPr lang="en-MY" b="1" dirty="0"/>
              <a:t>Google Migrate for Compute Engine</a:t>
            </a:r>
            <a:endParaRPr lang="en-MY" dirty="0"/>
          </a:p>
          <a:p>
            <a:pPr>
              <a:buFont typeface="Arial" panose="020B0604020202020204" pitchFamily="34" charset="0"/>
              <a:buChar char="•"/>
            </a:pPr>
            <a:r>
              <a:rPr lang="en-MY" b="1" dirty="0" err="1"/>
              <a:t>CloudEndure</a:t>
            </a:r>
            <a:r>
              <a:rPr lang="en-MY" b="1" dirty="0"/>
              <a:t>, </a:t>
            </a:r>
            <a:r>
              <a:rPr lang="en-MY" b="1" dirty="0" err="1"/>
              <a:t>Velostrata</a:t>
            </a:r>
            <a:endParaRPr lang="en-MY" dirty="0"/>
          </a:p>
          <a:p>
            <a:pPr marL="0" indent="0">
              <a:buNone/>
            </a:pPr>
            <a:endParaRPr lang="en-US" dirty="0"/>
          </a:p>
        </p:txBody>
      </p:sp>
    </p:spTree>
    <p:extLst>
      <p:ext uri="{BB962C8B-B14F-4D97-AF65-F5344CB8AC3E}">
        <p14:creationId xmlns:p14="http://schemas.microsoft.com/office/powerpoint/2010/main" val="254416465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7F57F-8462-4775-1E79-FFAC02A2DCA8}"/>
              </a:ext>
            </a:extLst>
          </p:cNvPr>
          <p:cNvSpPr>
            <a:spLocks noGrp="1"/>
          </p:cNvSpPr>
          <p:nvPr>
            <p:ph type="title"/>
          </p:nvPr>
        </p:nvSpPr>
        <p:spPr/>
        <p:txBody>
          <a:bodyPr>
            <a:normAutofit/>
          </a:bodyPr>
          <a:lstStyle/>
          <a:p>
            <a:r>
              <a:rPr lang="en-MY" b="1" dirty="0"/>
              <a:t>Limitations That Deter Adoption</a:t>
            </a:r>
            <a:br>
              <a:rPr lang="en-MY" dirty="0"/>
            </a:br>
            <a:endParaRPr lang="en-US" dirty="0"/>
          </a:p>
        </p:txBody>
      </p:sp>
      <p:graphicFrame>
        <p:nvGraphicFramePr>
          <p:cNvPr id="5" name="Content Placeholder 2">
            <a:extLst>
              <a:ext uri="{FF2B5EF4-FFF2-40B4-BE49-F238E27FC236}">
                <a16:creationId xmlns:a16="http://schemas.microsoft.com/office/drawing/2014/main" id="{3268BB91-7F15-16F0-AE9F-AF92C60A6C71}"/>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27606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9165F-479B-8E45-1859-DB849CB9D17E}"/>
              </a:ext>
            </a:extLst>
          </p:cNvPr>
          <p:cNvSpPr>
            <a:spLocks noGrp="1"/>
          </p:cNvSpPr>
          <p:nvPr>
            <p:ph type="title"/>
          </p:nvPr>
        </p:nvSpPr>
        <p:spPr/>
        <p:txBody>
          <a:bodyPr>
            <a:normAutofit/>
          </a:bodyPr>
          <a:lstStyle/>
          <a:p>
            <a:r>
              <a:rPr lang="en-MY" b="1" dirty="0"/>
              <a:t>Cloud Integration Types</a:t>
            </a:r>
            <a:br>
              <a:rPr lang="en-MY" dirty="0"/>
            </a:br>
            <a:endParaRPr lang="en-US" dirty="0"/>
          </a:p>
        </p:txBody>
      </p:sp>
      <p:graphicFrame>
        <p:nvGraphicFramePr>
          <p:cNvPr id="5" name="Content Placeholder 2">
            <a:extLst>
              <a:ext uri="{FF2B5EF4-FFF2-40B4-BE49-F238E27FC236}">
                <a16:creationId xmlns:a16="http://schemas.microsoft.com/office/drawing/2014/main" id="{92705BF6-059E-AAA3-D70A-02636E565434}"/>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20738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71F0-74ED-6EE2-46FD-D40C06C4ECAE}"/>
              </a:ext>
            </a:extLst>
          </p:cNvPr>
          <p:cNvSpPr>
            <a:spLocks noGrp="1"/>
          </p:cNvSpPr>
          <p:nvPr>
            <p:ph type="title"/>
          </p:nvPr>
        </p:nvSpPr>
        <p:spPr/>
        <p:txBody>
          <a:bodyPr>
            <a:normAutofit/>
          </a:bodyPr>
          <a:lstStyle/>
          <a:p>
            <a:r>
              <a:rPr lang="en-MY" b="1" dirty="0"/>
              <a:t>Data Integration</a:t>
            </a:r>
            <a:br>
              <a:rPr lang="en-MY" dirty="0"/>
            </a:br>
            <a:endParaRPr lang="en-US" dirty="0"/>
          </a:p>
        </p:txBody>
      </p:sp>
      <p:sp>
        <p:nvSpPr>
          <p:cNvPr id="3" name="Content Placeholder 2">
            <a:extLst>
              <a:ext uri="{FF2B5EF4-FFF2-40B4-BE49-F238E27FC236}">
                <a16:creationId xmlns:a16="http://schemas.microsoft.com/office/drawing/2014/main" id="{70A0D947-EF5F-CEC9-4502-52F8FCBD55F0}"/>
              </a:ext>
            </a:extLst>
          </p:cNvPr>
          <p:cNvSpPr>
            <a:spLocks noGrp="1"/>
          </p:cNvSpPr>
          <p:nvPr>
            <p:ph idx="1"/>
          </p:nvPr>
        </p:nvSpPr>
        <p:spPr/>
        <p:txBody>
          <a:bodyPr/>
          <a:lstStyle/>
          <a:p>
            <a:pPr>
              <a:buFont typeface="Arial" panose="020B0604020202020204" pitchFamily="34" charset="0"/>
              <a:buChar char="•"/>
            </a:pPr>
            <a:r>
              <a:rPr lang="en-MY" dirty="0"/>
              <a:t>Combines data from different sources into a single, unified view.</a:t>
            </a:r>
          </a:p>
          <a:p>
            <a:pPr>
              <a:buFont typeface="Arial" panose="020B0604020202020204" pitchFamily="34" charset="0"/>
              <a:buChar char="•"/>
            </a:pPr>
            <a:r>
              <a:rPr lang="en-MY" dirty="0"/>
              <a:t>Supports real-time or batch synchronization between databases and storage.</a:t>
            </a:r>
          </a:p>
          <a:p>
            <a:pPr>
              <a:buFont typeface="Arial" panose="020B0604020202020204" pitchFamily="34" charset="0"/>
              <a:buChar char="•"/>
            </a:pPr>
            <a:r>
              <a:rPr lang="en-MY" dirty="0"/>
              <a:t>Ensures consistency, quality, and availability of business-critical data.</a:t>
            </a:r>
          </a:p>
          <a:p>
            <a:pPr marL="0" indent="0">
              <a:buNone/>
            </a:pPr>
            <a:endParaRPr lang="en-MY" b="1" dirty="0"/>
          </a:p>
          <a:p>
            <a:pPr marL="0" indent="0">
              <a:buNone/>
            </a:pPr>
            <a:r>
              <a:rPr lang="en-MY" b="1" dirty="0"/>
              <a:t>Example:</a:t>
            </a:r>
            <a:r>
              <a:rPr lang="en-MY" dirty="0"/>
              <a:t> Syncing product inventory data between a cloud-based e-commerce platform and an on-premises ERP system.</a:t>
            </a:r>
          </a:p>
          <a:p>
            <a:endParaRPr lang="en-US" dirty="0"/>
          </a:p>
        </p:txBody>
      </p:sp>
    </p:spTree>
    <p:extLst>
      <p:ext uri="{BB962C8B-B14F-4D97-AF65-F5344CB8AC3E}">
        <p14:creationId xmlns:p14="http://schemas.microsoft.com/office/powerpoint/2010/main" val="126362058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CC3B-FD14-EE62-CA5A-E1CC39C22535}"/>
              </a:ext>
            </a:extLst>
          </p:cNvPr>
          <p:cNvSpPr>
            <a:spLocks noGrp="1"/>
          </p:cNvSpPr>
          <p:nvPr>
            <p:ph type="title"/>
          </p:nvPr>
        </p:nvSpPr>
        <p:spPr/>
        <p:txBody>
          <a:bodyPr>
            <a:normAutofit/>
          </a:bodyPr>
          <a:lstStyle/>
          <a:p>
            <a:r>
              <a:rPr lang="en-MY" b="1" dirty="0"/>
              <a:t>Application Integration</a:t>
            </a:r>
            <a:br>
              <a:rPr lang="en-MY" dirty="0"/>
            </a:br>
            <a:endParaRPr lang="en-US" dirty="0"/>
          </a:p>
        </p:txBody>
      </p:sp>
      <p:sp>
        <p:nvSpPr>
          <p:cNvPr id="3" name="Content Placeholder 2">
            <a:extLst>
              <a:ext uri="{FF2B5EF4-FFF2-40B4-BE49-F238E27FC236}">
                <a16:creationId xmlns:a16="http://schemas.microsoft.com/office/drawing/2014/main" id="{FF956130-D092-3742-E592-FAD757E97752}"/>
              </a:ext>
            </a:extLst>
          </p:cNvPr>
          <p:cNvSpPr>
            <a:spLocks noGrp="1"/>
          </p:cNvSpPr>
          <p:nvPr>
            <p:ph idx="1"/>
          </p:nvPr>
        </p:nvSpPr>
        <p:spPr/>
        <p:txBody>
          <a:bodyPr/>
          <a:lstStyle/>
          <a:p>
            <a:pPr>
              <a:buFont typeface="Arial" panose="020B0604020202020204" pitchFamily="34" charset="0"/>
              <a:buChar char="•"/>
            </a:pPr>
            <a:r>
              <a:rPr lang="en-MY" dirty="0"/>
              <a:t>Connects different applications to work together.</a:t>
            </a:r>
          </a:p>
          <a:p>
            <a:pPr>
              <a:buFont typeface="Arial" panose="020B0604020202020204" pitchFamily="34" charset="0"/>
              <a:buChar char="•"/>
            </a:pPr>
            <a:r>
              <a:rPr lang="en-MY" dirty="0"/>
              <a:t>Facilitates communication and data exchange across platforms.</a:t>
            </a:r>
          </a:p>
          <a:p>
            <a:pPr>
              <a:buFont typeface="Arial" panose="020B0604020202020204" pitchFamily="34" charset="0"/>
              <a:buChar char="•"/>
            </a:pPr>
            <a:r>
              <a:rPr lang="en-MY" dirty="0"/>
              <a:t>Enables automation of workflows that span multiple systems.</a:t>
            </a:r>
          </a:p>
          <a:p>
            <a:pPr marL="0" indent="0">
              <a:buNone/>
            </a:pPr>
            <a:endParaRPr lang="en-MY" b="1" dirty="0"/>
          </a:p>
          <a:p>
            <a:pPr marL="0" indent="0">
              <a:buNone/>
            </a:pPr>
            <a:r>
              <a:rPr lang="en-MY" b="1" dirty="0"/>
              <a:t>Example:</a:t>
            </a:r>
            <a:r>
              <a:rPr lang="en-MY" dirty="0"/>
              <a:t> Integrating Salesforce (CRM) with Mailchimp (Email Marketing) to auto-send customer emails after a sales update.</a:t>
            </a:r>
          </a:p>
          <a:p>
            <a:endParaRPr lang="en-US" dirty="0"/>
          </a:p>
        </p:txBody>
      </p:sp>
    </p:spTree>
    <p:extLst>
      <p:ext uri="{BB962C8B-B14F-4D97-AF65-F5344CB8AC3E}">
        <p14:creationId xmlns:p14="http://schemas.microsoft.com/office/powerpoint/2010/main" val="99558192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E029-2F82-CCF6-EBBE-179264E29EAE}"/>
              </a:ext>
            </a:extLst>
          </p:cNvPr>
          <p:cNvSpPr>
            <a:spLocks noGrp="1"/>
          </p:cNvSpPr>
          <p:nvPr>
            <p:ph type="title"/>
          </p:nvPr>
        </p:nvSpPr>
        <p:spPr/>
        <p:txBody>
          <a:bodyPr>
            <a:normAutofit/>
          </a:bodyPr>
          <a:lstStyle/>
          <a:p>
            <a:r>
              <a:rPr lang="en-MY" b="1" dirty="0"/>
              <a:t>Process Integration</a:t>
            </a:r>
            <a:br>
              <a:rPr lang="en-MY" dirty="0"/>
            </a:br>
            <a:endParaRPr lang="en-US" dirty="0"/>
          </a:p>
        </p:txBody>
      </p:sp>
      <p:sp>
        <p:nvSpPr>
          <p:cNvPr id="3" name="Content Placeholder 2">
            <a:extLst>
              <a:ext uri="{FF2B5EF4-FFF2-40B4-BE49-F238E27FC236}">
                <a16:creationId xmlns:a16="http://schemas.microsoft.com/office/drawing/2014/main" id="{BD219247-8ED9-FE32-7D8D-90553C47DA23}"/>
              </a:ext>
            </a:extLst>
          </p:cNvPr>
          <p:cNvSpPr>
            <a:spLocks noGrp="1"/>
          </p:cNvSpPr>
          <p:nvPr>
            <p:ph idx="1"/>
          </p:nvPr>
        </p:nvSpPr>
        <p:spPr/>
        <p:txBody>
          <a:bodyPr/>
          <a:lstStyle/>
          <a:p>
            <a:pPr>
              <a:buFont typeface="Arial" panose="020B0604020202020204" pitchFamily="34" charset="0"/>
              <a:buChar char="•"/>
            </a:pPr>
            <a:r>
              <a:rPr lang="en-MY" dirty="0"/>
              <a:t>Aligns business processes across applications and departments.</a:t>
            </a:r>
          </a:p>
          <a:p>
            <a:pPr>
              <a:buFont typeface="Arial" panose="020B0604020202020204" pitchFamily="34" charset="0"/>
              <a:buChar char="•"/>
            </a:pPr>
            <a:r>
              <a:rPr lang="en-MY" dirty="0"/>
              <a:t>Streamlines multi-step workflows that depend on input/output from different systems.</a:t>
            </a:r>
          </a:p>
          <a:p>
            <a:pPr>
              <a:buFont typeface="Arial" panose="020B0604020202020204" pitchFamily="34" charset="0"/>
              <a:buChar char="•"/>
            </a:pPr>
            <a:r>
              <a:rPr lang="en-MY" dirty="0"/>
              <a:t>Often managed through orchestration or Business Process Management (BPM) tools.</a:t>
            </a:r>
          </a:p>
          <a:p>
            <a:pPr marL="0" indent="0">
              <a:buNone/>
            </a:pPr>
            <a:endParaRPr lang="en-MY" b="1" dirty="0"/>
          </a:p>
          <a:p>
            <a:pPr marL="0" indent="0">
              <a:buNone/>
            </a:pPr>
            <a:r>
              <a:rPr lang="en-MY" b="1" dirty="0"/>
              <a:t>Example:</a:t>
            </a:r>
            <a:r>
              <a:rPr lang="en-MY" dirty="0"/>
              <a:t> An order placed on an e-commerce platform triggers inventory check, invoicing, and shipment tracking—spanning several apps.</a:t>
            </a:r>
          </a:p>
          <a:p>
            <a:endParaRPr lang="en-US" dirty="0"/>
          </a:p>
        </p:txBody>
      </p:sp>
    </p:spTree>
    <p:extLst>
      <p:ext uri="{BB962C8B-B14F-4D97-AF65-F5344CB8AC3E}">
        <p14:creationId xmlns:p14="http://schemas.microsoft.com/office/powerpoint/2010/main" val="18009536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2037-1700-1F68-B196-E2644704D026}"/>
              </a:ext>
            </a:extLst>
          </p:cNvPr>
          <p:cNvSpPr>
            <a:spLocks noGrp="1"/>
          </p:cNvSpPr>
          <p:nvPr>
            <p:ph type="title"/>
          </p:nvPr>
        </p:nvSpPr>
        <p:spPr/>
        <p:txBody>
          <a:bodyPr>
            <a:normAutofit/>
          </a:bodyPr>
          <a:lstStyle/>
          <a:p>
            <a:r>
              <a:rPr lang="en-MY" b="1" dirty="0"/>
              <a:t>Requirements for Integration</a:t>
            </a:r>
            <a:br>
              <a:rPr lang="en-MY" dirty="0"/>
            </a:br>
            <a:endParaRPr lang="en-US" dirty="0"/>
          </a:p>
        </p:txBody>
      </p:sp>
      <p:graphicFrame>
        <p:nvGraphicFramePr>
          <p:cNvPr id="5" name="Content Placeholder 2">
            <a:extLst>
              <a:ext uri="{FF2B5EF4-FFF2-40B4-BE49-F238E27FC236}">
                <a16:creationId xmlns:a16="http://schemas.microsoft.com/office/drawing/2014/main" id="{90330478-1B3C-3FE1-0B1C-78E8849F0914}"/>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56646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00E88-46C6-2171-B60F-416F710066F3}"/>
              </a:ext>
            </a:extLst>
          </p:cNvPr>
          <p:cNvSpPr>
            <a:spLocks noGrp="1"/>
          </p:cNvSpPr>
          <p:nvPr>
            <p:ph type="title"/>
          </p:nvPr>
        </p:nvSpPr>
        <p:spPr>
          <a:xfrm>
            <a:off x="704088" y="914400"/>
            <a:ext cx="3914776" cy="3977269"/>
          </a:xfrm>
        </p:spPr>
        <p:txBody>
          <a:bodyPr>
            <a:normAutofit/>
          </a:bodyPr>
          <a:lstStyle/>
          <a:p>
            <a:r>
              <a:rPr lang="en-MY" b="1" dirty="0"/>
              <a:t>Attributes of Integration Platforms</a:t>
            </a:r>
            <a:br>
              <a:rPr lang="en-MY" dirty="0"/>
            </a:br>
            <a:endParaRPr lang="en-US" dirty="0"/>
          </a:p>
        </p:txBody>
      </p:sp>
      <p:graphicFrame>
        <p:nvGraphicFramePr>
          <p:cNvPr id="5" name="Content Placeholder 2">
            <a:extLst>
              <a:ext uri="{FF2B5EF4-FFF2-40B4-BE49-F238E27FC236}">
                <a16:creationId xmlns:a16="http://schemas.microsoft.com/office/drawing/2014/main" id="{E81EC620-1A89-F020-34F9-FDEF66E34C26}"/>
              </a:ext>
            </a:extLst>
          </p:cNvPr>
          <p:cNvGraphicFramePr>
            <a:graphicFrameLocks noGrp="1"/>
          </p:cNvGraphicFramePr>
          <p:nvPr>
            <p:ph idx="1"/>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394548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67662-E854-0E52-80B9-5DD92C383394}"/>
              </a:ext>
            </a:extLst>
          </p:cNvPr>
          <p:cNvSpPr>
            <a:spLocks noGrp="1"/>
          </p:cNvSpPr>
          <p:nvPr>
            <p:ph type="title"/>
          </p:nvPr>
        </p:nvSpPr>
        <p:spPr/>
        <p:txBody>
          <a:bodyPr>
            <a:normAutofit/>
          </a:bodyPr>
          <a:lstStyle/>
          <a:p>
            <a:r>
              <a:rPr lang="en-MY" b="1" dirty="0"/>
              <a:t>What is Jitterbit Integration Server?</a:t>
            </a:r>
            <a:br>
              <a:rPr lang="en-MY" dirty="0"/>
            </a:br>
            <a:endParaRPr lang="en-US" dirty="0"/>
          </a:p>
        </p:txBody>
      </p:sp>
      <p:graphicFrame>
        <p:nvGraphicFramePr>
          <p:cNvPr id="5" name="Content Placeholder 2">
            <a:extLst>
              <a:ext uri="{FF2B5EF4-FFF2-40B4-BE49-F238E27FC236}">
                <a16:creationId xmlns:a16="http://schemas.microsoft.com/office/drawing/2014/main" id="{98A84ED5-0A9A-23ED-40BD-C9A7C3BB0A8E}"/>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34841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E03D-2C9A-868A-3441-9807BC3431DD}"/>
              </a:ext>
            </a:extLst>
          </p:cNvPr>
          <p:cNvSpPr>
            <a:spLocks noGrp="1"/>
          </p:cNvSpPr>
          <p:nvPr>
            <p:ph type="title"/>
          </p:nvPr>
        </p:nvSpPr>
        <p:spPr>
          <a:xfrm>
            <a:off x="5248656" y="914400"/>
            <a:ext cx="6236208" cy="1307592"/>
          </a:xfrm>
        </p:spPr>
        <p:txBody>
          <a:bodyPr>
            <a:normAutofit/>
          </a:bodyPr>
          <a:lstStyle/>
          <a:p>
            <a:r>
              <a:rPr lang="en-MY" sz="3700" b="1"/>
              <a:t>Risks in Cloud Migration</a:t>
            </a:r>
            <a:br>
              <a:rPr lang="en-MY" sz="3700"/>
            </a:br>
            <a:endParaRPr lang="en-US" sz="3700"/>
          </a:p>
        </p:txBody>
      </p:sp>
      <p:pic>
        <p:nvPicPr>
          <p:cNvPr id="5" name="Picture 4" descr="Padlock on computer motherboard">
            <a:extLst>
              <a:ext uri="{FF2B5EF4-FFF2-40B4-BE49-F238E27FC236}">
                <a16:creationId xmlns:a16="http://schemas.microsoft.com/office/drawing/2014/main" id="{0CC20A0E-103B-B95A-A213-DF5E507EFF51}"/>
              </a:ext>
            </a:extLst>
          </p:cNvPr>
          <p:cNvPicPr>
            <a:picLocks noChangeAspect="1"/>
          </p:cNvPicPr>
          <p:nvPr/>
        </p:nvPicPr>
        <p:blipFill>
          <a:blip r:embed="rId2"/>
          <a:srcRect l="21447" r="33163" b="-2"/>
          <a:stretch/>
        </p:blipFill>
        <p:spPr>
          <a:xfrm>
            <a:off x="20" y="-1"/>
            <a:ext cx="4663420" cy="6858001"/>
          </a:xfrm>
          <a:prstGeom prst="rect">
            <a:avLst/>
          </a:prstGeom>
        </p:spPr>
      </p:pic>
      <p:sp>
        <p:nvSpPr>
          <p:cNvPr id="3" name="Content Placeholder 2">
            <a:extLst>
              <a:ext uri="{FF2B5EF4-FFF2-40B4-BE49-F238E27FC236}">
                <a16:creationId xmlns:a16="http://schemas.microsoft.com/office/drawing/2014/main" id="{E5318E7E-918E-5405-04F9-E65B73DBCC5A}"/>
              </a:ext>
            </a:extLst>
          </p:cNvPr>
          <p:cNvSpPr>
            <a:spLocks noGrp="1"/>
          </p:cNvSpPr>
          <p:nvPr>
            <p:ph idx="1"/>
          </p:nvPr>
        </p:nvSpPr>
        <p:spPr>
          <a:xfrm>
            <a:off x="5248656" y="2221992"/>
            <a:ext cx="6236208" cy="3941064"/>
          </a:xfrm>
        </p:spPr>
        <p:txBody>
          <a:bodyPr>
            <a:normAutofit/>
          </a:bodyPr>
          <a:lstStyle/>
          <a:p>
            <a:pPr>
              <a:buFont typeface="Arial" panose="020B0604020202020204" pitchFamily="34" charset="0"/>
              <a:buChar char="•"/>
            </a:pPr>
            <a:r>
              <a:rPr lang="en-MY" b="1" dirty="0"/>
              <a:t>Vendor Lock-in</a:t>
            </a:r>
            <a:endParaRPr lang="en-MY" dirty="0"/>
          </a:p>
          <a:p>
            <a:pPr>
              <a:buFont typeface="Arial" panose="020B0604020202020204" pitchFamily="34" charset="0"/>
              <a:buChar char="•"/>
            </a:pPr>
            <a:r>
              <a:rPr lang="en-MY" b="1" dirty="0"/>
              <a:t>Budget Overruns</a:t>
            </a:r>
            <a:endParaRPr lang="en-MY" dirty="0"/>
          </a:p>
          <a:p>
            <a:pPr>
              <a:buFont typeface="Arial" panose="020B0604020202020204" pitchFamily="34" charset="0"/>
              <a:buChar char="•"/>
            </a:pPr>
            <a:r>
              <a:rPr lang="en-MY" b="1" dirty="0"/>
              <a:t>Service Disruptions</a:t>
            </a:r>
            <a:endParaRPr lang="en-MY" dirty="0"/>
          </a:p>
          <a:p>
            <a:pPr>
              <a:buFont typeface="Arial" panose="020B0604020202020204" pitchFamily="34" charset="0"/>
              <a:buChar char="•"/>
            </a:pPr>
            <a:r>
              <a:rPr lang="en-MY" b="1" dirty="0"/>
              <a:t>Loss of Governance</a:t>
            </a:r>
            <a:endParaRPr lang="en-MY" dirty="0"/>
          </a:p>
          <a:p>
            <a:pPr>
              <a:buFont typeface="Arial" panose="020B0604020202020204" pitchFamily="34" charset="0"/>
              <a:buChar char="•"/>
            </a:pPr>
            <a:r>
              <a:rPr lang="en-MY" b="1" dirty="0"/>
              <a:t>Incompatibility</a:t>
            </a:r>
            <a:endParaRPr lang="en-MY" dirty="0"/>
          </a:p>
          <a:p>
            <a:endParaRPr lang="en-US" dirty="0"/>
          </a:p>
        </p:txBody>
      </p:sp>
    </p:spTree>
    <p:extLst>
      <p:ext uri="{BB962C8B-B14F-4D97-AF65-F5344CB8AC3E}">
        <p14:creationId xmlns:p14="http://schemas.microsoft.com/office/powerpoint/2010/main" val="41645622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12CD-0FAD-E571-87C9-ED34207A5D7D}"/>
              </a:ext>
            </a:extLst>
          </p:cNvPr>
          <p:cNvSpPr>
            <a:spLocks noGrp="1"/>
          </p:cNvSpPr>
          <p:nvPr>
            <p:ph type="title"/>
          </p:nvPr>
        </p:nvSpPr>
        <p:spPr>
          <a:xfrm>
            <a:off x="5248656" y="914400"/>
            <a:ext cx="6236208" cy="1307592"/>
          </a:xfrm>
        </p:spPr>
        <p:txBody>
          <a:bodyPr>
            <a:normAutofit/>
          </a:bodyPr>
          <a:lstStyle/>
          <a:p>
            <a:pPr>
              <a:lnSpc>
                <a:spcPct val="90000"/>
              </a:lnSpc>
            </a:pPr>
            <a:r>
              <a:rPr lang="en-MY" b="1" dirty="0"/>
              <a:t>Mitigation Strategies</a:t>
            </a:r>
            <a:br>
              <a:rPr lang="en-MY" dirty="0"/>
            </a:br>
            <a:endParaRPr lang="en-US"/>
          </a:p>
        </p:txBody>
      </p:sp>
      <p:pic>
        <p:nvPicPr>
          <p:cNvPr id="5" name="Picture 4" descr="Files">
            <a:extLst>
              <a:ext uri="{FF2B5EF4-FFF2-40B4-BE49-F238E27FC236}">
                <a16:creationId xmlns:a16="http://schemas.microsoft.com/office/drawing/2014/main" id="{0E2D78E2-EEBE-D8D5-B6E3-CA40994CCE63}"/>
              </a:ext>
            </a:extLst>
          </p:cNvPr>
          <p:cNvPicPr>
            <a:picLocks noChangeAspect="1"/>
          </p:cNvPicPr>
          <p:nvPr/>
        </p:nvPicPr>
        <p:blipFill>
          <a:blip r:embed="rId2"/>
          <a:srcRect l="17166" r="37443" b="-2"/>
          <a:stretch/>
        </p:blipFill>
        <p:spPr>
          <a:xfrm>
            <a:off x="20" y="-1"/>
            <a:ext cx="4663420" cy="6858001"/>
          </a:xfrm>
          <a:prstGeom prst="rect">
            <a:avLst/>
          </a:prstGeom>
        </p:spPr>
      </p:pic>
      <p:sp>
        <p:nvSpPr>
          <p:cNvPr id="3" name="Content Placeholder 2">
            <a:extLst>
              <a:ext uri="{FF2B5EF4-FFF2-40B4-BE49-F238E27FC236}">
                <a16:creationId xmlns:a16="http://schemas.microsoft.com/office/drawing/2014/main" id="{F95AACE7-61D9-057F-74D1-6865713A6F6C}"/>
              </a:ext>
            </a:extLst>
          </p:cNvPr>
          <p:cNvSpPr>
            <a:spLocks noGrp="1"/>
          </p:cNvSpPr>
          <p:nvPr>
            <p:ph idx="1"/>
          </p:nvPr>
        </p:nvSpPr>
        <p:spPr>
          <a:xfrm>
            <a:off x="5248656" y="2221992"/>
            <a:ext cx="6236208" cy="3941064"/>
          </a:xfrm>
        </p:spPr>
        <p:txBody>
          <a:bodyPr>
            <a:normAutofit/>
          </a:bodyPr>
          <a:lstStyle/>
          <a:p>
            <a:pPr>
              <a:buFont typeface="Arial" panose="020B0604020202020204" pitchFamily="34" charset="0"/>
              <a:buChar char="•"/>
            </a:pPr>
            <a:r>
              <a:rPr lang="en-MY" b="1" dirty="0"/>
              <a:t>Use Open Standards/APIs</a:t>
            </a:r>
            <a:endParaRPr lang="en-MY" dirty="0"/>
          </a:p>
          <a:p>
            <a:pPr>
              <a:buFont typeface="Arial" panose="020B0604020202020204" pitchFamily="34" charset="0"/>
              <a:buChar char="•"/>
            </a:pPr>
            <a:r>
              <a:rPr lang="en-MY" b="1" dirty="0"/>
              <a:t>Document Everything</a:t>
            </a:r>
            <a:endParaRPr lang="en-MY" dirty="0"/>
          </a:p>
          <a:p>
            <a:pPr>
              <a:buFont typeface="Arial" panose="020B0604020202020204" pitchFamily="34" charset="0"/>
              <a:buChar char="•"/>
            </a:pPr>
            <a:r>
              <a:rPr lang="en-MY" b="1" dirty="0"/>
              <a:t>Start with Pilot Projects</a:t>
            </a:r>
            <a:endParaRPr lang="en-MY" dirty="0"/>
          </a:p>
          <a:p>
            <a:pPr>
              <a:buFont typeface="Arial" panose="020B0604020202020204" pitchFamily="34" charset="0"/>
              <a:buChar char="•"/>
            </a:pPr>
            <a:r>
              <a:rPr lang="en-MY" b="1" dirty="0"/>
              <a:t>Regular Testing and Backup</a:t>
            </a:r>
            <a:endParaRPr lang="en-MY" dirty="0"/>
          </a:p>
          <a:p>
            <a:endParaRPr lang="en-US" dirty="0"/>
          </a:p>
        </p:txBody>
      </p:sp>
    </p:spTree>
    <p:extLst>
      <p:ext uri="{BB962C8B-B14F-4D97-AF65-F5344CB8AC3E}">
        <p14:creationId xmlns:p14="http://schemas.microsoft.com/office/powerpoint/2010/main" val="186463702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A4F9-1CDE-3A91-592E-D27F078029AB}"/>
              </a:ext>
            </a:extLst>
          </p:cNvPr>
          <p:cNvSpPr>
            <a:spLocks noGrp="1"/>
          </p:cNvSpPr>
          <p:nvPr>
            <p:ph type="title"/>
          </p:nvPr>
        </p:nvSpPr>
        <p:spPr>
          <a:xfrm>
            <a:off x="700087" y="909638"/>
            <a:ext cx="10691813" cy="1155618"/>
          </a:xfrm>
        </p:spPr>
        <p:txBody>
          <a:bodyPr>
            <a:normAutofit/>
          </a:bodyPr>
          <a:lstStyle/>
          <a:p>
            <a:pPr>
              <a:lnSpc>
                <a:spcPct val="90000"/>
              </a:lnSpc>
            </a:pPr>
            <a:r>
              <a:rPr lang="en-MY" sz="3700" b="1"/>
              <a:t>Post-Migration Considerations</a:t>
            </a:r>
            <a:br>
              <a:rPr lang="en-MY" sz="3700"/>
            </a:br>
            <a:endParaRPr lang="en-US" sz="3700"/>
          </a:p>
        </p:txBody>
      </p:sp>
      <p:graphicFrame>
        <p:nvGraphicFramePr>
          <p:cNvPr id="5" name="Content Placeholder 2">
            <a:extLst>
              <a:ext uri="{FF2B5EF4-FFF2-40B4-BE49-F238E27FC236}">
                <a16:creationId xmlns:a16="http://schemas.microsoft.com/office/drawing/2014/main" id="{5CDEB9C6-6730-3713-F5A3-406F185B331A}"/>
              </a:ext>
            </a:extLst>
          </p:cNvPr>
          <p:cNvGraphicFramePr>
            <a:graphicFrameLocks noGrp="1"/>
          </p:cNvGraphicFramePr>
          <p:nvPr>
            <p:ph idx="1"/>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812736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3C503-B22D-8197-6630-34929EF2C859}"/>
              </a:ext>
            </a:extLst>
          </p:cNvPr>
          <p:cNvSpPr>
            <a:spLocks noGrp="1"/>
          </p:cNvSpPr>
          <p:nvPr>
            <p:ph type="title"/>
          </p:nvPr>
        </p:nvSpPr>
        <p:spPr>
          <a:xfrm>
            <a:off x="704088" y="914400"/>
            <a:ext cx="10798176" cy="1051914"/>
          </a:xfrm>
        </p:spPr>
        <p:txBody>
          <a:bodyPr>
            <a:normAutofit/>
          </a:bodyPr>
          <a:lstStyle/>
          <a:p>
            <a:pPr>
              <a:lnSpc>
                <a:spcPct val="90000"/>
              </a:lnSpc>
            </a:pPr>
            <a:r>
              <a:rPr lang="en-MY" sz="3400" b="1"/>
              <a:t>Cloud Messaging Queuing</a:t>
            </a:r>
            <a:br>
              <a:rPr lang="en-MY" sz="3400"/>
            </a:br>
            <a:endParaRPr lang="en-US" sz="3400"/>
          </a:p>
        </p:txBody>
      </p:sp>
      <p:graphicFrame>
        <p:nvGraphicFramePr>
          <p:cNvPr id="5" name="Content Placeholder 2">
            <a:extLst>
              <a:ext uri="{FF2B5EF4-FFF2-40B4-BE49-F238E27FC236}">
                <a16:creationId xmlns:a16="http://schemas.microsoft.com/office/drawing/2014/main" id="{E7EB4428-4110-5116-FF15-7CC145D0903D}"/>
              </a:ext>
            </a:extLst>
          </p:cNvPr>
          <p:cNvGraphicFramePr>
            <a:graphicFrameLocks noGrp="1"/>
          </p:cNvGraphicFramePr>
          <p:nvPr>
            <p:ph idx="1"/>
          </p:nvPr>
        </p:nvGraphicFramePr>
        <p:xfrm>
          <a:off x="800100" y="2276474"/>
          <a:ext cx="10629900" cy="3857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81928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84B2-EB32-6E99-1497-C3C835718A81}"/>
              </a:ext>
            </a:extLst>
          </p:cNvPr>
          <p:cNvSpPr>
            <a:spLocks noGrp="1"/>
          </p:cNvSpPr>
          <p:nvPr>
            <p:ph type="title"/>
          </p:nvPr>
        </p:nvSpPr>
        <p:spPr>
          <a:xfrm>
            <a:off x="704088" y="914400"/>
            <a:ext cx="10798176" cy="1051914"/>
          </a:xfrm>
        </p:spPr>
        <p:txBody>
          <a:bodyPr>
            <a:normAutofit/>
          </a:bodyPr>
          <a:lstStyle/>
          <a:p>
            <a:pPr>
              <a:lnSpc>
                <a:spcPct val="90000"/>
              </a:lnSpc>
            </a:pPr>
            <a:r>
              <a:rPr lang="en-MY" sz="3400" b="1"/>
              <a:t>Examples of Messaging Queuing Tools</a:t>
            </a:r>
            <a:br>
              <a:rPr lang="en-MY" sz="3400"/>
            </a:br>
            <a:endParaRPr lang="en-US" sz="3400"/>
          </a:p>
        </p:txBody>
      </p:sp>
      <p:graphicFrame>
        <p:nvGraphicFramePr>
          <p:cNvPr id="5" name="Content Placeholder 2">
            <a:extLst>
              <a:ext uri="{FF2B5EF4-FFF2-40B4-BE49-F238E27FC236}">
                <a16:creationId xmlns:a16="http://schemas.microsoft.com/office/drawing/2014/main" id="{6D868C51-4ADE-0D94-5ED1-314140F631D9}"/>
              </a:ext>
            </a:extLst>
          </p:cNvPr>
          <p:cNvGraphicFramePr>
            <a:graphicFrameLocks noGrp="1"/>
          </p:cNvGraphicFramePr>
          <p:nvPr>
            <p:ph idx="1"/>
          </p:nvPr>
        </p:nvGraphicFramePr>
        <p:xfrm>
          <a:off x="800100" y="2276474"/>
          <a:ext cx="10629900" cy="3857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319825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030C8-3904-6676-B0C3-3718BEBC75D5}"/>
              </a:ext>
            </a:extLst>
          </p:cNvPr>
          <p:cNvSpPr>
            <a:spLocks noGrp="1"/>
          </p:cNvSpPr>
          <p:nvPr>
            <p:ph type="title"/>
          </p:nvPr>
        </p:nvSpPr>
        <p:spPr>
          <a:xfrm>
            <a:off x="704088" y="914400"/>
            <a:ext cx="10798176" cy="1051914"/>
          </a:xfrm>
        </p:spPr>
        <p:txBody>
          <a:bodyPr>
            <a:normAutofit/>
          </a:bodyPr>
          <a:lstStyle/>
          <a:p>
            <a:pPr>
              <a:lnSpc>
                <a:spcPct val="90000"/>
              </a:lnSpc>
            </a:pPr>
            <a:r>
              <a:rPr lang="en-MY" sz="3400" b="1"/>
              <a:t>Summary of Key Points</a:t>
            </a:r>
            <a:br>
              <a:rPr lang="en-MY" sz="3400"/>
            </a:br>
            <a:endParaRPr lang="en-US" sz="3400"/>
          </a:p>
        </p:txBody>
      </p:sp>
      <p:graphicFrame>
        <p:nvGraphicFramePr>
          <p:cNvPr id="5" name="Content Placeholder 2">
            <a:extLst>
              <a:ext uri="{FF2B5EF4-FFF2-40B4-BE49-F238E27FC236}">
                <a16:creationId xmlns:a16="http://schemas.microsoft.com/office/drawing/2014/main" id="{A1757606-544D-D81E-C258-C760565CB4B0}"/>
              </a:ext>
            </a:extLst>
          </p:cNvPr>
          <p:cNvGraphicFramePr>
            <a:graphicFrameLocks noGrp="1"/>
          </p:cNvGraphicFramePr>
          <p:nvPr>
            <p:ph idx="1"/>
          </p:nvPr>
        </p:nvGraphicFramePr>
        <p:xfrm>
          <a:off x="800100" y="2276474"/>
          <a:ext cx="10629900" cy="3857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817106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F9EA5-0F99-0BDD-4925-B738E1520963}"/>
              </a:ext>
            </a:extLst>
          </p:cNvPr>
          <p:cNvSpPr>
            <a:spLocks noGrp="1"/>
          </p:cNvSpPr>
          <p:nvPr>
            <p:ph type="ctrTitle"/>
          </p:nvPr>
        </p:nvSpPr>
        <p:spPr>
          <a:xfrm>
            <a:off x="1524000" y="1293338"/>
            <a:ext cx="9144000" cy="3274592"/>
          </a:xfrm>
        </p:spPr>
        <p:txBody>
          <a:bodyPr anchor="ctr">
            <a:normAutofit/>
          </a:bodyPr>
          <a:lstStyle/>
          <a:p>
            <a:r>
              <a:rPr lang="en-US" sz="6700"/>
              <a:t>Topic 7 - </a:t>
            </a:r>
            <a:r>
              <a:rPr lang="en-MY" sz="6700"/>
              <a:t>Infrastructure as a Service (IaaS) Providers</a:t>
            </a:r>
            <a:br>
              <a:rPr lang="en-MY" sz="6700"/>
            </a:br>
            <a:endParaRPr lang="en-US" sz="6700"/>
          </a:p>
        </p:txBody>
      </p:sp>
      <p:sp>
        <p:nvSpPr>
          <p:cNvPr id="3" name="Subtitle 2">
            <a:extLst>
              <a:ext uri="{FF2B5EF4-FFF2-40B4-BE49-F238E27FC236}">
                <a16:creationId xmlns:a16="http://schemas.microsoft.com/office/drawing/2014/main" id="{1C1D4AE7-5697-D378-1A75-7FFEA76010C5}"/>
              </a:ext>
            </a:extLst>
          </p:cNvPr>
          <p:cNvSpPr>
            <a:spLocks noGrp="1"/>
          </p:cNvSpPr>
          <p:nvPr>
            <p:ph type="subTitle" idx="1"/>
          </p:nvPr>
        </p:nvSpPr>
        <p:spPr>
          <a:xfrm>
            <a:off x="1524000" y="5514052"/>
            <a:ext cx="9144000" cy="651910"/>
          </a:xfrm>
        </p:spPr>
        <p:txBody>
          <a:bodyPr anchor="ctr">
            <a:normAutofit/>
          </a:bodyPr>
          <a:lstStyle/>
          <a:p>
            <a:r>
              <a:rPr lang="en-MY" dirty="0"/>
              <a:t>Exploring Features, Technologies, and Leading Providers</a:t>
            </a:r>
            <a:endParaRPr lang="en-US" dirty="0"/>
          </a:p>
        </p:txBody>
      </p:sp>
    </p:spTree>
    <p:extLst>
      <p:ext uri="{BB962C8B-B14F-4D97-AF65-F5344CB8AC3E}">
        <p14:creationId xmlns:p14="http://schemas.microsoft.com/office/powerpoint/2010/main" val="334047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AF00-9718-7660-208B-FB8ED126070F}"/>
              </a:ext>
            </a:extLst>
          </p:cNvPr>
          <p:cNvSpPr>
            <a:spLocks noGrp="1"/>
          </p:cNvSpPr>
          <p:nvPr>
            <p:ph type="title"/>
          </p:nvPr>
        </p:nvSpPr>
        <p:spPr>
          <a:xfrm>
            <a:off x="808638" y="386930"/>
            <a:ext cx="9236700" cy="1188950"/>
          </a:xfrm>
        </p:spPr>
        <p:txBody>
          <a:bodyPr anchor="b">
            <a:normAutofit/>
          </a:bodyPr>
          <a:lstStyle/>
          <a:p>
            <a:r>
              <a:rPr lang="en-MY" sz="3800" b="1"/>
              <a:t>Introduction to IaaS</a:t>
            </a:r>
            <a:br>
              <a:rPr lang="en-MY" sz="3800"/>
            </a:br>
            <a:endParaRPr lang="en-US" sz="3800"/>
          </a:p>
        </p:txBody>
      </p:sp>
      <p:sp>
        <p:nvSpPr>
          <p:cNvPr id="3" name="Content Placeholder 2">
            <a:extLst>
              <a:ext uri="{FF2B5EF4-FFF2-40B4-BE49-F238E27FC236}">
                <a16:creationId xmlns:a16="http://schemas.microsoft.com/office/drawing/2014/main" id="{19284DC0-96BD-2081-1646-16D0BE6B9891}"/>
              </a:ext>
            </a:extLst>
          </p:cNvPr>
          <p:cNvSpPr>
            <a:spLocks noGrp="1"/>
          </p:cNvSpPr>
          <p:nvPr>
            <p:ph idx="1"/>
          </p:nvPr>
        </p:nvSpPr>
        <p:spPr>
          <a:xfrm>
            <a:off x="793660" y="2599509"/>
            <a:ext cx="10143668" cy="3435531"/>
          </a:xfrm>
        </p:spPr>
        <p:txBody>
          <a:bodyPr anchor="ctr">
            <a:normAutofit/>
          </a:bodyPr>
          <a:lstStyle/>
          <a:p>
            <a:r>
              <a:rPr lang="en-MY" sz="2400"/>
              <a:t>Infrastructure as a Service (IaaS) is a form of cloud computing that provides virtualized computing resources over the internet. With IaaS, businesses can rent servers, storage, and networking infrastructure on-demand, rather than owning and maintaining physical data centers. It provides maximum control over operating systems, storage, and deployed applications, making it ideal for system administrators and developers.</a:t>
            </a:r>
          </a:p>
          <a:p>
            <a:r>
              <a:rPr lang="en-MY" sz="2400"/>
              <a:t>This model lays the foundation for understanding how modern cloud infrastructures are structured and consumed, leading into a comparison with other cloud service models.</a:t>
            </a:r>
          </a:p>
          <a:p>
            <a:endParaRPr lang="en-US" sz="2400"/>
          </a:p>
        </p:txBody>
      </p:sp>
    </p:spTree>
    <p:extLst>
      <p:ext uri="{BB962C8B-B14F-4D97-AF65-F5344CB8AC3E}">
        <p14:creationId xmlns:p14="http://schemas.microsoft.com/office/powerpoint/2010/main" val="295341741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03A4-0966-BA0B-1E86-00B98BD515E5}"/>
              </a:ext>
            </a:extLst>
          </p:cNvPr>
          <p:cNvSpPr>
            <a:spLocks noGrp="1"/>
          </p:cNvSpPr>
          <p:nvPr>
            <p:ph type="title"/>
          </p:nvPr>
        </p:nvSpPr>
        <p:spPr>
          <a:xfrm>
            <a:off x="808638" y="386930"/>
            <a:ext cx="9236700" cy="1188950"/>
          </a:xfrm>
        </p:spPr>
        <p:txBody>
          <a:bodyPr anchor="b">
            <a:normAutofit/>
          </a:bodyPr>
          <a:lstStyle/>
          <a:p>
            <a:r>
              <a:rPr lang="en-MY" sz="3800" b="1"/>
              <a:t>IaaS in Cloud Models</a:t>
            </a:r>
            <a:br>
              <a:rPr lang="en-MY" sz="3800"/>
            </a:br>
            <a:endParaRPr lang="en-US" sz="3800"/>
          </a:p>
        </p:txBody>
      </p:sp>
      <p:sp>
        <p:nvSpPr>
          <p:cNvPr id="3" name="Content Placeholder 2">
            <a:extLst>
              <a:ext uri="{FF2B5EF4-FFF2-40B4-BE49-F238E27FC236}">
                <a16:creationId xmlns:a16="http://schemas.microsoft.com/office/drawing/2014/main" id="{287D03CE-E9DB-E266-C5A3-99FEA32C3CCC}"/>
              </a:ext>
            </a:extLst>
          </p:cNvPr>
          <p:cNvSpPr>
            <a:spLocks noGrp="1"/>
          </p:cNvSpPr>
          <p:nvPr>
            <p:ph idx="1"/>
          </p:nvPr>
        </p:nvSpPr>
        <p:spPr>
          <a:xfrm>
            <a:off x="793660" y="2599509"/>
            <a:ext cx="10143668" cy="3435531"/>
          </a:xfrm>
        </p:spPr>
        <p:txBody>
          <a:bodyPr anchor="ctr">
            <a:normAutofit/>
          </a:bodyPr>
          <a:lstStyle/>
          <a:p>
            <a:r>
              <a:rPr lang="en-MY" sz="2400"/>
              <a:t>IaaS is one of the three main cloud service models: IaaS, PaaS, and SaaS. It offers the highest level of flexibility and management control. </a:t>
            </a:r>
          </a:p>
          <a:p>
            <a:r>
              <a:rPr lang="en-MY" sz="2400"/>
              <a:t>Understanding IaaS's position helps us appreciate the unique features that make it suitable for specific use cases, which we will now explore.</a:t>
            </a:r>
          </a:p>
          <a:p>
            <a:endParaRPr lang="en-US" sz="2400"/>
          </a:p>
        </p:txBody>
      </p:sp>
    </p:spTree>
    <p:extLst>
      <p:ext uri="{BB962C8B-B14F-4D97-AF65-F5344CB8AC3E}">
        <p14:creationId xmlns:p14="http://schemas.microsoft.com/office/powerpoint/2010/main" val="114388334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78B5-6E28-A2C3-57C7-91522A17B4D2}"/>
              </a:ext>
            </a:extLst>
          </p:cNvPr>
          <p:cNvSpPr>
            <a:spLocks noGrp="1"/>
          </p:cNvSpPr>
          <p:nvPr>
            <p:ph type="title"/>
          </p:nvPr>
        </p:nvSpPr>
        <p:spPr>
          <a:xfrm>
            <a:off x="621792" y="1161288"/>
            <a:ext cx="3602736" cy="4526280"/>
          </a:xfrm>
        </p:spPr>
        <p:txBody>
          <a:bodyPr>
            <a:normAutofit/>
          </a:bodyPr>
          <a:lstStyle/>
          <a:p>
            <a:r>
              <a:rPr lang="en-MY" sz="4000" b="1"/>
              <a:t>Key Features of IaaS</a:t>
            </a:r>
            <a:br>
              <a:rPr lang="en-MY" sz="4000"/>
            </a:br>
            <a:endParaRPr lang="en-US" sz="4000"/>
          </a:p>
        </p:txBody>
      </p:sp>
      <p:graphicFrame>
        <p:nvGraphicFramePr>
          <p:cNvPr id="5" name="Content Placeholder 2">
            <a:extLst>
              <a:ext uri="{FF2B5EF4-FFF2-40B4-BE49-F238E27FC236}">
                <a16:creationId xmlns:a16="http://schemas.microsoft.com/office/drawing/2014/main" id="{B3B024F4-28FA-B02A-B7D3-6C69E837B6D4}"/>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510173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0BB2-0041-0362-CB23-DFFA3150F09C}"/>
              </a:ext>
            </a:extLst>
          </p:cNvPr>
          <p:cNvSpPr>
            <a:spLocks noGrp="1"/>
          </p:cNvSpPr>
          <p:nvPr>
            <p:ph type="title"/>
          </p:nvPr>
        </p:nvSpPr>
        <p:spPr>
          <a:xfrm>
            <a:off x="1043631" y="809898"/>
            <a:ext cx="9942716" cy="1554480"/>
          </a:xfrm>
        </p:spPr>
        <p:txBody>
          <a:bodyPr anchor="ctr">
            <a:normAutofit/>
          </a:bodyPr>
          <a:lstStyle/>
          <a:p>
            <a:r>
              <a:rPr lang="en-MY" sz="4800" b="1"/>
              <a:t>Elasticity and Scalability</a:t>
            </a:r>
            <a:br>
              <a:rPr lang="en-MY" sz="4800"/>
            </a:br>
            <a:endParaRPr lang="en-US" sz="4800"/>
          </a:p>
        </p:txBody>
      </p:sp>
      <p:sp>
        <p:nvSpPr>
          <p:cNvPr id="3" name="Content Placeholder 2">
            <a:extLst>
              <a:ext uri="{FF2B5EF4-FFF2-40B4-BE49-F238E27FC236}">
                <a16:creationId xmlns:a16="http://schemas.microsoft.com/office/drawing/2014/main" id="{615AD817-E1D1-83B9-FB53-C3721E6FA3F1}"/>
              </a:ext>
            </a:extLst>
          </p:cNvPr>
          <p:cNvSpPr>
            <a:spLocks noGrp="1"/>
          </p:cNvSpPr>
          <p:nvPr>
            <p:ph idx="1"/>
          </p:nvPr>
        </p:nvSpPr>
        <p:spPr>
          <a:xfrm>
            <a:off x="1045028" y="3017522"/>
            <a:ext cx="9941319" cy="3124658"/>
          </a:xfrm>
        </p:spPr>
        <p:txBody>
          <a:bodyPr anchor="ctr">
            <a:normAutofit/>
          </a:bodyPr>
          <a:lstStyle/>
          <a:p>
            <a:r>
              <a:rPr lang="en-MY" sz="2400"/>
              <a:t>Elasticity refers to the ability of a system to automatically scale in or out depending on demand. For example, during a major sales event, an e-commerce site can automatically add servers to handle increased traffic, and reduce them once traffic returns to normal—ensuring cost optimization and performance stability.</a:t>
            </a:r>
          </a:p>
          <a:p>
            <a:r>
              <a:rPr lang="en-MY" sz="2400"/>
              <a:t>To enable this kind of flexibility, IaaS depends heavily on virtualization.</a:t>
            </a:r>
            <a:endParaRPr lang="en-US" sz="2400"/>
          </a:p>
        </p:txBody>
      </p:sp>
    </p:spTree>
    <p:extLst>
      <p:ext uri="{BB962C8B-B14F-4D97-AF65-F5344CB8AC3E}">
        <p14:creationId xmlns:p14="http://schemas.microsoft.com/office/powerpoint/2010/main" val="406470962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FB79-D417-C2B4-5307-53FB11CF1E21}"/>
              </a:ext>
            </a:extLst>
          </p:cNvPr>
          <p:cNvSpPr>
            <a:spLocks noGrp="1"/>
          </p:cNvSpPr>
          <p:nvPr>
            <p:ph type="title"/>
          </p:nvPr>
        </p:nvSpPr>
        <p:spPr>
          <a:xfrm>
            <a:off x="1043631" y="809898"/>
            <a:ext cx="9942716" cy="1554480"/>
          </a:xfrm>
        </p:spPr>
        <p:txBody>
          <a:bodyPr anchor="ctr">
            <a:normAutofit/>
          </a:bodyPr>
          <a:lstStyle/>
          <a:p>
            <a:r>
              <a:rPr lang="en-MY" sz="4800" b="1"/>
              <a:t>Virtualization Technology</a:t>
            </a:r>
            <a:r>
              <a:rPr lang="en-MY" sz="4800"/>
              <a:t> </a:t>
            </a:r>
            <a:br>
              <a:rPr lang="en-MY" sz="4800"/>
            </a:br>
            <a:endParaRPr lang="en-US" sz="4800"/>
          </a:p>
        </p:txBody>
      </p:sp>
      <p:sp>
        <p:nvSpPr>
          <p:cNvPr id="3" name="Content Placeholder 2">
            <a:extLst>
              <a:ext uri="{FF2B5EF4-FFF2-40B4-BE49-F238E27FC236}">
                <a16:creationId xmlns:a16="http://schemas.microsoft.com/office/drawing/2014/main" id="{AE62D0C7-88E8-FB0E-F6E6-31AEA84C0D72}"/>
              </a:ext>
            </a:extLst>
          </p:cNvPr>
          <p:cNvSpPr>
            <a:spLocks noGrp="1"/>
          </p:cNvSpPr>
          <p:nvPr>
            <p:ph idx="1"/>
          </p:nvPr>
        </p:nvSpPr>
        <p:spPr>
          <a:xfrm>
            <a:off x="1045028" y="3017522"/>
            <a:ext cx="9941319" cy="3124658"/>
          </a:xfrm>
        </p:spPr>
        <p:txBody>
          <a:bodyPr anchor="ctr">
            <a:normAutofit/>
          </a:bodyPr>
          <a:lstStyle/>
          <a:p>
            <a:r>
              <a:rPr lang="en-MY" sz="2400"/>
              <a:t>IaaS heavily relies on virtualization to abstract hardware resources. Virtual machines (VMs) are created on physical servers using hypervisors such as VMware ESXi, Xen, KVM, or Hyper-V. This enables multiple users to share the same physical hardware securely and efficiently, reducing hardware costs and improving scalability.</a:t>
            </a:r>
          </a:p>
          <a:p>
            <a:r>
              <a:rPr lang="en-MY" sz="2400"/>
              <a:t>Since IaaS infrastructure spans the globe, let’s now look at the importance of where this infrastructure is physically located.</a:t>
            </a:r>
          </a:p>
          <a:p>
            <a:endParaRPr lang="en-US" sz="2400"/>
          </a:p>
        </p:txBody>
      </p:sp>
    </p:spTree>
    <p:extLst>
      <p:ext uri="{BB962C8B-B14F-4D97-AF65-F5344CB8AC3E}">
        <p14:creationId xmlns:p14="http://schemas.microsoft.com/office/powerpoint/2010/main" val="146790365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5188-4C3D-A2BA-8245-71D2C9B2BBDF}"/>
              </a:ext>
            </a:extLst>
          </p:cNvPr>
          <p:cNvSpPr>
            <a:spLocks noGrp="1"/>
          </p:cNvSpPr>
          <p:nvPr>
            <p:ph type="title"/>
          </p:nvPr>
        </p:nvSpPr>
        <p:spPr>
          <a:xfrm>
            <a:off x="1043631" y="809898"/>
            <a:ext cx="9942716" cy="1554480"/>
          </a:xfrm>
        </p:spPr>
        <p:txBody>
          <a:bodyPr anchor="ctr">
            <a:normAutofit/>
          </a:bodyPr>
          <a:lstStyle/>
          <a:p>
            <a:r>
              <a:rPr lang="en-MY" sz="4800" b="1"/>
              <a:t>Geographic Presence</a:t>
            </a:r>
            <a:br>
              <a:rPr lang="en-MY" sz="4800"/>
            </a:br>
            <a:endParaRPr lang="en-US" sz="4800"/>
          </a:p>
        </p:txBody>
      </p:sp>
      <p:sp>
        <p:nvSpPr>
          <p:cNvPr id="3" name="Content Placeholder 2">
            <a:extLst>
              <a:ext uri="{FF2B5EF4-FFF2-40B4-BE49-F238E27FC236}">
                <a16:creationId xmlns:a16="http://schemas.microsoft.com/office/drawing/2014/main" id="{661E97C2-0EC3-75EF-C3A0-ADD341AB8601}"/>
              </a:ext>
            </a:extLst>
          </p:cNvPr>
          <p:cNvSpPr>
            <a:spLocks noGrp="1"/>
          </p:cNvSpPr>
          <p:nvPr>
            <p:ph idx="1"/>
          </p:nvPr>
        </p:nvSpPr>
        <p:spPr>
          <a:xfrm>
            <a:off x="1045028" y="3017522"/>
            <a:ext cx="9941319" cy="3124658"/>
          </a:xfrm>
        </p:spPr>
        <p:txBody>
          <a:bodyPr anchor="ctr">
            <a:normAutofit/>
          </a:bodyPr>
          <a:lstStyle/>
          <a:p>
            <a:r>
              <a:rPr lang="en-MY" sz="2400"/>
              <a:t>Most IaaS providers have a global network of data centers. These are grouped into geographic regions and availability zones. The wider the presence, the more options a business has to place data closer to users—reducing latency and meeting data residency laws.</a:t>
            </a:r>
          </a:p>
          <a:p>
            <a:r>
              <a:rPr lang="en-MY" sz="2400"/>
              <a:t>But having global data centers alone isn’t enough—strategic placement plays a crucial role, as we’ll now see.</a:t>
            </a:r>
          </a:p>
          <a:p>
            <a:endParaRPr lang="en-US" sz="2400"/>
          </a:p>
        </p:txBody>
      </p:sp>
    </p:spTree>
    <p:extLst>
      <p:ext uri="{BB962C8B-B14F-4D97-AF65-F5344CB8AC3E}">
        <p14:creationId xmlns:p14="http://schemas.microsoft.com/office/powerpoint/2010/main" val="414193070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3052-6152-562C-E9BE-09E03BA8FA12}"/>
              </a:ext>
            </a:extLst>
          </p:cNvPr>
          <p:cNvSpPr>
            <a:spLocks noGrp="1"/>
          </p:cNvSpPr>
          <p:nvPr>
            <p:ph type="title"/>
          </p:nvPr>
        </p:nvSpPr>
        <p:spPr>
          <a:xfrm>
            <a:off x="1043631" y="809898"/>
            <a:ext cx="9942716" cy="1554480"/>
          </a:xfrm>
        </p:spPr>
        <p:txBody>
          <a:bodyPr anchor="ctr">
            <a:normAutofit/>
          </a:bodyPr>
          <a:lstStyle/>
          <a:p>
            <a:r>
              <a:rPr lang="en-MY" sz="4800" b="1"/>
              <a:t>Importance of Data Center Location</a:t>
            </a:r>
            <a:r>
              <a:rPr lang="en-MY" sz="4800"/>
              <a:t> </a:t>
            </a:r>
            <a:br>
              <a:rPr lang="en-MY" sz="4800"/>
            </a:br>
            <a:endParaRPr lang="en-US" sz="4800"/>
          </a:p>
        </p:txBody>
      </p:sp>
      <p:sp>
        <p:nvSpPr>
          <p:cNvPr id="3" name="Content Placeholder 2">
            <a:extLst>
              <a:ext uri="{FF2B5EF4-FFF2-40B4-BE49-F238E27FC236}">
                <a16:creationId xmlns:a16="http://schemas.microsoft.com/office/drawing/2014/main" id="{F7D2AB3E-4183-7166-874D-F6B820FF6404}"/>
              </a:ext>
            </a:extLst>
          </p:cNvPr>
          <p:cNvSpPr>
            <a:spLocks noGrp="1"/>
          </p:cNvSpPr>
          <p:nvPr>
            <p:ph idx="1"/>
          </p:nvPr>
        </p:nvSpPr>
        <p:spPr>
          <a:xfrm>
            <a:off x="1045028" y="3017522"/>
            <a:ext cx="9941319" cy="3124658"/>
          </a:xfrm>
        </p:spPr>
        <p:txBody>
          <a:bodyPr anchor="ctr">
            <a:normAutofit/>
          </a:bodyPr>
          <a:lstStyle/>
          <a:p>
            <a:r>
              <a:rPr lang="en-MY" sz="2400"/>
              <a:t>Choosing a data center location is crucial for performance and compliance. For instance, a company targeting Asian customers might choose a Singapore or Tokyo region. Data locality also affects legal compliance, e.g., GDPR compliance in Europe.</a:t>
            </a:r>
          </a:p>
          <a:p>
            <a:r>
              <a:rPr lang="en-MY" sz="2400"/>
              <a:t>Once a location is selected, users need methods to interact with and manage their infrastructure.</a:t>
            </a:r>
            <a:endParaRPr lang="en-US" sz="2400"/>
          </a:p>
        </p:txBody>
      </p:sp>
    </p:spTree>
    <p:extLst>
      <p:ext uri="{BB962C8B-B14F-4D97-AF65-F5344CB8AC3E}">
        <p14:creationId xmlns:p14="http://schemas.microsoft.com/office/powerpoint/2010/main" val="146861422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E14FE-4AD8-AC65-036F-06C1543110D7}"/>
              </a:ext>
            </a:extLst>
          </p:cNvPr>
          <p:cNvSpPr>
            <a:spLocks noGrp="1"/>
          </p:cNvSpPr>
          <p:nvPr>
            <p:ph type="title"/>
          </p:nvPr>
        </p:nvSpPr>
        <p:spPr>
          <a:xfrm>
            <a:off x="1043631" y="809898"/>
            <a:ext cx="9942716" cy="1554480"/>
          </a:xfrm>
        </p:spPr>
        <p:txBody>
          <a:bodyPr anchor="ctr">
            <a:normAutofit/>
          </a:bodyPr>
          <a:lstStyle/>
          <a:p>
            <a:r>
              <a:rPr lang="en-MY" b="1" dirty="0"/>
              <a:t>User Interfaces and Access to Servers</a:t>
            </a:r>
            <a:br>
              <a:rPr lang="en-MY" dirty="0"/>
            </a:br>
            <a:endParaRPr lang="en-US" dirty="0"/>
          </a:p>
        </p:txBody>
      </p:sp>
      <p:sp>
        <p:nvSpPr>
          <p:cNvPr id="3" name="Content Placeholder 2">
            <a:extLst>
              <a:ext uri="{FF2B5EF4-FFF2-40B4-BE49-F238E27FC236}">
                <a16:creationId xmlns:a16="http://schemas.microsoft.com/office/drawing/2014/main" id="{46580682-AE8D-1BA5-F29F-1930D2C8FD02}"/>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Web-based dashboards (e.g., AWS Management Console)</a:t>
            </a:r>
          </a:p>
          <a:p>
            <a:pPr>
              <a:buFont typeface="Arial" panose="020B0604020202020204" pitchFamily="34" charset="0"/>
              <a:buChar char="•"/>
            </a:pPr>
            <a:r>
              <a:rPr lang="en-MY" sz="2400"/>
              <a:t>Command-line tools (e.g., Azure CLI, AWS CLI)</a:t>
            </a:r>
          </a:p>
          <a:p>
            <a:pPr>
              <a:buFont typeface="Arial" panose="020B0604020202020204" pitchFamily="34" charset="0"/>
              <a:buChar char="•"/>
            </a:pPr>
            <a:r>
              <a:rPr lang="en-MY" sz="2400"/>
              <a:t>RESTful APIs and SDKs for automation This variety ensures accessibility for both beginners and advanced users.</a:t>
            </a:r>
          </a:p>
          <a:p>
            <a:endParaRPr lang="en-US" sz="2400"/>
          </a:p>
        </p:txBody>
      </p:sp>
    </p:spTree>
    <p:extLst>
      <p:ext uri="{BB962C8B-B14F-4D97-AF65-F5344CB8AC3E}">
        <p14:creationId xmlns:p14="http://schemas.microsoft.com/office/powerpoint/2010/main" val="310461656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67BF-88BF-2197-A862-309E8C4A3748}"/>
              </a:ext>
            </a:extLst>
          </p:cNvPr>
          <p:cNvSpPr>
            <a:spLocks noGrp="1"/>
          </p:cNvSpPr>
          <p:nvPr>
            <p:ph type="title"/>
          </p:nvPr>
        </p:nvSpPr>
        <p:spPr>
          <a:xfrm>
            <a:off x="1043631" y="809898"/>
            <a:ext cx="9942716" cy="1554480"/>
          </a:xfrm>
        </p:spPr>
        <p:txBody>
          <a:bodyPr anchor="ctr">
            <a:normAutofit/>
          </a:bodyPr>
          <a:lstStyle/>
          <a:p>
            <a:r>
              <a:rPr lang="en-MY" sz="4800" b="1"/>
              <a:t>Interfaces in Practice</a:t>
            </a:r>
            <a:r>
              <a:rPr lang="en-MY" sz="4800"/>
              <a:t> </a:t>
            </a:r>
            <a:br>
              <a:rPr lang="en-MY" sz="4800"/>
            </a:br>
            <a:endParaRPr lang="en-US" sz="4800"/>
          </a:p>
        </p:txBody>
      </p:sp>
      <p:sp>
        <p:nvSpPr>
          <p:cNvPr id="3" name="Content Placeholder 2">
            <a:extLst>
              <a:ext uri="{FF2B5EF4-FFF2-40B4-BE49-F238E27FC236}">
                <a16:creationId xmlns:a16="http://schemas.microsoft.com/office/drawing/2014/main" id="{8B2AEBAF-00E1-A1BE-0852-753F5D576B76}"/>
              </a:ext>
            </a:extLst>
          </p:cNvPr>
          <p:cNvSpPr>
            <a:spLocks noGrp="1"/>
          </p:cNvSpPr>
          <p:nvPr>
            <p:ph idx="1"/>
          </p:nvPr>
        </p:nvSpPr>
        <p:spPr>
          <a:xfrm>
            <a:off x="1045028" y="3017522"/>
            <a:ext cx="9941319" cy="3124658"/>
          </a:xfrm>
        </p:spPr>
        <p:txBody>
          <a:bodyPr anchor="ctr">
            <a:normAutofit/>
          </a:bodyPr>
          <a:lstStyle/>
          <a:p>
            <a:r>
              <a:rPr lang="en-MY" sz="2400"/>
              <a:t>For example, DevOps teams often use APIs or tools like Terraform to automatically create and manage infrastructure as code. This automation improves consistency and reduces human error in large deployments.</a:t>
            </a:r>
          </a:p>
          <a:p>
            <a:r>
              <a:rPr lang="en-MY" sz="2400"/>
              <a:t>Let’s now consider how some businesses plan ahead and save costs through capacity reservation.</a:t>
            </a:r>
          </a:p>
          <a:p>
            <a:endParaRPr lang="en-US" sz="2400"/>
          </a:p>
        </p:txBody>
      </p:sp>
    </p:spTree>
    <p:extLst>
      <p:ext uri="{BB962C8B-B14F-4D97-AF65-F5344CB8AC3E}">
        <p14:creationId xmlns:p14="http://schemas.microsoft.com/office/powerpoint/2010/main" val="249258884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896E9-7FD9-0BA0-93CA-17ACA82380B0}"/>
              </a:ext>
            </a:extLst>
          </p:cNvPr>
          <p:cNvSpPr>
            <a:spLocks noGrp="1"/>
          </p:cNvSpPr>
          <p:nvPr>
            <p:ph type="title"/>
          </p:nvPr>
        </p:nvSpPr>
        <p:spPr>
          <a:xfrm>
            <a:off x="1043631" y="809898"/>
            <a:ext cx="9942716" cy="1554480"/>
          </a:xfrm>
        </p:spPr>
        <p:txBody>
          <a:bodyPr anchor="ctr">
            <a:normAutofit/>
          </a:bodyPr>
          <a:lstStyle/>
          <a:p>
            <a:r>
              <a:rPr lang="en-MY" sz="4800" b="1"/>
              <a:t>Advanced Reservation of Capacity</a:t>
            </a:r>
            <a:br>
              <a:rPr lang="en-MY" sz="4800"/>
            </a:br>
            <a:endParaRPr lang="en-US" sz="4800"/>
          </a:p>
        </p:txBody>
      </p:sp>
      <p:sp>
        <p:nvSpPr>
          <p:cNvPr id="3" name="Content Placeholder 2">
            <a:extLst>
              <a:ext uri="{FF2B5EF4-FFF2-40B4-BE49-F238E27FC236}">
                <a16:creationId xmlns:a16="http://schemas.microsoft.com/office/drawing/2014/main" id="{0EB5F34E-28CD-A277-EB23-46A970A6A819}"/>
              </a:ext>
            </a:extLst>
          </p:cNvPr>
          <p:cNvSpPr>
            <a:spLocks noGrp="1"/>
          </p:cNvSpPr>
          <p:nvPr>
            <p:ph idx="1"/>
          </p:nvPr>
        </p:nvSpPr>
        <p:spPr>
          <a:xfrm>
            <a:off x="1045028" y="3017522"/>
            <a:ext cx="9941319" cy="3124658"/>
          </a:xfrm>
        </p:spPr>
        <p:txBody>
          <a:bodyPr anchor="ctr">
            <a:normAutofit/>
          </a:bodyPr>
          <a:lstStyle/>
          <a:p>
            <a:r>
              <a:rPr lang="en-MY" sz="2400"/>
              <a:t>IaaS providers often offer reserved instances at a lower cost compared to on-demand instances. This is useful when you have predictable workloads. For instance, a business with a steady monthly traffic pattern can reserve capacity in advance and save up to 70%.</a:t>
            </a:r>
          </a:p>
          <a:p>
            <a:r>
              <a:rPr lang="en-MY" sz="2400"/>
              <a:t>To see how this works in practice, consider a real-world academic use case.</a:t>
            </a:r>
          </a:p>
          <a:p>
            <a:endParaRPr lang="en-US" sz="2400"/>
          </a:p>
        </p:txBody>
      </p:sp>
    </p:spTree>
    <p:extLst>
      <p:ext uri="{BB962C8B-B14F-4D97-AF65-F5344CB8AC3E}">
        <p14:creationId xmlns:p14="http://schemas.microsoft.com/office/powerpoint/2010/main" val="402957549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EC28-1CB8-74A6-3198-D57ECB71933B}"/>
              </a:ext>
            </a:extLst>
          </p:cNvPr>
          <p:cNvSpPr>
            <a:spLocks noGrp="1"/>
          </p:cNvSpPr>
          <p:nvPr>
            <p:ph type="title"/>
          </p:nvPr>
        </p:nvSpPr>
        <p:spPr>
          <a:xfrm>
            <a:off x="1043631" y="809898"/>
            <a:ext cx="9942716" cy="1554480"/>
          </a:xfrm>
        </p:spPr>
        <p:txBody>
          <a:bodyPr anchor="ctr">
            <a:normAutofit/>
          </a:bodyPr>
          <a:lstStyle/>
          <a:p>
            <a:r>
              <a:rPr lang="en-MY" sz="4800" b="1"/>
              <a:t>Real-World Example of Reservation</a:t>
            </a:r>
            <a:r>
              <a:rPr lang="en-MY" sz="4800"/>
              <a:t> </a:t>
            </a:r>
            <a:br>
              <a:rPr lang="en-MY" sz="4800"/>
            </a:br>
            <a:endParaRPr lang="en-US" sz="4800"/>
          </a:p>
        </p:txBody>
      </p:sp>
      <p:sp>
        <p:nvSpPr>
          <p:cNvPr id="3" name="Content Placeholder 2">
            <a:extLst>
              <a:ext uri="{FF2B5EF4-FFF2-40B4-BE49-F238E27FC236}">
                <a16:creationId xmlns:a16="http://schemas.microsoft.com/office/drawing/2014/main" id="{69B094C3-DAC5-6F3E-2301-DCAFFCC7179F}"/>
              </a:ext>
            </a:extLst>
          </p:cNvPr>
          <p:cNvSpPr>
            <a:spLocks noGrp="1"/>
          </p:cNvSpPr>
          <p:nvPr>
            <p:ph idx="1"/>
          </p:nvPr>
        </p:nvSpPr>
        <p:spPr>
          <a:xfrm>
            <a:off x="1045028" y="3017522"/>
            <a:ext cx="9941319" cy="3124658"/>
          </a:xfrm>
        </p:spPr>
        <p:txBody>
          <a:bodyPr anchor="ctr">
            <a:normAutofit/>
          </a:bodyPr>
          <a:lstStyle/>
          <a:p>
            <a:r>
              <a:rPr lang="en-MY" sz="2400"/>
              <a:t>Imagine a university hosting an exam portal every semester. Since they know the exact dates of high usage, they can reserve capacity in advance, ensuring both cost savings and availability.</a:t>
            </a:r>
          </a:p>
          <a:p>
            <a:r>
              <a:rPr lang="en-MY" sz="2400"/>
              <a:t>But what happens when usage patterns are unpredictable? That’s where auto scaling and load balancing come in.</a:t>
            </a:r>
          </a:p>
          <a:p>
            <a:endParaRPr lang="en-US" sz="2400"/>
          </a:p>
        </p:txBody>
      </p:sp>
    </p:spTree>
    <p:extLst>
      <p:ext uri="{BB962C8B-B14F-4D97-AF65-F5344CB8AC3E}">
        <p14:creationId xmlns:p14="http://schemas.microsoft.com/office/powerpoint/2010/main" val="19360069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CBD-D3AD-9F0D-0ECC-99F6A6B4290D}"/>
              </a:ext>
            </a:extLst>
          </p:cNvPr>
          <p:cNvSpPr>
            <a:spLocks noGrp="1"/>
          </p:cNvSpPr>
          <p:nvPr>
            <p:ph type="title"/>
          </p:nvPr>
        </p:nvSpPr>
        <p:spPr>
          <a:xfrm>
            <a:off x="1043631" y="809898"/>
            <a:ext cx="9942716" cy="1554480"/>
          </a:xfrm>
        </p:spPr>
        <p:txBody>
          <a:bodyPr anchor="ctr">
            <a:normAutofit/>
          </a:bodyPr>
          <a:lstStyle/>
          <a:p>
            <a:r>
              <a:rPr lang="en-MY" sz="4800" b="1"/>
              <a:t>Auto Scaling and Load Balancing</a:t>
            </a:r>
            <a:br>
              <a:rPr lang="en-MY" sz="4800"/>
            </a:br>
            <a:endParaRPr lang="en-US" sz="4800"/>
          </a:p>
        </p:txBody>
      </p:sp>
      <p:sp>
        <p:nvSpPr>
          <p:cNvPr id="3" name="Content Placeholder 2">
            <a:extLst>
              <a:ext uri="{FF2B5EF4-FFF2-40B4-BE49-F238E27FC236}">
                <a16:creationId xmlns:a16="http://schemas.microsoft.com/office/drawing/2014/main" id="{37EDFA7C-1C65-A50E-DF67-78705F360854}"/>
              </a:ext>
            </a:extLst>
          </p:cNvPr>
          <p:cNvSpPr>
            <a:spLocks noGrp="1"/>
          </p:cNvSpPr>
          <p:nvPr>
            <p:ph idx="1"/>
          </p:nvPr>
        </p:nvSpPr>
        <p:spPr>
          <a:xfrm>
            <a:off x="1045028" y="3017522"/>
            <a:ext cx="9941319" cy="3124658"/>
          </a:xfrm>
        </p:spPr>
        <p:txBody>
          <a:bodyPr anchor="ctr">
            <a:normAutofit/>
          </a:bodyPr>
          <a:lstStyle/>
          <a:p>
            <a:r>
              <a:rPr lang="en-MY" sz="2400"/>
              <a:t>Auto Scaling automatically adjusts the number of VM instances to meet demand. Load Balancing distributes traffic evenly across instances. Together, they ensure high availability, fault tolerance, and cost efficiency during variable load conditions.</a:t>
            </a:r>
          </a:p>
          <a:p>
            <a:r>
              <a:rPr lang="en-MY" sz="2400"/>
              <a:t>This is especially crucial for applications facing sudden traffic spikes, like e-commerce websites.</a:t>
            </a:r>
          </a:p>
          <a:p>
            <a:endParaRPr lang="en-US" sz="2400"/>
          </a:p>
        </p:txBody>
      </p:sp>
    </p:spTree>
    <p:extLst>
      <p:ext uri="{BB962C8B-B14F-4D97-AF65-F5344CB8AC3E}">
        <p14:creationId xmlns:p14="http://schemas.microsoft.com/office/powerpoint/2010/main" val="273921128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FD5B5-F01B-7075-91F8-2865DC05EE24}"/>
              </a:ext>
            </a:extLst>
          </p:cNvPr>
          <p:cNvSpPr>
            <a:spLocks noGrp="1"/>
          </p:cNvSpPr>
          <p:nvPr>
            <p:ph type="title"/>
          </p:nvPr>
        </p:nvSpPr>
        <p:spPr>
          <a:xfrm>
            <a:off x="1043631" y="809898"/>
            <a:ext cx="9942716" cy="1554480"/>
          </a:xfrm>
        </p:spPr>
        <p:txBody>
          <a:bodyPr anchor="ctr">
            <a:normAutofit/>
          </a:bodyPr>
          <a:lstStyle/>
          <a:p>
            <a:r>
              <a:rPr lang="en-MY" sz="4800" b="1"/>
              <a:t>E-commerce Example</a:t>
            </a:r>
            <a:r>
              <a:rPr lang="en-MY" sz="4800"/>
              <a:t> </a:t>
            </a:r>
            <a:br>
              <a:rPr lang="en-MY" sz="4800"/>
            </a:br>
            <a:endParaRPr lang="en-US" sz="4800"/>
          </a:p>
        </p:txBody>
      </p:sp>
      <p:sp>
        <p:nvSpPr>
          <p:cNvPr id="3" name="Content Placeholder 2">
            <a:extLst>
              <a:ext uri="{FF2B5EF4-FFF2-40B4-BE49-F238E27FC236}">
                <a16:creationId xmlns:a16="http://schemas.microsoft.com/office/drawing/2014/main" id="{96C4E024-EA1B-53B6-C4CC-CAB05F2859D6}"/>
              </a:ext>
            </a:extLst>
          </p:cNvPr>
          <p:cNvSpPr>
            <a:spLocks noGrp="1"/>
          </p:cNvSpPr>
          <p:nvPr>
            <p:ph idx="1"/>
          </p:nvPr>
        </p:nvSpPr>
        <p:spPr>
          <a:xfrm>
            <a:off x="1045028" y="3017522"/>
            <a:ext cx="9941319" cy="3124658"/>
          </a:xfrm>
        </p:spPr>
        <p:txBody>
          <a:bodyPr anchor="ctr">
            <a:normAutofit/>
          </a:bodyPr>
          <a:lstStyle/>
          <a:p>
            <a:r>
              <a:rPr lang="en-MY" sz="2400"/>
              <a:t>During flash sales, a fashion website may receive traffic spikes. Auto scaling adds more servers to handle the surge, and the load balancer routes users across these servers to prevent crashes, ensuring a smooth customer experience.</a:t>
            </a:r>
          </a:p>
          <a:p>
            <a:r>
              <a:rPr lang="en-MY" sz="2400"/>
              <a:t>To guarantee performance, these services are backed by formal agreements known as SLAs.</a:t>
            </a:r>
          </a:p>
          <a:p>
            <a:endParaRPr lang="en-US" sz="2400"/>
          </a:p>
        </p:txBody>
      </p:sp>
    </p:spTree>
    <p:extLst>
      <p:ext uri="{BB962C8B-B14F-4D97-AF65-F5344CB8AC3E}">
        <p14:creationId xmlns:p14="http://schemas.microsoft.com/office/powerpoint/2010/main" val="22299123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41ABA-2632-5055-281E-ECB3F1F2266F}"/>
              </a:ext>
            </a:extLst>
          </p:cNvPr>
          <p:cNvSpPr>
            <a:spLocks noGrp="1"/>
          </p:cNvSpPr>
          <p:nvPr>
            <p:ph type="title"/>
          </p:nvPr>
        </p:nvSpPr>
        <p:spPr>
          <a:xfrm>
            <a:off x="1043631" y="809898"/>
            <a:ext cx="9942716" cy="1554480"/>
          </a:xfrm>
        </p:spPr>
        <p:txBody>
          <a:bodyPr anchor="ctr">
            <a:normAutofit/>
          </a:bodyPr>
          <a:lstStyle/>
          <a:p>
            <a:r>
              <a:rPr lang="en-MY" sz="4800" b="1"/>
              <a:t>Understanding SLAs</a:t>
            </a:r>
            <a:r>
              <a:rPr lang="en-MY" sz="4800"/>
              <a:t> </a:t>
            </a:r>
            <a:br>
              <a:rPr lang="en-MY" sz="4800"/>
            </a:br>
            <a:endParaRPr lang="en-US" sz="4800"/>
          </a:p>
        </p:txBody>
      </p:sp>
      <p:sp>
        <p:nvSpPr>
          <p:cNvPr id="3" name="Content Placeholder 2">
            <a:extLst>
              <a:ext uri="{FF2B5EF4-FFF2-40B4-BE49-F238E27FC236}">
                <a16:creationId xmlns:a16="http://schemas.microsoft.com/office/drawing/2014/main" id="{2B761F10-675C-95E9-FFB6-C0081E4DEAF5}"/>
              </a:ext>
            </a:extLst>
          </p:cNvPr>
          <p:cNvSpPr>
            <a:spLocks noGrp="1"/>
          </p:cNvSpPr>
          <p:nvPr>
            <p:ph idx="1"/>
          </p:nvPr>
        </p:nvSpPr>
        <p:spPr>
          <a:xfrm>
            <a:off x="1045028" y="3017522"/>
            <a:ext cx="9941319" cy="3124658"/>
          </a:xfrm>
        </p:spPr>
        <p:txBody>
          <a:bodyPr anchor="ctr">
            <a:normAutofit/>
          </a:bodyPr>
          <a:lstStyle/>
          <a:p>
            <a:r>
              <a:rPr lang="en-MY" sz="2400"/>
              <a:t>Service-Level Agreements define the expected level of service, typically including uptime (e.g., 99.99%), response times, and support levels. SLAs build trust and set accountability between provider and customer. Breaching SLAs may result in service credits.</a:t>
            </a:r>
          </a:p>
          <a:p>
            <a:r>
              <a:rPr lang="en-MY" sz="2400"/>
              <a:t>The implications of these agreements are significant—especially for mission-critical applications.</a:t>
            </a:r>
          </a:p>
          <a:p>
            <a:endParaRPr lang="en-US" sz="2400"/>
          </a:p>
        </p:txBody>
      </p:sp>
    </p:spTree>
    <p:extLst>
      <p:ext uri="{BB962C8B-B14F-4D97-AF65-F5344CB8AC3E}">
        <p14:creationId xmlns:p14="http://schemas.microsoft.com/office/powerpoint/2010/main" val="9384334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83FD6-CE36-DD17-244F-A208AE0F6247}"/>
              </a:ext>
            </a:extLst>
          </p:cNvPr>
          <p:cNvSpPr>
            <a:spLocks noGrp="1"/>
          </p:cNvSpPr>
          <p:nvPr>
            <p:ph type="title"/>
          </p:nvPr>
        </p:nvSpPr>
        <p:spPr>
          <a:xfrm>
            <a:off x="1043631" y="809898"/>
            <a:ext cx="9942716" cy="1554480"/>
          </a:xfrm>
        </p:spPr>
        <p:txBody>
          <a:bodyPr anchor="ctr">
            <a:normAutofit/>
          </a:bodyPr>
          <a:lstStyle/>
          <a:p>
            <a:r>
              <a:rPr lang="en-MY" sz="4800" b="1"/>
              <a:t>SLA Implications</a:t>
            </a:r>
            <a:br>
              <a:rPr lang="en-MY" sz="4800"/>
            </a:br>
            <a:endParaRPr lang="en-US" sz="4800"/>
          </a:p>
        </p:txBody>
      </p:sp>
      <p:sp>
        <p:nvSpPr>
          <p:cNvPr id="3" name="Content Placeholder 2">
            <a:extLst>
              <a:ext uri="{FF2B5EF4-FFF2-40B4-BE49-F238E27FC236}">
                <a16:creationId xmlns:a16="http://schemas.microsoft.com/office/drawing/2014/main" id="{2D03AC81-3DD1-0D06-B18F-C7F622ABB5F8}"/>
              </a:ext>
            </a:extLst>
          </p:cNvPr>
          <p:cNvSpPr>
            <a:spLocks noGrp="1"/>
          </p:cNvSpPr>
          <p:nvPr>
            <p:ph idx="1"/>
          </p:nvPr>
        </p:nvSpPr>
        <p:spPr>
          <a:xfrm>
            <a:off x="1045028" y="3017522"/>
            <a:ext cx="9941319" cy="3124658"/>
          </a:xfrm>
        </p:spPr>
        <p:txBody>
          <a:bodyPr anchor="ctr">
            <a:normAutofit/>
          </a:bodyPr>
          <a:lstStyle/>
          <a:p>
            <a:r>
              <a:rPr lang="en-MY" sz="2400"/>
              <a:t>If a provider promises 99.99% uptime, this means only about 52 minutes of downtime per year is acceptable. Applications requiring high availability, like online banking, must evaluate SLAs critically before choosing a provider.</a:t>
            </a:r>
          </a:p>
          <a:p>
            <a:r>
              <a:rPr lang="en-MY" sz="2400"/>
              <a:t>Underpinning these performance commitments is the technology that manages VMs—hypervisors.</a:t>
            </a:r>
          </a:p>
          <a:p>
            <a:endParaRPr lang="en-US" sz="2400"/>
          </a:p>
        </p:txBody>
      </p:sp>
    </p:spTree>
    <p:extLst>
      <p:ext uri="{BB962C8B-B14F-4D97-AF65-F5344CB8AC3E}">
        <p14:creationId xmlns:p14="http://schemas.microsoft.com/office/powerpoint/2010/main" val="172362217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057E4-FAF9-5405-8D1B-82F317A1E373}"/>
              </a:ext>
            </a:extLst>
          </p:cNvPr>
          <p:cNvSpPr>
            <a:spLocks noGrp="1"/>
          </p:cNvSpPr>
          <p:nvPr>
            <p:ph type="title"/>
          </p:nvPr>
        </p:nvSpPr>
        <p:spPr>
          <a:xfrm>
            <a:off x="1043631" y="809898"/>
            <a:ext cx="9942716" cy="1554480"/>
          </a:xfrm>
        </p:spPr>
        <p:txBody>
          <a:bodyPr anchor="ctr">
            <a:normAutofit/>
          </a:bodyPr>
          <a:lstStyle/>
          <a:p>
            <a:r>
              <a:rPr lang="en-MY" sz="4800" b="1"/>
              <a:t>Hypervisors Overview</a:t>
            </a:r>
            <a:br>
              <a:rPr lang="en-MY" sz="4800"/>
            </a:br>
            <a:endParaRPr lang="en-US" sz="4800"/>
          </a:p>
        </p:txBody>
      </p:sp>
      <p:sp>
        <p:nvSpPr>
          <p:cNvPr id="3" name="Content Placeholder 2">
            <a:extLst>
              <a:ext uri="{FF2B5EF4-FFF2-40B4-BE49-F238E27FC236}">
                <a16:creationId xmlns:a16="http://schemas.microsoft.com/office/drawing/2014/main" id="{DD850D81-5368-36FB-F8AF-7E565D917222}"/>
              </a:ext>
            </a:extLst>
          </p:cNvPr>
          <p:cNvSpPr>
            <a:spLocks noGrp="1"/>
          </p:cNvSpPr>
          <p:nvPr>
            <p:ph idx="1"/>
          </p:nvPr>
        </p:nvSpPr>
        <p:spPr>
          <a:xfrm>
            <a:off x="1045028" y="3017522"/>
            <a:ext cx="9941319" cy="3124658"/>
          </a:xfrm>
        </p:spPr>
        <p:txBody>
          <a:bodyPr anchor="ctr">
            <a:normAutofit/>
          </a:bodyPr>
          <a:lstStyle/>
          <a:p>
            <a:pPr>
              <a:buNone/>
            </a:pPr>
            <a:r>
              <a:rPr lang="en-MY" sz="2400"/>
              <a:t>Hypervisors manage VMs and are classified into:</a:t>
            </a:r>
          </a:p>
          <a:p>
            <a:pPr>
              <a:buFont typeface="Arial" panose="020B0604020202020204" pitchFamily="34" charset="0"/>
              <a:buChar char="•"/>
            </a:pPr>
            <a:r>
              <a:rPr lang="en-MY" sz="2400"/>
              <a:t>Type 1: Bare-metal (e.g., Xen, VMware ESXi)</a:t>
            </a:r>
          </a:p>
          <a:p>
            <a:pPr>
              <a:buFont typeface="Arial" panose="020B0604020202020204" pitchFamily="34" charset="0"/>
              <a:buChar char="•"/>
            </a:pPr>
            <a:r>
              <a:rPr lang="en-MY" sz="2400"/>
              <a:t>Type 2: Hosted (e.g., VirtualBox) Type 1 hypervisors are more secure and commonly used in data centers. AWS uses a customized version of Xen and Nitro.</a:t>
            </a:r>
          </a:p>
          <a:p>
            <a:pPr marL="0" indent="0">
              <a:buNone/>
            </a:pPr>
            <a:r>
              <a:rPr lang="en-MY" sz="2400"/>
              <a:t>Hypervisors enable the use of multiple operating systems.</a:t>
            </a:r>
            <a:endParaRPr lang="en-US" sz="2400"/>
          </a:p>
        </p:txBody>
      </p:sp>
    </p:spTree>
    <p:extLst>
      <p:ext uri="{BB962C8B-B14F-4D97-AF65-F5344CB8AC3E}">
        <p14:creationId xmlns:p14="http://schemas.microsoft.com/office/powerpoint/2010/main" val="86828897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655C-460A-4D71-F921-9308E84A171E}"/>
              </a:ext>
            </a:extLst>
          </p:cNvPr>
          <p:cNvSpPr>
            <a:spLocks noGrp="1"/>
          </p:cNvSpPr>
          <p:nvPr>
            <p:ph type="title"/>
          </p:nvPr>
        </p:nvSpPr>
        <p:spPr>
          <a:xfrm>
            <a:off x="1043631" y="809898"/>
            <a:ext cx="9942716" cy="1554480"/>
          </a:xfrm>
        </p:spPr>
        <p:txBody>
          <a:bodyPr anchor="ctr">
            <a:normAutofit/>
          </a:bodyPr>
          <a:lstStyle/>
          <a:p>
            <a:r>
              <a:rPr lang="en-MY" sz="4800" b="1"/>
              <a:t>Operating System Choices</a:t>
            </a:r>
            <a:br>
              <a:rPr lang="en-MY" sz="4800"/>
            </a:br>
            <a:endParaRPr lang="en-US" sz="4800"/>
          </a:p>
        </p:txBody>
      </p:sp>
      <p:sp>
        <p:nvSpPr>
          <p:cNvPr id="3" name="Content Placeholder 2">
            <a:extLst>
              <a:ext uri="{FF2B5EF4-FFF2-40B4-BE49-F238E27FC236}">
                <a16:creationId xmlns:a16="http://schemas.microsoft.com/office/drawing/2014/main" id="{2F9BFBA4-BD62-ED43-1916-B9BF7BBB5E48}"/>
              </a:ext>
            </a:extLst>
          </p:cNvPr>
          <p:cNvSpPr>
            <a:spLocks noGrp="1"/>
          </p:cNvSpPr>
          <p:nvPr>
            <p:ph idx="1"/>
          </p:nvPr>
        </p:nvSpPr>
        <p:spPr>
          <a:xfrm>
            <a:off x="1045028" y="3017522"/>
            <a:ext cx="9941319" cy="3124658"/>
          </a:xfrm>
        </p:spPr>
        <p:txBody>
          <a:bodyPr anchor="ctr">
            <a:normAutofit/>
          </a:bodyPr>
          <a:lstStyle/>
          <a:p>
            <a:r>
              <a:rPr lang="en-MY" sz="2400"/>
              <a:t>Users can install any OS, such as Ubuntu, CentOS, Red Hat, or Windows Server. This flexibility supports a wide variety of use cases—from hosting websites on Linux to running legacy enterprise apps on Windows.</a:t>
            </a:r>
          </a:p>
          <a:p>
            <a:r>
              <a:rPr lang="en-MY" sz="2400"/>
              <a:t>Now that we understand the core technology, let's examine the major players offering these services.</a:t>
            </a:r>
          </a:p>
          <a:p>
            <a:endParaRPr lang="en-US" sz="2400"/>
          </a:p>
        </p:txBody>
      </p:sp>
    </p:spTree>
    <p:extLst>
      <p:ext uri="{BB962C8B-B14F-4D97-AF65-F5344CB8AC3E}">
        <p14:creationId xmlns:p14="http://schemas.microsoft.com/office/powerpoint/2010/main" val="24501324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8C1D9-E308-D358-1AA2-A31A74953EC5}"/>
              </a:ext>
            </a:extLst>
          </p:cNvPr>
          <p:cNvSpPr>
            <a:spLocks noGrp="1"/>
          </p:cNvSpPr>
          <p:nvPr>
            <p:ph type="title"/>
          </p:nvPr>
        </p:nvSpPr>
        <p:spPr>
          <a:xfrm>
            <a:off x="1043631" y="809898"/>
            <a:ext cx="9942716" cy="1554480"/>
          </a:xfrm>
        </p:spPr>
        <p:txBody>
          <a:bodyPr anchor="ctr">
            <a:normAutofit/>
          </a:bodyPr>
          <a:lstStyle/>
          <a:p>
            <a:r>
              <a:rPr lang="en-MY" sz="4800" b="1"/>
              <a:t>Introduction to IaaS Providers</a:t>
            </a:r>
            <a:br>
              <a:rPr lang="en-MY" sz="4800"/>
            </a:br>
            <a:endParaRPr lang="en-US" sz="4800"/>
          </a:p>
        </p:txBody>
      </p:sp>
      <p:sp>
        <p:nvSpPr>
          <p:cNvPr id="3" name="Content Placeholder 2">
            <a:extLst>
              <a:ext uri="{FF2B5EF4-FFF2-40B4-BE49-F238E27FC236}">
                <a16:creationId xmlns:a16="http://schemas.microsoft.com/office/drawing/2014/main" id="{C6EAECF0-7460-3B78-61CA-AB90D82327C7}"/>
              </a:ext>
            </a:extLst>
          </p:cNvPr>
          <p:cNvSpPr>
            <a:spLocks noGrp="1"/>
          </p:cNvSpPr>
          <p:nvPr>
            <p:ph idx="1"/>
          </p:nvPr>
        </p:nvSpPr>
        <p:spPr>
          <a:xfrm>
            <a:off x="1045028" y="3017522"/>
            <a:ext cx="9941319" cy="3124658"/>
          </a:xfrm>
        </p:spPr>
        <p:txBody>
          <a:bodyPr anchor="ctr">
            <a:normAutofit/>
          </a:bodyPr>
          <a:lstStyle/>
          <a:p>
            <a:pPr>
              <a:buNone/>
            </a:pPr>
            <a:r>
              <a:rPr lang="en-MY" sz="2400"/>
              <a:t>Several key players dominate the IaaS space, each with unique strengths:</a:t>
            </a:r>
          </a:p>
          <a:p>
            <a:pPr>
              <a:buFont typeface="Arial" panose="020B0604020202020204" pitchFamily="34" charset="0"/>
              <a:buChar char="•"/>
            </a:pPr>
            <a:r>
              <a:rPr lang="en-MY" sz="2400"/>
              <a:t>Amazon Web Services (AWS)</a:t>
            </a:r>
          </a:p>
          <a:p>
            <a:pPr>
              <a:buFont typeface="Arial" panose="020B0604020202020204" pitchFamily="34" charset="0"/>
              <a:buChar char="•"/>
            </a:pPr>
            <a:r>
              <a:rPr lang="en-MY" sz="2400"/>
              <a:t>Flexiscale</a:t>
            </a:r>
          </a:p>
          <a:p>
            <a:pPr>
              <a:buFont typeface="Arial" panose="020B0604020202020204" pitchFamily="34" charset="0"/>
              <a:buChar char="•"/>
            </a:pPr>
            <a:r>
              <a:rPr lang="en-MY" sz="2400"/>
              <a:t>Joyent</a:t>
            </a:r>
          </a:p>
          <a:p>
            <a:pPr>
              <a:buFont typeface="Arial" panose="020B0604020202020204" pitchFamily="34" charset="0"/>
              <a:buChar char="•"/>
            </a:pPr>
            <a:r>
              <a:rPr lang="en-MY" sz="2400"/>
              <a:t>Rackspace We’ll now explore each in more detail to compare what they bring to the table.</a:t>
            </a:r>
          </a:p>
          <a:p>
            <a:endParaRPr lang="en-US" sz="2400"/>
          </a:p>
        </p:txBody>
      </p:sp>
    </p:spTree>
    <p:extLst>
      <p:ext uri="{BB962C8B-B14F-4D97-AF65-F5344CB8AC3E}">
        <p14:creationId xmlns:p14="http://schemas.microsoft.com/office/powerpoint/2010/main" val="224838518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B2A2D-FAF4-DBE4-0996-4E3DAC37685B}"/>
              </a:ext>
            </a:extLst>
          </p:cNvPr>
          <p:cNvSpPr>
            <a:spLocks noGrp="1"/>
          </p:cNvSpPr>
          <p:nvPr>
            <p:ph type="title"/>
          </p:nvPr>
        </p:nvSpPr>
        <p:spPr>
          <a:xfrm>
            <a:off x="793662" y="386930"/>
            <a:ext cx="10066122" cy="1298448"/>
          </a:xfrm>
        </p:spPr>
        <p:txBody>
          <a:bodyPr anchor="b">
            <a:normAutofit/>
          </a:bodyPr>
          <a:lstStyle/>
          <a:p>
            <a:r>
              <a:rPr lang="en-MY" sz="4100" b="1"/>
              <a:t>Amazon Web Services (AWS)</a:t>
            </a:r>
            <a:br>
              <a:rPr lang="en-MY" sz="4100"/>
            </a:br>
            <a:endParaRPr lang="en-US" sz="4100"/>
          </a:p>
        </p:txBody>
      </p:sp>
      <p:sp>
        <p:nvSpPr>
          <p:cNvPr id="3" name="Content Placeholder 2">
            <a:extLst>
              <a:ext uri="{FF2B5EF4-FFF2-40B4-BE49-F238E27FC236}">
                <a16:creationId xmlns:a16="http://schemas.microsoft.com/office/drawing/2014/main" id="{BDCE480E-20F1-AD4A-F2D1-21E4C257400A}"/>
              </a:ext>
            </a:extLst>
          </p:cNvPr>
          <p:cNvSpPr>
            <a:spLocks noGrp="1"/>
          </p:cNvSpPr>
          <p:nvPr>
            <p:ph idx="1"/>
          </p:nvPr>
        </p:nvSpPr>
        <p:spPr>
          <a:xfrm>
            <a:off x="793661" y="2599509"/>
            <a:ext cx="4530898" cy="3639450"/>
          </a:xfrm>
        </p:spPr>
        <p:txBody>
          <a:bodyPr anchor="ctr">
            <a:normAutofit/>
          </a:bodyPr>
          <a:lstStyle/>
          <a:p>
            <a:r>
              <a:rPr lang="en-MY" sz="2000"/>
              <a:t>AWS is the largest and most widely used IaaS provider. It offers a vast array of services beyond compute and storage, including AI, IoT, and big data analytics. AWS supports global infrastructure with 30+ geographic regions.</a:t>
            </a:r>
          </a:p>
          <a:p>
            <a:r>
              <a:rPr lang="en-MY" sz="2000"/>
              <a:t>Let’s take a closer look at one of AWS's flagship IaaS offerings—Amazon EC2.</a:t>
            </a:r>
          </a:p>
          <a:p>
            <a:endParaRPr lang="en-US" sz="2000"/>
          </a:p>
        </p:txBody>
      </p:sp>
      <p:pic>
        <p:nvPicPr>
          <p:cNvPr id="3074" name="Picture 2" descr="A logo with a smile&#10;&#10;AI-generated content may be incorrect.">
            <a:extLst>
              <a:ext uri="{FF2B5EF4-FFF2-40B4-BE49-F238E27FC236}">
                <a16:creationId xmlns:a16="http://schemas.microsoft.com/office/drawing/2014/main" id="{561AB3FD-A00A-AE1E-49FD-BF4D30544B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2796294"/>
            <a:ext cx="5150277" cy="309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66334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0ED89-451B-2202-9768-EDAA8EA0DD1C}"/>
              </a:ext>
            </a:extLst>
          </p:cNvPr>
          <p:cNvSpPr>
            <a:spLocks noGrp="1"/>
          </p:cNvSpPr>
          <p:nvPr>
            <p:ph type="title"/>
          </p:nvPr>
        </p:nvSpPr>
        <p:spPr>
          <a:xfrm>
            <a:off x="793662" y="386930"/>
            <a:ext cx="10066122" cy="1298448"/>
          </a:xfrm>
        </p:spPr>
        <p:txBody>
          <a:bodyPr anchor="b">
            <a:normAutofit/>
          </a:bodyPr>
          <a:lstStyle/>
          <a:p>
            <a:r>
              <a:rPr lang="en-MY" sz="4100" b="1"/>
              <a:t>Amazon EC2 Features</a:t>
            </a:r>
            <a:r>
              <a:rPr lang="en-MY" sz="4100"/>
              <a:t> </a:t>
            </a:r>
            <a:br>
              <a:rPr lang="en-MY" sz="4100"/>
            </a:br>
            <a:endParaRPr lang="en-US" sz="4100"/>
          </a:p>
        </p:txBody>
      </p:sp>
      <p:sp>
        <p:nvSpPr>
          <p:cNvPr id="3" name="Content Placeholder 2">
            <a:extLst>
              <a:ext uri="{FF2B5EF4-FFF2-40B4-BE49-F238E27FC236}">
                <a16:creationId xmlns:a16="http://schemas.microsoft.com/office/drawing/2014/main" id="{49E77EC8-2777-19C5-4A03-FC2A40D7F5A1}"/>
              </a:ext>
            </a:extLst>
          </p:cNvPr>
          <p:cNvSpPr>
            <a:spLocks noGrp="1"/>
          </p:cNvSpPr>
          <p:nvPr>
            <p:ph idx="1"/>
          </p:nvPr>
        </p:nvSpPr>
        <p:spPr>
          <a:xfrm>
            <a:off x="793661" y="2599509"/>
            <a:ext cx="4530898" cy="3639450"/>
          </a:xfrm>
        </p:spPr>
        <p:txBody>
          <a:bodyPr anchor="ctr">
            <a:normAutofit/>
          </a:bodyPr>
          <a:lstStyle/>
          <a:p>
            <a:pPr>
              <a:buNone/>
            </a:pPr>
            <a:r>
              <a:rPr lang="en-MY" sz="2000"/>
              <a:t>Elastic Compute Cloud (EC2) allows you to launch virtual servers on-demand. Features include:</a:t>
            </a:r>
          </a:p>
          <a:p>
            <a:pPr>
              <a:buFont typeface="Arial" panose="020B0604020202020204" pitchFamily="34" charset="0"/>
              <a:buChar char="•"/>
            </a:pPr>
            <a:r>
              <a:rPr lang="en-MY" sz="2000"/>
              <a:t>Variety of instance types (General, Compute, GPU)</a:t>
            </a:r>
          </a:p>
          <a:p>
            <a:pPr>
              <a:buFont typeface="Arial" panose="020B0604020202020204" pitchFamily="34" charset="0"/>
              <a:buChar char="•"/>
            </a:pPr>
            <a:r>
              <a:rPr lang="en-MY" sz="2000"/>
              <a:t>Elastic IPs</a:t>
            </a:r>
          </a:p>
          <a:p>
            <a:pPr>
              <a:buFont typeface="Arial" panose="020B0604020202020204" pitchFamily="34" charset="0"/>
              <a:buChar char="•"/>
            </a:pPr>
            <a:r>
              <a:rPr lang="en-MY" sz="2000"/>
              <a:t>AMIs (Amazon Machine Images)</a:t>
            </a:r>
          </a:p>
          <a:p>
            <a:pPr>
              <a:buFont typeface="Arial" panose="020B0604020202020204" pitchFamily="34" charset="0"/>
              <a:buChar char="•"/>
            </a:pPr>
            <a:r>
              <a:rPr lang="en-MY" sz="2000"/>
              <a:t>Integration with Auto Scaling, ELB, CloudWatch</a:t>
            </a:r>
          </a:p>
          <a:p>
            <a:endParaRPr lang="en-US" sz="2000"/>
          </a:p>
        </p:txBody>
      </p:sp>
      <p:pic>
        <p:nvPicPr>
          <p:cNvPr id="4098" name="Picture 2" descr="A logo of a cube&#10;&#10;AI-generated content may be incorrect.">
            <a:extLst>
              <a:ext uri="{FF2B5EF4-FFF2-40B4-BE49-F238E27FC236}">
                <a16:creationId xmlns:a16="http://schemas.microsoft.com/office/drawing/2014/main" id="{0775F037-9180-FEE6-ACA9-51BBBF9284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2696149"/>
            <a:ext cx="5150277" cy="3290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37785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6C3-E0A2-2484-4953-F9E2F718FF8E}"/>
              </a:ext>
            </a:extLst>
          </p:cNvPr>
          <p:cNvSpPr>
            <a:spLocks noGrp="1"/>
          </p:cNvSpPr>
          <p:nvPr>
            <p:ph type="title"/>
          </p:nvPr>
        </p:nvSpPr>
        <p:spPr>
          <a:xfrm>
            <a:off x="1043631" y="809898"/>
            <a:ext cx="9942716" cy="1554480"/>
          </a:xfrm>
        </p:spPr>
        <p:txBody>
          <a:bodyPr anchor="ctr">
            <a:normAutofit/>
          </a:bodyPr>
          <a:lstStyle/>
          <a:p>
            <a:r>
              <a:rPr lang="en-MY" sz="4800" b="1"/>
              <a:t>EC2 Use Cases</a:t>
            </a:r>
            <a:br>
              <a:rPr lang="en-MY" sz="4800"/>
            </a:br>
            <a:endParaRPr lang="en-US" sz="4800"/>
          </a:p>
        </p:txBody>
      </p:sp>
      <p:sp>
        <p:nvSpPr>
          <p:cNvPr id="3" name="Content Placeholder 2">
            <a:extLst>
              <a:ext uri="{FF2B5EF4-FFF2-40B4-BE49-F238E27FC236}">
                <a16:creationId xmlns:a16="http://schemas.microsoft.com/office/drawing/2014/main" id="{5CF88B8D-CEC0-0BDC-96AF-2498791D8B39}"/>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A startup can launch a web app with minimal upfront cost.</a:t>
            </a:r>
          </a:p>
          <a:p>
            <a:pPr>
              <a:buFont typeface="Arial" panose="020B0604020202020204" pitchFamily="34" charset="0"/>
              <a:buChar char="•"/>
            </a:pPr>
            <a:r>
              <a:rPr lang="en-MY" sz="2400"/>
              <a:t>Research teams can run machine learning models on spot instances.</a:t>
            </a:r>
          </a:p>
          <a:p>
            <a:pPr>
              <a:buFont typeface="Arial" panose="020B0604020202020204" pitchFamily="34" charset="0"/>
              <a:buChar char="•"/>
            </a:pPr>
            <a:r>
              <a:rPr lang="en-MY" sz="2400"/>
              <a:t>Enterprises can deploy scalable microservices architecture.</a:t>
            </a:r>
          </a:p>
          <a:p>
            <a:pPr marL="0" indent="0">
              <a:buNone/>
            </a:pPr>
            <a:endParaRPr lang="en-MY" sz="2400"/>
          </a:p>
          <a:p>
            <a:pPr marL="0" indent="0">
              <a:buNone/>
            </a:pPr>
            <a:r>
              <a:rPr lang="en-MY" sz="2400"/>
              <a:t>Beyond AWS, there are other notable providers with unique features worth examining.</a:t>
            </a:r>
          </a:p>
          <a:p>
            <a:endParaRPr lang="en-US" sz="2400"/>
          </a:p>
        </p:txBody>
      </p:sp>
    </p:spTree>
    <p:extLst>
      <p:ext uri="{BB962C8B-B14F-4D97-AF65-F5344CB8AC3E}">
        <p14:creationId xmlns:p14="http://schemas.microsoft.com/office/powerpoint/2010/main" val="44747524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FDE22-4E5D-6441-1934-04F8BB79201F}"/>
              </a:ext>
            </a:extLst>
          </p:cNvPr>
          <p:cNvSpPr>
            <a:spLocks noGrp="1"/>
          </p:cNvSpPr>
          <p:nvPr>
            <p:ph type="title"/>
          </p:nvPr>
        </p:nvSpPr>
        <p:spPr>
          <a:xfrm>
            <a:off x="793662" y="386930"/>
            <a:ext cx="10066122" cy="1298448"/>
          </a:xfrm>
        </p:spPr>
        <p:txBody>
          <a:bodyPr anchor="b">
            <a:normAutofit/>
          </a:bodyPr>
          <a:lstStyle/>
          <a:p>
            <a:r>
              <a:rPr lang="en-MY" sz="4100" b="1"/>
              <a:t>Flexiscale Overview</a:t>
            </a:r>
            <a:r>
              <a:rPr lang="en-MY" sz="4100"/>
              <a:t> </a:t>
            </a:r>
            <a:br>
              <a:rPr lang="en-MY" sz="4100"/>
            </a:br>
            <a:endParaRPr lang="en-US" sz="4100"/>
          </a:p>
        </p:txBody>
      </p:sp>
      <p:sp>
        <p:nvSpPr>
          <p:cNvPr id="3" name="Content Placeholder 2">
            <a:extLst>
              <a:ext uri="{FF2B5EF4-FFF2-40B4-BE49-F238E27FC236}">
                <a16:creationId xmlns:a16="http://schemas.microsoft.com/office/drawing/2014/main" id="{D9A1F4BD-B839-3CC6-4534-FA111D3E3AFB}"/>
              </a:ext>
            </a:extLst>
          </p:cNvPr>
          <p:cNvSpPr>
            <a:spLocks noGrp="1"/>
          </p:cNvSpPr>
          <p:nvPr>
            <p:ph idx="1"/>
          </p:nvPr>
        </p:nvSpPr>
        <p:spPr>
          <a:xfrm>
            <a:off x="793661" y="2599509"/>
            <a:ext cx="4530898" cy="3639450"/>
          </a:xfrm>
        </p:spPr>
        <p:txBody>
          <a:bodyPr anchor="ctr">
            <a:normAutofit/>
          </a:bodyPr>
          <a:lstStyle/>
          <a:p>
            <a:pPr marL="0" indent="0">
              <a:buNone/>
            </a:pPr>
            <a:r>
              <a:rPr lang="en-MY" sz="2000"/>
              <a:t>Flexiscale was among the first cloud IaaS platforms. It emphasized ease of use, GUI-based management, and real-time provisioning. It laid the groundwork for future European cloud innovations.</a:t>
            </a:r>
          </a:p>
          <a:p>
            <a:pPr marL="0" indent="0">
              <a:buNone/>
            </a:pPr>
            <a:endParaRPr lang="en-MY" sz="2000"/>
          </a:p>
          <a:p>
            <a:pPr marL="0" indent="0">
              <a:buNone/>
            </a:pPr>
            <a:endParaRPr lang="en-US" sz="2000"/>
          </a:p>
        </p:txBody>
      </p:sp>
      <p:pic>
        <p:nvPicPr>
          <p:cNvPr id="5" name="Picture 4" descr="A logo for a cloud computing company&#10;&#10;AI-generated content may be incorrect.">
            <a:extLst>
              <a:ext uri="{FF2B5EF4-FFF2-40B4-BE49-F238E27FC236}">
                <a16:creationId xmlns:a16="http://schemas.microsoft.com/office/drawing/2014/main" id="{E9D344C7-BAC5-254E-B3B1-A33514F72420}"/>
              </a:ext>
            </a:extLst>
          </p:cNvPr>
          <p:cNvPicPr>
            <a:picLocks noChangeAspect="1"/>
          </p:cNvPicPr>
          <p:nvPr/>
        </p:nvPicPr>
        <p:blipFill>
          <a:blip r:embed="rId2"/>
          <a:stretch>
            <a:fillRect/>
          </a:stretch>
        </p:blipFill>
        <p:spPr>
          <a:xfrm>
            <a:off x="5911532" y="3121069"/>
            <a:ext cx="5150277" cy="2440616"/>
          </a:xfrm>
          <a:prstGeom prst="rect">
            <a:avLst/>
          </a:prstGeom>
        </p:spPr>
      </p:pic>
    </p:spTree>
    <p:extLst>
      <p:ext uri="{BB962C8B-B14F-4D97-AF65-F5344CB8AC3E}">
        <p14:creationId xmlns:p14="http://schemas.microsoft.com/office/powerpoint/2010/main" val="381136721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D3252-CF8C-88F2-ED34-D1850C8B6837}"/>
              </a:ext>
            </a:extLst>
          </p:cNvPr>
          <p:cNvSpPr>
            <a:spLocks noGrp="1"/>
          </p:cNvSpPr>
          <p:nvPr>
            <p:ph type="title"/>
          </p:nvPr>
        </p:nvSpPr>
        <p:spPr>
          <a:xfrm>
            <a:off x="793662" y="386930"/>
            <a:ext cx="10066122" cy="1298448"/>
          </a:xfrm>
        </p:spPr>
        <p:txBody>
          <a:bodyPr anchor="b">
            <a:normAutofit/>
          </a:bodyPr>
          <a:lstStyle/>
          <a:p>
            <a:r>
              <a:rPr lang="en-MY" sz="4100" b="1"/>
              <a:t>Joyent Overview</a:t>
            </a:r>
            <a:br>
              <a:rPr lang="en-MY" sz="4100"/>
            </a:br>
            <a:endParaRPr lang="en-US" sz="4100"/>
          </a:p>
        </p:txBody>
      </p:sp>
      <p:sp>
        <p:nvSpPr>
          <p:cNvPr id="3" name="Content Placeholder 2">
            <a:extLst>
              <a:ext uri="{FF2B5EF4-FFF2-40B4-BE49-F238E27FC236}">
                <a16:creationId xmlns:a16="http://schemas.microsoft.com/office/drawing/2014/main" id="{1F245BB5-2CF9-3BAB-BC0F-BED918F0658D}"/>
              </a:ext>
            </a:extLst>
          </p:cNvPr>
          <p:cNvSpPr>
            <a:spLocks noGrp="1"/>
          </p:cNvSpPr>
          <p:nvPr>
            <p:ph idx="1"/>
          </p:nvPr>
        </p:nvSpPr>
        <p:spPr>
          <a:xfrm>
            <a:off x="793661" y="2599509"/>
            <a:ext cx="4530898" cy="3639450"/>
          </a:xfrm>
        </p:spPr>
        <p:txBody>
          <a:bodyPr anchor="ctr">
            <a:normAutofit/>
          </a:bodyPr>
          <a:lstStyle/>
          <a:p>
            <a:pPr marL="0" indent="0">
              <a:buNone/>
            </a:pPr>
            <a:r>
              <a:rPr lang="en-MY" sz="2000"/>
              <a:t>Joyent provides SmartOS-based virtual machines optimized for real-time apps. Known for supporting Node.js early, Joyent is now part of Samsung and focuses on cloud-native workloads and high-performance computing.</a:t>
            </a:r>
          </a:p>
          <a:p>
            <a:endParaRPr lang="en-US" sz="2000"/>
          </a:p>
        </p:txBody>
      </p:sp>
      <p:pic>
        <p:nvPicPr>
          <p:cNvPr id="2050" name="Picture 2" descr="A close-up of a word&#10;&#10;AI-generated content may be incorrect.">
            <a:extLst>
              <a:ext uri="{FF2B5EF4-FFF2-40B4-BE49-F238E27FC236}">
                <a16:creationId xmlns:a16="http://schemas.microsoft.com/office/drawing/2014/main" id="{75F6289F-B866-FAFC-9280-21FD525C9B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118186"/>
            <a:ext cx="5150277" cy="2446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96994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5C69-229C-4ABC-4797-81CDF826E8EE}"/>
              </a:ext>
            </a:extLst>
          </p:cNvPr>
          <p:cNvSpPr>
            <a:spLocks noGrp="1"/>
          </p:cNvSpPr>
          <p:nvPr>
            <p:ph type="title"/>
          </p:nvPr>
        </p:nvSpPr>
        <p:spPr>
          <a:xfrm>
            <a:off x="793662" y="386930"/>
            <a:ext cx="10066122" cy="1298448"/>
          </a:xfrm>
        </p:spPr>
        <p:txBody>
          <a:bodyPr anchor="b">
            <a:normAutofit/>
          </a:bodyPr>
          <a:lstStyle/>
          <a:p>
            <a:r>
              <a:rPr lang="en-MY" sz="4100" b="1"/>
              <a:t>Rackspace Cloud Servers</a:t>
            </a:r>
            <a:br>
              <a:rPr lang="en-MY" sz="4100"/>
            </a:br>
            <a:endParaRPr lang="en-US" sz="4100"/>
          </a:p>
        </p:txBody>
      </p:sp>
      <p:sp>
        <p:nvSpPr>
          <p:cNvPr id="3" name="Content Placeholder 2">
            <a:extLst>
              <a:ext uri="{FF2B5EF4-FFF2-40B4-BE49-F238E27FC236}">
                <a16:creationId xmlns:a16="http://schemas.microsoft.com/office/drawing/2014/main" id="{77314866-F94E-A331-CA67-6404B75549B2}"/>
              </a:ext>
            </a:extLst>
          </p:cNvPr>
          <p:cNvSpPr>
            <a:spLocks noGrp="1"/>
          </p:cNvSpPr>
          <p:nvPr>
            <p:ph idx="1"/>
          </p:nvPr>
        </p:nvSpPr>
        <p:spPr>
          <a:xfrm>
            <a:off x="793661" y="2599509"/>
            <a:ext cx="4530898" cy="3639450"/>
          </a:xfrm>
        </p:spPr>
        <p:txBody>
          <a:bodyPr anchor="ctr">
            <a:normAutofit/>
          </a:bodyPr>
          <a:lstStyle/>
          <a:p>
            <a:r>
              <a:rPr lang="en-MY" sz="2000"/>
              <a:t>Rackspace specializes in managed cloud services. It helps businesses deploy and manage cloud infrastructure on platforms like AWS, Azure, and Google Cloud. Their focus is on customer support, making them ideal for companies with limited IT staff.</a:t>
            </a:r>
          </a:p>
          <a:p>
            <a:pPr marL="0" indent="0">
              <a:buNone/>
            </a:pPr>
            <a:endParaRPr lang="en-US" sz="2000"/>
          </a:p>
        </p:txBody>
      </p:sp>
      <p:pic>
        <p:nvPicPr>
          <p:cNvPr id="5122" name="Picture 2" descr="A black background with a red and white logo&#10;&#10;AI-generated content may be incorrect.">
            <a:extLst>
              <a:ext uri="{FF2B5EF4-FFF2-40B4-BE49-F238E27FC236}">
                <a16:creationId xmlns:a16="http://schemas.microsoft.com/office/drawing/2014/main" id="{43F4D006-02A8-D6A1-E00D-897C4D6412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29548" y="2484255"/>
            <a:ext cx="3714244" cy="3714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7040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2FA4C-035E-6BFC-8CC6-C9AD7D969A61}"/>
              </a:ext>
            </a:extLst>
          </p:cNvPr>
          <p:cNvSpPr>
            <a:spLocks noGrp="1"/>
          </p:cNvSpPr>
          <p:nvPr>
            <p:ph type="title"/>
          </p:nvPr>
        </p:nvSpPr>
        <p:spPr>
          <a:xfrm>
            <a:off x="841248" y="685800"/>
            <a:ext cx="10506456" cy="1157005"/>
          </a:xfrm>
        </p:spPr>
        <p:txBody>
          <a:bodyPr anchor="b">
            <a:normAutofit/>
          </a:bodyPr>
          <a:lstStyle/>
          <a:p>
            <a:r>
              <a:rPr lang="en-MY" sz="3700" b="1"/>
              <a:t>Comparing Providers</a:t>
            </a:r>
            <a:br>
              <a:rPr lang="en-MY" sz="3700"/>
            </a:br>
            <a:endParaRPr lang="en-US" sz="3700"/>
          </a:p>
        </p:txBody>
      </p:sp>
      <p:graphicFrame>
        <p:nvGraphicFramePr>
          <p:cNvPr id="4" name="Content Placeholder 3">
            <a:extLst>
              <a:ext uri="{FF2B5EF4-FFF2-40B4-BE49-F238E27FC236}">
                <a16:creationId xmlns:a16="http://schemas.microsoft.com/office/drawing/2014/main" id="{C30F5372-D0D6-9CC2-3F0C-2A400486C29E}"/>
              </a:ext>
            </a:extLst>
          </p:cNvPr>
          <p:cNvGraphicFramePr>
            <a:graphicFrameLocks noGrp="1"/>
          </p:cNvGraphicFramePr>
          <p:nvPr>
            <p:ph idx="1"/>
          </p:nvPr>
        </p:nvGraphicFramePr>
        <p:xfrm>
          <a:off x="966103" y="2295252"/>
          <a:ext cx="10250651" cy="3876950"/>
        </p:xfrm>
        <a:graphic>
          <a:graphicData uri="http://schemas.openxmlformats.org/drawingml/2006/table">
            <a:tbl>
              <a:tblPr>
                <a:tableStyleId>{5940675A-B579-460E-94D1-54222C63F5DA}</a:tableStyleId>
              </a:tblPr>
              <a:tblGrid>
                <a:gridCol w="2573240">
                  <a:extLst>
                    <a:ext uri="{9D8B030D-6E8A-4147-A177-3AD203B41FA5}">
                      <a16:colId xmlns:a16="http://schemas.microsoft.com/office/drawing/2014/main" val="553869688"/>
                    </a:ext>
                  </a:extLst>
                </a:gridCol>
                <a:gridCol w="1400090">
                  <a:extLst>
                    <a:ext uri="{9D8B030D-6E8A-4147-A177-3AD203B41FA5}">
                      <a16:colId xmlns:a16="http://schemas.microsoft.com/office/drawing/2014/main" val="2611554840"/>
                    </a:ext>
                  </a:extLst>
                </a:gridCol>
                <a:gridCol w="2015513">
                  <a:extLst>
                    <a:ext uri="{9D8B030D-6E8A-4147-A177-3AD203B41FA5}">
                      <a16:colId xmlns:a16="http://schemas.microsoft.com/office/drawing/2014/main" val="1363662517"/>
                    </a:ext>
                  </a:extLst>
                </a:gridCol>
                <a:gridCol w="2073208">
                  <a:extLst>
                    <a:ext uri="{9D8B030D-6E8A-4147-A177-3AD203B41FA5}">
                      <a16:colId xmlns:a16="http://schemas.microsoft.com/office/drawing/2014/main" val="2313811366"/>
                    </a:ext>
                  </a:extLst>
                </a:gridCol>
                <a:gridCol w="2188600">
                  <a:extLst>
                    <a:ext uri="{9D8B030D-6E8A-4147-A177-3AD203B41FA5}">
                      <a16:colId xmlns:a16="http://schemas.microsoft.com/office/drawing/2014/main" val="2754814241"/>
                    </a:ext>
                  </a:extLst>
                </a:gridCol>
              </a:tblGrid>
              <a:tr h="606036">
                <a:tc>
                  <a:txBody>
                    <a:bodyPr/>
                    <a:lstStyle/>
                    <a:p>
                      <a:pPr algn="l" fontAlgn="ctr">
                        <a:buNone/>
                      </a:pPr>
                      <a:r>
                        <a:rPr lang="en-MY" sz="2800" b="0" u="none" strike="noStrike">
                          <a:effectLst/>
                        </a:rPr>
                        <a:t>Feature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AWS</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Flexiscale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Joyent</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Rackspace</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1728810063"/>
                  </a:ext>
                </a:extLst>
              </a:tr>
              <a:tr h="606036">
                <a:tc>
                  <a:txBody>
                    <a:bodyPr/>
                    <a:lstStyle/>
                    <a:p>
                      <a:pPr algn="l" fontAlgn="ctr">
                        <a:buNone/>
                      </a:pPr>
                      <a:r>
                        <a:rPr lang="en-MY" sz="2800" b="0" u="none" strike="noStrike">
                          <a:effectLst/>
                        </a:rPr>
                        <a:t>Global Reach</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Low</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Moderate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2765404327"/>
                  </a:ext>
                </a:extLst>
              </a:tr>
              <a:tr h="1029421">
                <a:tc>
                  <a:txBody>
                    <a:bodyPr/>
                    <a:lstStyle/>
                    <a:p>
                      <a:pPr algn="l" fontAlgn="ctr">
                        <a:buNone/>
                      </a:pPr>
                      <a:r>
                        <a:rPr lang="en-MY" sz="2800" b="0" u="none" strike="noStrike">
                          <a:effectLst/>
                        </a:rPr>
                        <a:t>Support</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Good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Moderate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Developer-focused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High-touch</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2172281477"/>
                  </a:ext>
                </a:extLst>
              </a:tr>
              <a:tr h="1029421">
                <a:tc>
                  <a:txBody>
                    <a:bodyPr/>
                    <a:lstStyle/>
                    <a:p>
                      <a:pPr algn="l" fontAlgn="ctr">
                        <a:buNone/>
                      </a:pPr>
                      <a:r>
                        <a:rPr lang="en-MY" sz="2800" b="0" u="none" strike="noStrike">
                          <a:effectLst/>
                        </a:rPr>
                        <a:t>Pricing Flexibility</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Medium</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Medium</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Low</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2573717641"/>
                  </a:ext>
                </a:extLst>
              </a:tr>
              <a:tr h="606036">
                <a:tc>
                  <a:txBody>
                    <a:bodyPr/>
                    <a:lstStyle/>
                    <a:p>
                      <a:pPr algn="l" fontAlgn="ctr">
                        <a:buNone/>
                      </a:pPr>
                      <a:r>
                        <a:rPr lang="en-MY" sz="2800" b="0" u="none" strike="noStrike">
                          <a:effectLst/>
                        </a:rPr>
                        <a:t>OS Flexibility</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Broad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Broad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SmartOS</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Broad</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43720982"/>
                  </a:ext>
                </a:extLst>
              </a:tr>
            </a:tbl>
          </a:graphicData>
        </a:graphic>
      </p:graphicFrame>
    </p:spTree>
    <p:extLst>
      <p:ext uri="{BB962C8B-B14F-4D97-AF65-F5344CB8AC3E}">
        <p14:creationId xmlns:p14="http://schemas.microsoft.com/office/powerpoint/2010/main" val="312480248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F442-5A75-0247-FAF0-FAD07BBC9F9A}"/>
              </a:ext>
            </a:extLst>
          </p:cNvPr>
          <p:cNvSpPr>
            <a:spLocks noGrp="1"/>
          </p:cNvSpPr>
          <p:nvPr>
            <p:ph type="title"/>
          </p:nvPr>
        </p:nvSpPr>
        <p:spPr>
          <a:xfrm>
            <a:off x="1043631" y="809898"/>
            <a:ext cx="9942716" cy="1554480"/>
          </a:xfrm>
        </p:spPr>
        <p:txBody>
          <a:bodyPr anchor="ctr">
            <a:normAutofit/>
          </a:bodyPr>
          <a:lstStyle/>
          <a:p>
            <a:r>
              <a:rPr lang="en-MY" sz="4800" b="1"/>
              <a:t>Choosing the Right IaaS</a:t>
            </a:r>
            <a:br>
              <a:rPr lang="en-MY" sz="4800"/>
            </a:br>
            <a:endParaRPr lang="en-US" sz="4800"/>
          </a:p>
        </p:txBody>
      </p:sp>
      <p:sp>
        <p:nvSpPr>
          <p:cNvPr id="3" name="Content Placeholder 2">
            <a:extLst>
              <a:ext uri="{FF2B5EF4-FFF2-40B4-BE49-F238E27FC236}">
                <a16:creationId xmlns:a16="http://schemas.microsoft.com/office/drawing/2014/main" id="{36A32A06-6DCC-F3E5-2125-8F677D843392}"/>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Cost predictability</a:t>
            </a:r>
          </a:p>
          <a:p>
            <a:pPr>
              <a:buFont typeface="Arial" panose="020B0604020202020204" pitchFamily="34" charset="0"/>
              <a:buChar char="•"/>
            </a:pPr>
            <a:r>
              <a:rPr lang="en-MY" sz="2400"/>
              <a:t>Performance and availability needs</a:t>
            </a:r>
          </a:p>
          <a:p>
            <a:pPr>
              <a:buFont typeface="Arial" panose="020B0604020202020204" pitchFamily="34" charset="0"/>
              <a:buChar char="•"/>
            </a:pPr>
            <a:r>
              <a:rPr lang="en-MY" sz="2400"/>
              <a:t>Compliance requirements</a:t>
            </a:r>
          </a:p>
          <a:p>
            <a:pPr>
              <a:buFont typeface="Arial" panose="020B0604020202020204" pitchFamily="34" charset="0"/>
              <a:buChar char="•"/>
            </a:pPr>
            <a:r>
              <a:rPr lang="en-MY" sz="2400"/>
              <a:t>In-house expertise A healthcare startup might choose AWS for scalability, while a small firm might pick Rackspace for its support.</a:t>
            </a:r>
          </a:p>
          <a:p>
            <a:endParaRPr lang="en-US" sz="2400"/>
          </a:p>
        </p:txBody>
      </p:sp>
    </p:spTree>
    <p:extLst>
      <p:ext uri="{BB962C8B-B14F-4D97-AF65-F5344CB8AC3E}">
        <p14:creationId xmlns:p14="http://schemas.microsoft.com/office/powerpoint/2010/main" val="331009992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D41D-A319-9C08-5983-4D666D254B89}"/>
              </a:ext>
            </a:extLst>
          </p:cNvPr>
          <p:cNvSpPr>
            <a:spLocks noGrp="1"/>
          </p:cNvSpPr>
          <p:nvPr>
            <p:ph type="title"/>
          </p:nvPr>
        </p:nvSpPr>
        <p:spPr>
          <a:xfrm>
            <a:off x="1043631" y="809898"/>
            <a:ext cx="9942716" cy="1554480"/>
          </a:xfrm>
        </p:spPr>
        <p:txBody>
          <a:bodyPr anchor="ctr">
            <a:normAutofit/>
          </a:bodyPr>
          <a:lstStyle/>
          <a:p>
            <a:r>
              <a:rPr lang="en-MY" sz="4800" b="1"/>
              <a:t>Real-World Applications of IaaS</a:t>
            </a:r>
            <a:br>
              <a:rPr lang="en-MY" sz="4800"/>
            </a:br>
            <a:endParaRPr lang="en-US" sz="4800"/>
          </a:p>
        </p:txBody>
      </p:sp>
      <p:sp>
        <p:nvSpPr>
          <p:cNvPr id="3" name="Content Placeholder 2">
            <a:extLst>
              <a:ext uri="{FF2B5EF4-FFF2-40B4-BE49-F238E27FC236}">
                <a16:creationId xmlns:a16="http://schemas.microsoft.com/office/drawing/2014/main" id="{80E177ED-4954-31D4-D709-BB7388BD27B3}"/>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Education: Virtual labs, student VMs</a:t>
            </a:r>
          </a:p>
          <a:p>
            <a:pPr>
              <a:buFont typeface="Arial" panose="020B0604020202020204" pitchFamily="34" charset="0"/>
              <a:buChar char="•"/>
            </a:pPr>
            <a:r>
              <a:rPr lang="en-MY" sz="2400"/>
              <a:t>E-commerce: Scalable web stores</a:t>
            </a:r>
          </a:p>
          <a:p>
            <a:pPr>
              <a:buFont typeface="Arial" panose="020B0604020202020204" pitchFamily="34" charset="0"/>
              <a:buChar char="•"/>
            </a:pPr>
            <a:r>
              <a:rPr lang="en-MY" sz="2400"/>
              <a:t>Media: Video rendering farms</a:t>
            </a:r>
          </a:p>
          <a:p>
            <a:pPr>
              <a:buFont typeface="Arial" panose="020B0604020202020204" pitchFamily="34" charset="0"/>
              <a:buChar char="•"/>
            </a:pPr>
            <a:r>
              <a:rPr lang="en-MY" sz="2400"/>
              <a:t>Government: Secure data processing These use cases highlight the flexibility of IaaS across sectors.</a:t>
            </a:r>
          </a:p>
          <a:p>
            <a:endParaRPr lang="en-US" sz="2400"/>
          </a:p>
        </p:txBody>
      </p:sp>
    </p:spTree>
    <p:extLst>
      <p:ext uri="{BB962C8B-B14F-4D97-AF65-F5344CB8AC3E}">
        <p14:creationId xmlns:p14="http://schemas.microsoft.com/office/powerpoint/2010/main" val="428471505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D4EC-7A16-8F5F-100D-5A2AF02B7C61}"/>
              </a:ext>
            </a:extLst>
          </p:cNvPr>
          <p:cNvSpPr>
            <a:spLocks noGrp="1"/>
          </p:cNvSpPr>
          <p:nvPr>
            <p:ph type="title"/>
          </p:nvPr>
        </p:nvSpPr>
        <p:spPr>
          <a:xfrm>
            <a:off x="1043631" y="809898"/>
            <a:ext cx="9942716" cy="1554480"/>
          </a:xfrm>
        </p:spPr>
        <p:txBody>
          <a:bodyPr anchor="ctr">
            <a:normAutofit/>
          </a:bodyPr>
          <a:lstStyle/>
          <a:p>
            <a:r>
              <a:rPr lang="en-MY" sz="4800" b="1"/>
              <a:t>Challenges with IaaS</a:t>
            </a:r>
            <a:br>
              <a:rPr lang="en-MY" sz="4800"/>
            </a:br>
            <a:endParaRPr lang="en-US" sz="4800"/>
          </a:p>
        </p:txBody>
      </p:sp>
      <p:sp>
        <p:nvSpPr>
          <p:cNvPr id="3" name="Content Placeholder 2">
            <a:extLst>
              <a:ext uri="{FF2B5EF4-FFF2-40B4-BE49-F238E27FC236}">
                <a16:creationId xmlns:a16="http://schemas.microsoft.com/office/drawing/2014/main" id="{EB80978A-64E6-95EB-AA8A-53D93A2F28FA}"/>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Cost overruns without monitoring</a:t>
            </a:r>
          </a:p>
          <a:p>
            <a:pPr>
              <a:buFont typeface="Arial" panose="020B0604020202020204" pitchFamily="34" charset="0"/>
              <a:buChar char="•"/>
            </a:pPr>
            <a:r>
              <a:rPr lang="en-MY" sz="2400"/>
              <a:t>Data security risks if misconfigured</a:t>
            </a:r>
          </a:p>
          <a:p>
            <a:pPr>
              <a:buFont typeface="Arial" panose="020B0604020202020204" pitchFamily="34" charset="0"/>
              <a:buChar char="•"/>
            </a:pPr>
            <a:r>
              <a:rPr lang="en-MY" sz="2400"/>
              <a:t>Vendor lock-in</a:t>
            </a:r>
          </a:p>
          <a:p>
            <a:pPr>
              <a:buFont typeface="Arial" panose="020B0604020202020204" pitchFamily="34" charset="0"/>
              <a:buChar char="•"/>
            </a:pPr>
            <a:r>
              <a:rPr lang="en-MY" sz="2400"/>
              <a:t>Complexity in setup and scaling These should be planned for during adoption.</a:t>
            </a:r>
          </a:p>
          <a:p>
            <a:endParaRPr lang="en-US" sz="2400"/>
          </a:p>
        </p:txBody>
      </p:sp>
    </p:spTree>
    <p:extLst>
      <p:ext uri="{BB962C8B-B14F-4D97-AF65-F5344CB8AC3E}">
        <p14:creationId xmlns:p14="http://schemas.microsoft.com/office/powerpoint/2010/main" val="1537291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6906</Words>
  <Application>Microsoft Office PowerPoint</Application>
  <PresentationFormat>宽屏</PresentationFormat>
  <Paragraphs>987</Paragraphs>
  <Slides>178</Slides>
  <Notes>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178</vt:i4>
      </vt:variant>
    </vt:vector>
  </HeadingPairs>
  <TitlesOfParts>
    <vt:vector size="185" baseType="lpstr">
      <vt:lpstr>Proxima Nova</vt:lpstr>
      <vt:lpstr>Aptos</vt:lpstr>
      <vt:lpstr>Aptos Display</vt:lpstr>
      <vt:lpstr>Arial</vt:lpstr>
      <vt:lpstr>Calibri</vt:lpstr>
      <vt:lpstr>Poppins</vt:lpstr>
      <vt:lpstr>Office Theme</vt:lpstr>
      <vt:lpstr>Cloud Principles</vt:lpstr>
      <vt:lpstr>Lesson Objectives</vt:lpstr>
      <vt:lpstr>What is Cloud Computing?</vt:lpstr>
      <vt:lpstr>On-Premise vs Cloud</vt:lpstr>
      <vt:lpstr>PowerPoint 演示文稿</vt:lpstr>
      <vt:lpstr>Cloud Access Methods</vt:lpstr>
      <vt:lpstr>Cloud Computing Characteristics</vt:lpstr>
      <vt:lpstr>Elasticity</vt:lpstr>
      <vt:lpstr>Multi-Tenancy</vt:lpstr>
      <vt:lpstr>On-Demand Access</vt:lpstr>
      <vt:lpstr>Ubiquitous Access</vt:lpstr>
      <vt:lpstr>Usage Metering</vt:lpstr>
      <vt:lpstr>Self-Service Capability</vt:lpstr>
      <vt:lpstr>SLA Monitoring</vt:lpstr>
      <vt:lpstr>Service-Oriented Architecture (SOA)</vt:lpstr>
      <vt:lpstr>PowerPoint 演示文稿</vt:lpstr>
      <vt:lpstr>Enterprise Cloud Drivers</vt:lpstr>
      <vt:lpstr>Adoption Trend</vt:lpstr>
      <vt:lpstr>End of Topic 1</vt:lpstr>
      <vt:lpstr>Architectural Layers of Cloud Computing</vt:lpstr>
      <vt:lpstr>Contents</vt:lpstr>
      <vt:lpstr>PowerPoint 演示文稿</vt:lpstr>
      <vt:lpstr>PowerPoint 演示文稿</vt:lpstr>
      <vt:lpstr>Introduction to Cloud Computing</vt:lpstr>
      <vt:lpstr>Delivery of Computing Services</vt:lpstr>
      <vt:lpstr>Why Cloud Computing?</vt:lpstr>
      <vt:lpstr>Cloud Computing Layers</vt:lpstr>
      <vt:lpstr>Understanding the Layered Model</vt:lpstr>
      <vt:lpstr>Software as a Service (SaaS)</vt:lpstr>
      <vt:lpstr>SaaS – Benefits and Challenges</vt:lpstr>
      <vt:lpstr>PowerPoint 演示文稿</vt:lpstr>
      <vt:lpstr>Platform as a Service (PaaS)</vt:lpstr>
      <vt:lpstr>PaaS – Benefits and Challenges</vt:lpstr>
      <vt:lpstr>Examples of PaaS Providers</vt:lpstr>
      <vt:lpstr>PowerPoint 演示文稿</vt:lpstr>
      <vt:lpstr>Infrastructure as a Service (IaaS)</vt:lpstr>
      <vt:lpstr>IaaS – Benefits and Challenges</vt:lpstr>
      <vt:lpstr>IaaS Providers and Use Cases</vt:lpstr>
      <vt:lpstr>PowerPoint 演示文稿</vt:lpstr>
      <vt:lpstr>PowerPoint 演示文稿</vt:lpstr>
      <vt:lpstr>PowerPoint 演示文稿</vt:lpstr>
      <vt:lpstr>Dynamic Infrastructure</vt:lpstr>
      <vt:lpstr>Key Components of Dynamic Infrastructure</vt:lpstr>
      <vt:lpstr>Benefits of a Dynamic Infrastructure</vt:lpstr>
      <vt:lpstr>PowerPoint 演示文稿</vt:lpstr>
      <vt:lpstr>PowerPoint 演示文稿</vt:lpstr>
      <vt:lpstr>PowerPoint 演示文稿</vt:lpstr>
      <vt:lpstr>PowerPoint 演示文稿</vt:lpstr>
      <vt:lpstr>Challenges of Dynamic Infrastructure</vt:lpstr>
      <vt:lpstr>PowerPoint 演示文稿</vt:lpstr>
      <vt:lpstr>Putting It All Together</vt:lpstr>
      <vt:lpstr>Summary</vt:lpstr>
      <vt:lpstr>Topic 3</vt:lpstr>
      <vt:lpstr>Lecture Outline</vt:lpstr>
      <vt:lpstr>System Scalability</vt:lpstr>
      <vt:lpstr>Types of Scalability</vt:lpstr>
      <vt:lpstr>Benefits of Scalability</vt:lpstr>
      <vt:lpstr>Amdahl’s Law</vt:lpstr>
      <vt:lpstr>Amdahl’s Law</vt:lpstr>
      <vt:lpstr>System Availability</vt:lpstr>
      <vt:lpstr>Common Avilability target</vt:lpstr>
      <vt:lpstr>Factors Affecting System Availability</vt:lpstr>
      <vt:lpstr>Ensuring High Availability</vt:lpstr>
      <vt:lpstr>Single Point of Failure (SPOF)</vt:lpstr>
      <vt:lpstr>Mitigating SPOF</vt:lpstr>
      <vt:lpstr>Security Threats and Defense Technologies</vt:lpstr>
      <vt:lpstr>Types of Security Threats</vt:lpstr>
      <vt:lpstr>Potential Damages from Attacks</vt:lpstr>
      <vt:lpstr>System Attacks</vt:lpstr>
      <vt:lpstr>Network Threats to Cyberspace</vt:lpstr>
      <vt:lpstr>Defense Against Network Threats</vt:lpstr>
      <vt:lpstr>Internet Security Responsibilities</vt:lpstr>
      <vt:lpstr>Responsibilities of Individuals</vt:lpstr>
      <vt:lpstr>Responsibilities of Organizations</vt:lpstr>
      <vt:lpstr>Responsibilities of Governments</vt:lpstr>
      <vt:lpstr>Case Study 1 - Equifax Data Breach</vt:lpstr>
      <vt:lpstr>Case Study 2 - WannaCry Ransomware Attack</vt:lpstr>
      <vt:lpstr>Summary</vt:lpstr>
      <vt:lpstr>Topic 4 – Software as a Service (SaaS)</vt:lpstr>
      <vt:lpstr>Introduction to SaaS</vt:lpstr>
      <vt:lpstr>Evolution of Software Delivery</vt:lpstr>
      <vt:lpstr>SaaS Architecture</vt:lpstr>
      <vt:lpstr>SaaS vs Other Cloud Models</vt:lpstr>
      <vt:lpstr>Benefits of SaaS</vt:lpstr>
      <vt:lpstr>Challenges of SaaS</vt:lpstr>
      <vt:lpstr>SaaS Pricing Models</vt:lpstr>
      <vt:lpstr>Examples of SaaS Applications</vt:lpstr>
      <vt:lpstr>Examples of SaaS Applications</vt:lpstr>
      <vt:lpstr>SaaS in Different Areas</vt:lpstr>
      <vt:lpstr>Choosing the Right SaaS Solution</vt:lpstr>
      <vt:lpstr>Risks &amp; Security Concerns</vt:lpstr>
      <vt:lpstr>End of Topic 4</vt:lpstr>
      <vt:lpstr>Topic 5 – Cloud Infrastructure Management</vt:lpstr>
      <vt:lpstr>Introduction to Cloud Infrastructure</vt:lpstr>
      <vt:lpstr>Why Cloud Infrastructure Management Matters</vt:lpstr>
      <vt:lpstr>What is a Virtual Infrastructure Manager (VIM)?</vt:lpstr>
      <vt:lpstr>Core Features of a VIM</vt:lpstr>
      <vt:lpstr>Example – OpenStack as a VIM</vt:lpstr>
      <vt:lpstr>VMware vSphere as a VIM</vt:lpstr>
      <vt:lpstr>Feature Comparison of VIMs</vt:lpstr>
      <vt:lpstr>Advantages of Using Virtual Machines</vt:lpstr>
      <vt:lpstr>Purpose of Virtual Machines</vt:lpstr>
      <vt:lpstr>Benefits of Virtual Machines in Cloud</vt:lpstr>
      <vt:lpstr>Opportunities in Cloud Infrastructure Management</vt:lpstr>
      <vt:lpstr>Challenges in Cloud Infrastructure</vt:lpstr>
      <vt:lpstr>Security Issues in Virtual Infrastructure</vt:lpstr>
      <vt:lpstr>Performance Issues</vt:lpstr>
      <vt:lpstr>Cost Management Challenges</vt:lpstr>
      <vt:lpstr>Disadvantages of Virtual Machines</vt:lpstr>
      <vt:lpstr>How to Overcome the Challenges</vt:lpstr>
      <vt:lpstr>Cloud Management Best Practices</vt:lpstr>
      <vt:lpstr>Summary</vt:lpstr>
      <vt:lpstr>Final Thoughts</vt:lpstr>
      <vt:lpstr>Topic 6 - Migrating into the Cloud</vt:lpstr>
      <vt:lpstr>Cloud Migration</vt:lpstr>
      <vt:lpstr>Reasons to Migrate to the Cloud </vt:lpstr>
      <vt:lpstr>Types of Cloud Services </vt:lpstr>
      <vt:lpstr>Popular Cloud Providers </vt:lpstr>
      <vt:lpstr>Key Challenges in Cloud Migration </vt:lpstr>
      <vt:lpstr>Planning </vt:lpstr>
      <vt:lpstr>The 6 R’s of Cloud Migration </vt:lpstr>
      <vt:lpstr>Rehost (Lift and Shift) </vt:lpstr>
      <vt:lpstr>Refactor (Replatform) </vt:lpstr>
      <vt:lpstr>Revise (Re-architect) </vt:lpstr>
      <vt:lpstr>Rebuild (Redesign from Scratch) </vt:lpstr>
      <vt:lpstr>Replace (Drop and Shop) </vt:lpstr>
      <vt:lpstr>Retire (Decommissioning) </vt:lpstr>
      <vt:lpstr>Steps to Cloud Migration </vt:lpstr>
      <vt:lpstr>Step 1 - Create a Migration Strategy </vt:lpstr>
      <vt:lpstr>Step 2 - Evaluate Applications and Data </vt:lpstr>
      <vt:lpstr>Step 3 - Choose the Right Cloud Provider </vt:lpstr>
      <vt:lpstr>Step 4 - Prepare the Environment </vt:lpstr>
      <vt:lpstr>Step 5 - Migrate and Test </vt:lpstr>
      <vt:lpstr>Step 6 - Monitor and Optimize </vt:lpstr>
      <vt:lpstr>Migration Tools &amp; Platforms </vt:lpstr>
      <vt:lpstr>Limitations That Deter Adoption </vt:lpstr>
      <vt:lpstr>Cloud Integration Types </vt:lpstr>
      <vt:lpstr>Data Integration </vt:lpstr>
      <vt:lpstr>Application Integration </vt:lpstr>
      <vt:lpstr>Process Integration </vt:lpstr>
      <vt:lpstr>Requirements for Integration </vt:lpstr>
      <vt:lpstr>Attributes of Integration Platforms </vt:lpstr>
      <vt:lpstr>What is Jitterbit Integration Server? </vt:lpstr>
      <vt:lpstr>Risks in Cloud Migration </vt:lpstr>
      <vt:lpstr>Mitigation Strategies </vt:lpstr>
      <vt:lpstr>Post-Migration Considerations </vt:lpstr>
      <vt:lpstr>Cloud Messaging Queuing </vt:lpstr>
      <vt:lpstr>Examples of Messaging Queuing Tools </vt:lpstr>
      <vt:lpstr>Summary of Key Points </vt:lpstr>
      <vt:lpstr>Topic 7 - Infrastructure as a Service (IaaS) Providers </vt:lpstr>
      <vt:lpstr>Introduction to IaaS </vt:lpstr>
      <vt:lpstr>IaaS in Cloud Models </vt:lpstr>
      <vt:lpstr>Key Features of IaaS </vt:lpstr>
      <vt:lpstr>Elasticity and Scalability </vt:lpstr>
      <vt:lpstr>Virtualization Technology  </vt:lpstr>
      <vt:lpstr>Geographic Presence </vt:lpstr>
      <vt:lpstr>Importance of Data Center Location  </vt:lpstr>
      <vt:lpstr>User Interfaces and Access to Servers </vt:lpstr>
      <vt:lpstr>Interfaces in Practice  </vt:lpstr>
      <vt:lpstr>Advanced Reservation of Capacity </vt:lpstr>
      <vt:lpstr>Real-World Example of Reservation  </vt:lpstr>
      <vt:lpstr>Auto Scaling and Load Balancing </vt:lpstr>
      <vt:lpstr>E-commerce Example  </vt:lpstr>
      <vt:lpstr>Understanding SLAs  </vt:lpstr>
      <vt:lpstr>SLA Implications </vt:lpstr>
      <vt:lpstr>Hypervisors Overview </vt:lpstr>
      <vt:lpstr>Operating System Choices </vt:lpstr>
      <vt:lpstr>Introduction to IaaS Providers </vt:lpstr>
      <vt:lpstr>Amazon Web Services (AWS) </vt:lpstr>
      <vt:lpstr>Amazon EC2 Features  </vt:lpstr>
      <vt:lpstr>EC2 Use Cases </vt:lpstr>
      <vt:lpstr>Flexiscale Overview  </vt:lpstr>
      <vt:lpstr>Joyent Overview </vt:lpstr>
      <vt:lpstr>Rackspace Cloud Servers </vt:lpstr>
      <vt:lpstr>Comparing Providers </vt:lpstr>
      <vt:lpstr>Choosing the Right IaaS </vt:lpstr>
      <vt:lpstr>Real-World Applications of IaaS </vt:lpstr>
      <vt:lpstr>Challenges with IaaS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Izrulfizal Saufihamizal Bin Ibrahim</dc:creator>
  <cp:lastModifiedBy>Jeff Sia Yu Heng</cp:lastModifiedBy>
  <cp:revision>20</cp:revision>
  <dcterms:created xsi:type="dcterms:W3CDTF">2025-01-20T01:44:54Z</dcterms:created>
  <dcterms:modified xsi:type="dcterms:W3CDTF">2025-05-16T06:14:09Z</dcterms:modified>
</cp:coreProperties>
</file>