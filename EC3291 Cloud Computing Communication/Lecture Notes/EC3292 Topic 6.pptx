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9" r:id="rId11"/>
    <p:sldId id="280" r:id="rId12"/>
    <p:sldId id="281" r:id="rId13"/>
    <p:sldId id="282" r:id="rId14"/>
    <p:sldId id="283" r:id="rId15"/>
    <p:sldId id="264" r:id="rId16"/>
    <p:sldId id="284" r:id="rId17"/>
    <p:sldId id="285" r:id="rId18"/>
    <p:sldId id="286" r:id="rId19"/>
    <p:sldId id="287" r:id="rId20"/>
    <p:sldId id="288" r:id="rId21"/>
    <p:sldId id="289" r:id="rId22"/>
    <p:sldId id="265" r:id="rId23"/>
    <p:sldId id="266" r:id="rId24"/>
    <p:sldId id="267" r:id="rId25"/>
    <p:sldId id="290" r:id="rId26"/>
    <p:sldId id="291" r:id="rId27"/>
    <p:sldId id="292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85"/>
    <p:restoredTop sz="94682"/>
  </p:normalViewPr>
  <p:slideViewPr>
    <p:cSldViewPr snapToGrid="0">
      <p:cViewPr varScale="1">
        <p:scale>
          <a:sx n="119" d="100"/>
          <a:sy n="119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svg"/><Relationship Id="rId1" Type="http://schemas.openxmlformats.org/officeDocument/2006/relationships/image" Target="../media/image99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02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6.sv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/Relationships>
</file>

<file path=ppt/diagrams/_rels/data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59.png"/><Relationship Id="rId7" Type="http://schemas.openxmlformats.org/officeDocument/2006/relationships/image" Target="../media/image119.png"/><Relationship Id="rId2" Type="http://schemas.openxmlformats.org/officeDocument/2006/relationships/image" Target="../media/image118.svg"/><Relationship Id="rId1" Type="http://schemas.openxmlformats.org/officeDocument/2006/relationships/image" Target="../media/image11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122.svg"/><Relationship Id="rId4" Type="http://schemas.openxmlformats.org/officeDocument/2006/relationships/image" Target="../media/image60.svg"/><Relationship Id="rId9" Type="http://schemas.openxmlformats.org/officeDocument/2006/relationships/image" Target="../media/image121.pn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sv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diagrams/_rels/data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sv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10" Type="http://schemas.openxmlformats.org/officeDocument/2006/relationships/image" Target="../media/image144.svg"/><Relationship Id="rId4" Type="http://schemas.openxmlformats.org/officeDocument/2006/relationships/image" Target="../media/image138.svg"/><Relationship Id="rId9" Type="http://schemas.openxmlformats.org/officeDocument/2006/relationships/image" Target="../media/image14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svg"/><Relationship Id="rId1" Type="http://schemas.openxmlformats.org/officeDocument/2006/relationships/image" Target="../media/image99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02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6.sv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/Relationships>
</file>

<file path=ppt/diagrams/_rels/drawing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59.png"/><Relationship Id="rId7" Type="http://schemas.openxmlformats.org/officeDocument/2006/relationships/image" Target="../media/image119.png"/><Relationship Id="rId2" Type="http://schemas.openxmlformats.org/officeDocument/2006/relationships/image" Target="../media/image118.svg"/><Relationship Id="rId1" Type="http://schemas.openxmlformats.org/officeDocument/2006/relationships/image" Target="../media/image11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122.svg"/><Relationship Id="rId4" Type="http://schemas.openxmlformats.org/officeDocument/2006/relationships/image" Target="../media/image60.svg"/><Relationship Id="rId9" Type="http://schemas.openxmlformats.org/officeDocument/2006/relationships/image" Target="../media/image121.pn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sv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diagrams/_rels/drawing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sv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10" Type="http://schemas.openxmlformats.org/officeDocument/2006/relationships/image" Target="../media/image144.svg"/><Relationship Id="rId4" Type="http://schemas.openxmlformats.org/officeDocument/2006/relationships/image" Target="../media/image138.svg"/><Relationship Id="rId9" Type="http://schemas.openxmlformats.org/officeDocument/2006/relationships/image" Target="../media/image1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A4E78C-32F8-4863-860C-5501A4D09B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FD1A41-87B8-4A5F-AC35-046BA1EFCE09}">
      <dgm:prSet/>
      <dgm:spPr/>
      <dgm:t>
        <a:bodyPr/>
        <a:lstStyle/>
        <a:p>
          <a:r>
            <a:rPr lang="en-MY" b="1"/>
            <a:t>Scalability:</a:t>
          </a:r>
          <a:r>
            <a:rPr lang="en-MY"/>
            <a:t> Easily increase or decrease resources.</a:t>
          </a:r>
          <a:endParaRPr lang="en-US"/>
        </a:p>
      </dgm:t>
    </dgm:pt>
    <dgm:pt modelId="{C56A22D1-8DB9-4F8A-BF28-8A5258D6117B}" type="parTrans" cxnId="{C04AF359-7226-4387-AF37-2BA68151C760}">
      <dgm:prSet/>
      <dgm:spPr/>
      <dgm:t>
        <a:bodyPr/>
        <a:lstStyle/>
        <a:p>
          <a:endParaRPr lang="en-US"/>
        </a:p>
      </dgm:t>
    </dgm:pt>
    <dgm:pt modelId="{BD25CAFF-0DDE-422D-ACBA-20B1DA9AE1AA}" type="sibTrans" cxnId="{C04AF359-7226-4387-AF37-2BA68151C760}">
      <dgm:prSet/>
      <dgm:spPr/>
      <dgm:t>
        <a:bodyPr/>
        <a:lstStyle/>
        <a:p>
          <a:endParaRPr lang="en-US"/>
        </a:p>
      </dgm:t>
    </dgm:pt>
    <dgm:pt modelId="{C0D05354-DFA0-4F53-BD99-42A9D8D5063F}">
      <dgm:prSet/>
      <dgm:spPr/>
      <dgm:t>
        <a:bodyPr/>
        <a:lstStyle/>
        <a:p>
          <a:r>
            <a:rPr lang="en-MY" b="1"/>
            <a:t>Cost Efficiency:</a:t>
          </a:r>
          <a:r>
            <a:rPr lang="en-MY"/>
            <a:t> Pay-as-you-go pricing reduces capital expenditure.</a:t>
          </a:r>
          <a:endParaRPr lang="en-US"/>
        </a:p>
      </dgm:t>
    </dgm:pt>
    <dgm:pt modelId="{DE0482C7-927A-44D1-9830-E6880D224E02}" type="parTrans" cxnId="{50759F10-58C2-4331-8F76-B2F001D67D27}">
      <dgm:prSet/>
      <dgm:spPr/>
      <dgm:t>
        <a:bodyPr/>
        <a:lstStyle/>
        <a:p>
          <a:endParaRPr lang="en-US"/>
        </a:p>
      </dgm:t>
    </dgm:pt>
    <dgm:pt modelId="{805806DF-2B9B-45A3-B81D-F2CA16F5AC1A}" type="sibTrans" cxnId="{50759F10-58C2-4331-8F76-B2F001D67D27}">
      <dgm:prSet/>
      <dgm:spPr/>
      <dgm:t>
        <a:bodyPr/>
        <a:lstStyle/>
        <a:p>
          <a:endParaRPr lang="en-US"/>
        </a:p>
      </dgm:t>
    </dgm:pt>
    <dgm:pt modelId="{11C30FE4-F44B-45B9-8F4C-A611F7F3E791}">
      <dgm:prSet/>
      <dgm:spPr/>
      <dgm:t>
        <a:bodyPr/>
        <a:lstStyle/>
        <a:p>
          <a:r>
            <a:rPr lang="en-MY" b="1"/>
            <a:t>Performance:</a:t>
          </a:r>
          <a:r>
            <a:rPr lang="en-MY"/>
            <a:t> Improved speed, performance, and uptime.</a:t>
          </a:r>
          <a:endParaRPr lang="en-US"/>
        </a:p>
      </dgm:t>
    </dgm:pt>
    <dgm:pt modelId="{50BAA48E-3266-46E7-8894-D1256D12387A}" type="parTrans" cxnId="{B20A5590-4E4C-46A9-AAB7-59B8B985C1DF}">
      <dgm:prSet/>
      <dgm:spPr/>
      <dgm:t>
        <a:bodyPr/>
        <a:lstStyle/>
        <a:p>
          <a:endParaRPr lang="en-US"/>
        </a:p>
      </dgm:t>
    </dgm:pt>
    <dgm:pt modelId="{5B6B00B1-73F5-44EF-A457-9822D63CAC2B}" type="sibTrans" cxnId="{B20A5590-4E4C-46A9-AAB7-59B8B985C1DF}">
      <dgm:prSet/>
      <dgm:spPr/>
      <dgm:t>
        <a:bodyPr/>
        <a:lstStyle/>
        <a:p>
          <a:endParaRPr lang="en-US"/>
        </a:p>
      </dgm:t>
    </dgm:pt>
    <dgm:pt modelId="{8F66DE2B-24E6-4B58-9CAC-D4A1BDCE0211}">
      <dgm:prSet/>
      <dgm:spPr/>
      <dgm:t>
        <a:bodyPr/>
        <a:lstStyle/>
        <a:p>
          <a:r>
            <a:rPr lang="en-MY" b="1"/>
            <a:t>Disaster Recovery:</a:t>
          </a:r>
          <a:r>
            <a:rPr lang="en-MY"/>
            <a:t> Built-in redundancy and failover options.</a:t>
          </a:r>
          <a:endParaRPr lang="en-US"/>
        </a:p>
      </dgm:t>
    </dgm:pt>
    <dgm:pt modelId="{98FEE0F7-846F-4DAB-97ED-64E6D0C16CA8}" type="parTrans" cxnId="{3D7AB395-3801-4F92-BE20-E30F996CD620}">
      <dgm:prSet/>
      <dgm:spPr/>
      <dgm:t>
        <a:bodyPr/>
        <a:lstStyle/>
        <a:p>
          <a:endParaRPr lang="en-US"/>
        </a:p>
      </dgm:t>
    </dgm:pt>
    <dgm:pt modelId="{B6A36E88-5F86-49B3-88E5-AB812AFC94F3}" type="sibTrans" cxnId="{3D7AB395-3801-4F92-BE20-E30F996CD620}">
      <dgm:prSet/>
      <dgm:spPr/>
      <dgm:t>
        <a:bodyPr/>
        <a:lstStyle/>
        <a:p>
          <a:endParaRPr lang="en-US"/>
        </a:p>
      </dgm:t>
    </dgm:pt>
    <dgm:pt modelId="{FBBEBC39-1407-4F51-860F-07D73F634E12}">
      <dgm:prSet/>
      <dgm:spPr/>
      <dgm:t>
        <a:bodyPr/>
        <a:lstStyle/>
        <a:p>
          <a:r>
            <a:rPr lang="en-MY" b="1"/>
            <a:t>Remote Access:</a:t>
          </a:r>
          <a:r>
            <a:rPr lang="en-MY"/>
            <a:t> Access from anywhere using internet.</a:t>
          </a:r>
          <a:endParaRPr lang="en-US"/>
        </a:p>
      </dgm:t>
    </dgm:pt>
    <dgm:pt modelId="{C06A88EA-6DEB-4A0C-9F3A-3E901C15C352}" type="parTrans" cxnId="{BCE3669E-06E6-4DBC-B21A-BB8149002CA8}">
      <dgm:prSet/>
      <dgm:spPr/>
      <dgm:t>
        <a:bodyPr/>
        <a:lstStyle/>
        <a:p>
          <a:endParaRPr lang="en-US"/>
        </a:p>
      </dgm:t>
    </dgm:pt>
    <dgm:pt modelId="{82FDA5ED-C5F4-4524-BF17-7437659395FD}" type="sibTrans" cxnId="{BCE3669E-06E6-4DBC-B21A-BB8149002CA8}">
      <dgm:prSet/>
      <dgm:spPr/>
      <dgm:t>
        <a:bodyPr/>
        <a:lstStyle/>
        <a:p>
          <a:endParaRPr lang="en-US"/>
        </a:p>
      </dgm:t>
    </dgm:pt>
    <dgm:pt modelId="{F67C8547-4FB9-42C6-8563-12A4AA711D3A}" type="pres">
      <dgm:prSet presAssocID="{4CA4E78C-32F8-4863-860C-5501A4D09B69}" presName="root" presStyleCnt="0">
        <dgm:presLayoutVars>
          <dgm:dir/>
          <dgm:resizeHandles val="exact"/>
        </dgm:presLayoutVars>
      </dgm:prSet>
      <dgm:spPr/>
    </dgm:pt>
    <dgm:pt modelId="{C00710CD-B339-4771-AC71-EA5712A34027}" type="pres">
      <dgm:prSet presAssocID="{E7FD1A41-87B8-4A5F-AC35-046BA1EFCE09}" presName="compNode" presStyleCnt="0"/>
      <dgm:spPr/>
    </dgm:pt>
    <dgm:pt modelId="{F876CACD-B3A2-424A-B49D-666ED62852B6}" type="pres">
      <dgm:prSet presAssocID="{E7FD1A41-87B8-4A5F-AC35-046BA1EFCE09}" presName="bgRect" presStyleLbl="bgShp" presStyleIdx="0" presStyleCnt="5"/>
      <dgm:spPr/>
    </dgm:pt>
    <dgm:pt modelId="{D1F4DABD-0624-4502-AFA6-FEE7D0B55129}" type="pres">
      <dgm:prSet presAssocID="{E7FD1A41-87B8-4A5F-AC35-046BA1EFCE0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se"/>
        </a:ext>
      </dgm:extLst>
    </dgm:pt>
    <dgm:pt modelId="{CC3FD62F-12B9-4C74-945E-9E65F2D5CA0A}" type="pres">
      <dgm:prSet presAssocID="{E7FD1A41-87B8-4A5F-AC35-046BA1EFCE09}" presName="spaceRect" presStyleCnt="0"/>
      <dgm:spPr/>
    </dgm:pt>
    <dgm:pt modelId="{95D3D6DA-8373-4144-973C-73323CCE5257}" type="pres">
      <dgm:prSet presAssocID="{E7FD1A41-87B8-4A5F-AC35-046BA1EFCE09}" presName="parTx" presStyleLbl="revTx" presStyleIdx="0" presStyleCnt="5">
        <dgm:presLayoutVars>
          <dgm:chMax val="0"/>
          <dgm:chPref val="0"/>
        </dgm:presLayoutVars>
      </dgm:prSet>
      <dgm:spPr/>
    </dgm:pt>
    <dgm:pt modelId="{E1AAA373-CF16-4146-A7D6-00925CE70398}" type="pres">
      <dgm:prSet presAssocID="{BD25CAFF-0DDE-422D-ACBA-20B1DA9AE1AA}" presName="sibTrans" presStyleCnt="0"/>
      <dgm:spPr/>
    </dgm:pt>
    <dgm:pt modelId="{A70F0951-1DB2-4ADB-987F-7C75CCC78668}" type="pres">
      <dgm:prSet presAssocID="{C0D05354-DFA0-4F53-BD99-42A9D8D5063F}" presName="compNode" presStyleCnt="0"/>
      <dgm:spPr/>
    </dgm:pt>
    <dgm:pt modelId="{F86C6946-B3E1-4637-A4B2-D4638D278D1A}" type="pres">
      <dgm:prSet presAssocID="{C0D05354-DFA0-4F53-BD99-42A9D8D5063F}" presName="bgRect" presStyleLbl="bgShp" presStyleIdx="1" presStyleCnt="5"/>
      <dgm:spPr/>
    </dgm:pt>
    <dgm:pt modelId="{4DDA7198-5F63-43EE-AD7B-C6F4D71DD659}" type="pres">
      <dgm:prSet presAssocID="{C0D05354-DFA0-4F53-BD99-42A9D8D5063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89A02741-3E90-443B-907A-B1C7AF9E467E}" type="pres">
      <dgm:prSet presAssocID="{C0D05354-DFA0-4F53-BD99-42A9D8D5063F}" presName="spaceRect" presStyleCnt="0"/>
      <dgm:spPr/>
    </dgm:pt>
    <dgm:pt modelId="{DDBC0CA4-1356-40EF-B95A-40ADB7373903}" type="pres">
      <dgm:prSet presAssocID="{C0D05354-DFA0-4F53-BD99-42A9D8D5063F}" presName="parTx" presStyleLbl="revTx" presStyleIdx="1" presStyleCnt="5">
        <dgm:presLayoutVars>
          <dgm:chMax val="0"/>
          <dgm:chPref val="0"/>
        </dgm:presLayoutVars>
      </dgm:prSet>
      <dgm:spPr/>
    </dgm:pt>
    <dgm:pt modelId="{BCF491C5-9A54-46DC-9CC0-5ACBCF889F54}" type="pres">
      <dgm:prSet presAssocID="{805806DF-2B9B-45A3-B81D-F2CA16F5AC1A}" presName="sibTrans" presStyleCnt="0"/>
      <dgm:spPr/>
    </dgm:pt>
    <dgm:pt modelId="{0DBFC23B-78F1-474D-9C6A-6C5E8E693CC8}" type="pres">
      <dgm:prSet presAssocID="{11C30FE4-F44B-45B9-8F4C-A611F7F3E791}" presName="compNode" presStyleCnt="0"/>
      <dgm:spPr/>
    </dgm:pt>
    <dgm:pt modelId="{F9B816FB-92EB-4907-B6D4-8EDA1E04ED64}" type="pres">
      <dgm:prSet presAssocID="{11C30FE4-F44B-45B9-8F4C-A611F7F3E791}" presName="bgRect" presStyleLbl="bgShp" presStyleIdx="2" presStyleCnt="5"/>
      <dgm:spPr/>
    </dgm:pt>
    <dgm:pt modelId="{160C88BB-FCC2-4494-A287-E85C90912EE1}" type="pres">
      <dgm:prSet presAssocID="{11C30FE4-F44B-45B9-8F4C-A611F7F3E79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FB60566-43CE-4271-8201-7415BD8A8255}" type="pres">
      <dgm:prSet presAssocID="{11C30FE4-F44B-45B9-8F4C-A611F7F3E791}" presName="spaceRect" presStyleCnt="0"/>
      <dgm:spPr/>
    </dgm:pt>
    <dgm:pt modelId="{818ABF57-2070-426A-BB94-12C14D7B378E}" type="pres">
      <dgm:prSet presAssocID="{11C30FE4-F44B-45B9-8F4C-A611F7F3E791}" presName="parTx" presStyleLbl="revTx" presStyleIdx="2" presStyleCnt="5">
        <dgm:presLayoutVars>
          <dgm:chMax val="0"/>
          <dgm:chPref val="0"/>
        </dgm:presLayoutVars>
      </dgm:prSet>
      <dgm:spPr/>
    </dgm:pt>
    <dgm:pt modelId="{18C9BBA5-A37E-4972-B5BF-E15F88BF7F25}" type="pres">
      <dgm:prSet presAssocID="{5B6B00B1-73F5-44EF-A457-9822D63CAC2B}" presName="sibTrans" presStyleCnt="0"/>
      <dgm:spPr/>
    </dgm:pt>
    <dgm:pt modelId="{81B3F260-3A63-480A-AA09-9EA26061B8B7}" type="pres">
      <dgm:prSet presAssocID="{8F66DE2B-24E6-4B58-9CAC-D4A1BDCE0211}" presName="compNode" presStyleCnt="0"/>
      <dgm:spPr/>
    </dgm:pt>
    <dgm:pt modelId="{B6DE3AFB-83F8-4D47-9B80-0671691FE162}" type="pres">
      <dgm:prSet presAssocID="{8F66DE2B-24E6-4B58-9CAC-D4A1BDCE0211}" presName="bgRect" presStyleLbl="bgShp" presStyleIdx="3" presStyleCnt="5"/>
      <dgm:spPr/>
    </dgm:pt>
    <dgm:pt modelId="{D4A51D79-77C5-429A-A239-B6F3C8DB127F}" type="pres">
      <dgm:prSet presAssocID="{8F66DE2B-24E6-4B58-9CAC-D4A1BDCE021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367059A-12F5-41C8-AFF6-BAF5AE845B19}" type="pres">
      <dgm:prSet presAssocID="{8F66DE2B-24E6-4B58-9CAC-D4A1BDCE0211}" presName="spaceRect" presStyleCnt="0"/>
      <dgm:spPr/>
    </dgm:pt>
    <dgm:pt modelId="{DEAC946A-1D11-4016-A470-66D10FE0156B}" type="pres">
      <dgm:prSet presAssocID="{8F66DE2B-24E6-4B58-9CAC-D4A1BDCE0211}" presName="parTx" presStyleLbl="revTx" presStyleIdx="3" presStyleCnt="5">
        <dgm:presLayoutVars>
          <dgm:chMax val="0"/>
          <dgm:chPref val="0"/>
        </dgm:presLayoutVars>
      </dgm:prSet>
      <dgm:spPr/>
    </dgm:pt>
    <dgm:pt modelId="{DBD7B8C1-0B35-4E9C-8421-82DFA28078BB}" type="pres">
      <dgm:prSet presAssocID="{B6A36E88-5F86-49B3-88E5-AB812AFC94F3}" presName="sibTrans" presStyleCnt="0"/>
      <dgm:spPr/>
    </dgm:pt>
    <dgm:pt modelId="{064B83D0-50C9-4381-9EDE-87D602117A6D}" type="pres">
      <dgm:prSet presAssocID="{FBBEBC39-1407-4F51-860F-07D73F634E12}" presName="compNode" presStyleCnt="0"/>
      <dgm:spPr/>
    </dgm:pt>
    <dgm:pt modelId="{F74439FF-9F06-44D5-936D-C31AFF80EA57}" type="pres">
      <dgm:prSet presAssocID="{FBBEBC39-1407-4F51-860F-07D73F634E12}" presName="bgRect" presStyleLbl="bgShp" presStyleIdx="4" presStyleCnt="5"/>
      <dgm:spPr/>
    </dgm:pt>
    <dgm:pt modelId="{D56E01B6-D30B-4FB4-AA6F-3F27102EF4BC}" type="pres">
      <dgm:prSet presAssocID="{FBBEBC39-1407-4F51-860F-07D73F634E1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F755CF6F-0D5F-4F38-BAB6-9DDBA43346FA}" type="pres">
      <dgm:prSet presAssocID="{FBBEBC39-1407-4F51-860F-07D73F634E12}" presName="spaceRect" presStyleCnt="0"/>
      <dgm:spPr/>
    </dgm:pt>
    <dgm:pt modelId="{C81CB933-658A-4240-9868-14C2F46B0078}" type="pres">
      <dgm:prSet presAssocID="{FBBEBC39-1407-4F51-860F-07D73F634E1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0759F10-58C2-4331-8F76-B2F001D67D27}" srcId="{4CA4E78C-32F8-4863-860C-5501A4D09B69}" destId="{C0D05354-DFA0-4F53-BD99-42A9D8D5063F}" srcOrd="1" destOrd="0" parTransId="{DE0482C7-927A-44D1-9830-E6880D224E02}" sibTransId="{805806DF-2B9B-45A3-B81D-F2CA16F5AC1A}"/>
    <dgm:cxn modelId="{120B0D1C-8F8D-4D3E-A145-8E743CF838BF}" type="presOf" srcId="{8F66DE2B-24E6-4B58-9CAC-D4A1BDCE0211}" destId="{DEAC946A-1D11-4016-A470-66D10FE0156B}" srcOrd="0" destOrd="0" presId="urn:microsoft.com/office/officeart/2018/2/layout/IconVerticalSolidList"/>
    <dgm:cxn modelId="{C04AF359-7226-4387-AF37-2BA68151C760}" srcId="{4CA4E78C-32F8-4863-860C-5501A4D09B69}" destId="{E7FD1A41-87B8-4A5F-AC35-046BA1EFCE09}" srcOrd="0" destOrd="0" parTransId="{C56A22D1-8DB9-4F8A-BF28-8A5258D6117B}" sibTransId="{BD25CAFF-0DDE-422D-ACBA-20B1DA9AE1AA}"/>
    <dgm:cxn modelId="{B20A5590-4E4C-46A9-AAB7-59B8B985C1DF}" srcId="{4CA4E78C-32F8-4863-860C-5501A4D09B69}" destId="{11C30FE4-F44B-45B9-8F4C-A611F7F3E791}" srcOrd="2" destOrd="0" parTransId="{50BAA48E-3266-46E7-8894-D1256D12387A}" sibTransId="{5B6B00B1-73F5-44EF-A457-9822D63CAC2B}"/>
    <dgm:cxn modelId="{3D7AB395-3801-4F92-BE20-E30F996CD620}" srcId="{4CA4E78C-32F8-4863-860C-5501A4D09B69}" destId="{8F66DE2B-24E6-4B58-9CAC-D4A1BDCE0211}" srcOrd="3" destOrd="0" parTransId="{98FEE0F7-846F-4DAB-97ED-64E6D0C16CA8}" sibTransId="{B6A36E88-5F86-49B3-88E5-AB812AFC94F3}"/>
    <dgm:cxn modelId="{0BADE999-D17D-4C10-85AC-8BB093911DF5}" type="presOf" srcId="{11C30FE4-F44B-45B9-8F4C-A611F7F3E791}" destId="{818ABF57-2070-426A-BB94-12C14D7B378E}" srcOrd="0" destOrd="0" presId="urn:microsoft.com/office/officeart/2018/2/layout/IconVerticalSolidList"/>
    <dgm:cxn modelId="{BCE3669E-06E6-4DBC-B21A-BB8149002CA8}" srcId="{4CA4E78C-32F8-4863-860C-5501A4D09B69}" destId="{FBBEBC39-1407-4F51-860F-07D73F634E12}" srcOrd="4" destOrd="0" parTransId="{C06A88EA-6DEB-4A0C-9F3A-3E901C15C352}" sibTransId="{82FDA5ED-C5F4-4524-BF17-7437659395FD}"/>
    <dgm:cxn modelId="{E105D3AE-689C-4D6E-860E-2AEA86D7812F}" type="presOf" srcId="{4CA4E78C-32F8-4863-860C-5501A4D09B69}" destId="{F67C8547-4FB9-42C6-8563-12A4AA711D3A}" srcOrd="0" destOrd="0" presId="urn:microsoft.com/office/officeart/2018/2/layout/IconVerticalSolidList"/>
    <dgm:cxn modelId="{CC139CB8-CE3C-4EB4-865F-BB6F821EFEAD}" type="presOf" srcId="{FBBEBC39-1407-4F51-860F-07D73F634E12}" destId="{C81CB933-658A-4240-9868-14C2F46B0078}" srcOrd="0" destOrd="0" presId="urn:microsoft.com/office/officeart/2018/2/layout/IconVerticalSolidList"/>
    <dgm:cxn modelId="{CD6F16D6-7467-4334-A361-79DC195FA1F0}" type="presOf" srcId="{C0D05354-DFA0-4F53-BD99-42A9D8D5063F}" destId="{DDBC0CA4-1356-40EF-B95A-40ADB7373903}" srcOrd="0" destOrd="0" presId="urn:microsoft.com/office/officeart/2018/2/layout/IconVerticalSolidList"/>
    <dgm:cxn modelId="{A4BA6EDA-CA57-4EFE-A33F-A1C0E73FD379}" type="presOf" srcId="{E7FD1A41-87B8-4A5F-AC35-046BA1EFCE09}" destId="{95D3D6DA-8373-4144-973C-73323CCE5257}" srcOrd="0" destOrd="0" presId="urn:microsoft.com/office/officeart/2018/2/layout/IconVerticalSolidList"/>
    <dgm:cxn modelId="{8526C320-1B78-4FAC-812C-0C9366733B8A}" type="presParOf" srcId="{F67C8547-4FB9-42C6-8563-12A4AA711D3A}" destId="{C00710CD-B339-4771-AC71-EA5712A34027}" srcOrd="0" destOrd="0" presId="urn:microsoft.com/office/officeart/2018/2/layout/IconVerticalSolidList"/>
    <dgm:cxn modelId="{C1354658-F1E9-42A7-9AC2-FDFCE76FEC74}" type="presParOf" srcId="{C00710CD-B339-4771-AC71-EA5712A34027}" destId="{F876CACD-B3A2-424A-B49D-666ED62852B6}" srcOrd="0" destOrd="0" presId="urn:microsoft.com/office/officeart/2018/2/layout/IconVerticalSolidList"/>
    <dgm:cxn modelId="{2E3B33EC-FE53-4A6D-BF61-E1AF19963DE2}" type="presParOf" srcId="{C00710CD-B339-4771-AC71-EA5712A34027}" destId="{D1F4DABD-0624-4502-AFA6-FEE7D0B55129}" srcOrd="1" destOrd="0" presId="urn:microsoft.com/office/officeart/2018/2/layout/IconVerticalSolidList"/>
    <dgm:cxn modelId="{9FC0ACE6-5A8E-4D67-9CA2-A23737B98369}" type="presParOf" srcId="{C00710CD-B339-4771-AC71-EA5712A34027}" destId="{CC3FD62F-12B9-4C74-945E-9E65F2D5CA0A}" srcOrd="2" destOrd="0" presId="urn:microsoft.com/office/officeart/2018/2/layout/IconVerticalSolidList"/>
    <dgm:cxn modelId="{E05B5639-0DA6-4709-8B3E-5CD10695A7EA}" type="presParOf" srcId="{C00710CD-B339-4771-AC71-EA5712A34027}" destId="{95D3D6DA-8373-4144-973C-73323CCE5257}" srcOrd="3" destOrd="0" presId="urn:microsoft.com/office/officeart/2018/2/layout/IconVerticalSolidList"/>
    <dgm:cxn modelId="{FF8F121B-89D2-4510-8BB6-CA438E69684B}" type="presParOf" srcId="{F67C8547-4FB9-42C6-8563-12A4AA711D3A}" destId="{E1AAA373-CF16-4146-A7D6-00925CE70398}" srcOrd="1" destOrd="0" presId="urn:microsoft.com/office/officeart/2018/2/layout/IconVerticalSolidList"/>
    <dgm:cxn modelId="{81115125-37C6-4BD3-BF50-E5A86998AF15}" type="presParOf" srcId="{F67C8547-4FB9-42C6-8563-12A4AA711D3A}" destId="{A70F0951-1DB2-4ADB-987F-7C75CCC78668}" srcOrd="2" destOrd="0" presId="urn:microsoft.com/office/officeart/2018/2/layout/IconVerticalSolidList"/>
    <dgm:cxn modelId="{B9FE00BC-D3A0-4409-88AB-E78EA8CE1961}" type="presParOf" srcId="{A70F0951-1DB2-4ADB-987F-7C75CCC78668}" destId="{F86C6946-B3E1-4637-A4B2-D4638D278D1A}" srcOrd="0" destOrd="0" presId="urn:microsoft.com/office/officeart/2018/2/layout/IconVerticalSolidList"/>
    <dgm:cxn modelId="{7FB4977E-5B2F-4E3A-A0C1-3DB3952D53FC}" type="presParOf" srcId="{A70F0951-1DB2-4ADB-987F-7C75CCC78668}" destId="{4DDA7198-5F63-43EE-AD7B-C6F4D71DD659}" srcOrd="1" destOrd="0" presId="urn:microsoft.com/office/officeart/2018/2/layout/IconVerticalSolidList"/>
    <dgm:cxn modelId="{E465FC28-4D02-4881-ABFE-3DBB86B9E339}" type="presParOf" srcId="{A70F0951-1DB2-4ADB-987F-7C75CCC78668}" destId="{89A02741-3E90-443B-907A-B1C7AF9E467E}" srcOrd="2" destOrd="0" presId="urn:microsoft.com/office/officeart/2018/2/layout/IconVerticalSolidList"/>
    <dgm:cxn modelId="{97C878B8-C739-45BD-BA87-FC2E2C0623EC}" type="presParOf" srcId="{A70F0951-1DB2-4ADB-987F-7C75CCC78668}" destId="{DDBC0CA4-1356-40EF-B95A-40ADB7373903}" srcOrd="3" destOrd="0" presId="urn:microsoft.com/office/officeart/2018/2/layout/IconVerticalSolidList"/>
    <dgm:cxn modelId="{622A6A71-D197-4501-9647-A0C5FF9CF043}" type="presParOf" srcId="{F67C8547-4FB9-42C6-8563-12A4AA711D3A}" destId="{BCF491C5-9A54-46DC-9CC0-5ACBCF889F54}" srcOrd="3" destOrd="0" presId="urn:microsoft.com/office/officeart/2018/2/layout/IconVerticalSolidList"/>
    <dgm:cxn modelId="{BEBD4AE2-E830-4EAF-8412-8037E534BDD0}" type="presParOf" srcId="{F67C8547-4FB9-42C6-8563-12A4AA711D3A}" destId="{0DBFC23B-78F1-474D-9C6A-6C5E8E693CC8}" srcOrd="4" destOrd="0" presId="urn:microsoft.com/office/officeart/2018/2/layout/IconVerticalSolidList"/>
    <dgm:cxn modelId="{71C842DB-BA10-4834-A1C1-853BD0079BAF}" type="presParOf" srcId="{0DBFC23B-78F1-474D-9C6A-6C5E8E693CC8}" destId="{F9B816FB-92EB-4907-B6D4-8EDA1E04ED64}" srcOrd="0" destOrd="0" presId="urn:microsoft.com/office/officeart/2018/2/layout/IconVerticalSolidList"/>
    <dgm:cxn modelId="{C2932238-EC15-41D4-B48C-ADC92A793CD2}" type="presParOf" srcId="{0DBFC23B-78F1-474D-9C6A-6C5E8E693CC8}" destId="{160C88BB-FCC2-4494-A287-E85C90912EE1}" srcOrd="1" destOrd="0" presId="urn:microsoft.com/office/officeart/2018/2/layout/IconVerticalSolidList"/>
    <dgm:cxn modelId="{4CC80B79-F908-4D7C-8FE9-7EF3204BDE9F}" type="presParOf" srcId="{0DBFC23B-78F1-474D-9C6A-6C5E8E693CC8}" destId="{7FB60566-43CE-4271-8201-7415BD8A8255}" srcOrd="2" destOrd="0" presId="urn:microsoft.com/office/officeart/2018/2/layout/IconVerticalSolidList"/>
    <dgm:cxn modelId="{9FCBEB5E-05B0-4F96-9786-B5C8B7644885}" type="presParOf" srcId="{0DBFC23B-78F1-474D-9C6A-6C5E8E693CC8}" destId="{818ABF57-2070-426A-BB94-12C14D7B378E}" srcOrd="3" destOrd="0" presId="urn:microsoft.com/office/officeart/2018/2/layout/IconVerticalSolidList"/>
    <dgm:cxn modelId="{B95DCBA3-87E8-41C9-AB40-AD91749C6E3D}" type="presParOf" srcId="{F67C8547-4FB9-42C6-8563-12A4AA711D3A}" destId="{18C9BBA5-A37E-4972-B5BF-E15F88BF7F25}" srcOrd="5" destOrd="0" presId="urn:microsoft.com/office/officeart/2018/2/layout/IconVerticalSolidList"/>
    <dgm:cxn modelId="{7D54B8C8-DAAB-4C53-A487-2CE64073C1EA}" type="presParOf" srcId="{F67C8547-4FB9-42C6-8563-12A4AA711D3A}" destId="{81B3F260-3A63-480A-AA09-9EA26061B8B7}" srcOrd="6" destOrd="0" presId="urn:microsoft.com/office/officeart/2018/2/layout/IconVerticalSolidList"/>
    <dgm:cxn modelId="{06F19A6A-E278-489A-8B2A-7E454745244D}" type="presParOf" srcId="{81B3F260-3A63-480A-AA09-9EA26061B8B7}" destId="{B6DE3AFB-83F8-4D47-9B80-0671691FE162}" srcOrd="0" destOrd="0" presId="urn:microsoft.com/office/officeart/2018/2/layout/IconVerticalSolidList"/>
    <dgm:cxn modelId="{8DC9A286-706D-4F1A-862A-7C1A3F8CA594}" type="presParOf" srcId="{81B3F260-3A63-480A-AA09-9EA26061B8B7}" destId="{D4A51D79-77C5-429A-A239-B6F3C8DB127F}" srcOrd="1" destOrd="0" presId="urn:microsoft.com/office/officeart/2018/2/layout/IconVerticalSolidList"/>
    <dgm:cxn modelId="{8E547F35-E71C-4C19-A12B-AB46BAE6861C}" type="presParOf" srcId="{81B3F260-3A63-480A-AA09-9EA26061B8B7}" destId="{A367059A-12F5-41C8-AFF6-BAF5AE845B19}" srcOrd="2" destOrd="0" presId="urn:microsoft.com/office/officeart/2018/2/layout/IconVerticalSolidList"/>
    <dgm:cxn modelId="{5F80EBDA-924D-4C01-97E0-97A0F1BF5A13}" type="presParOf" srcId="{81B3F260-3A63-480A-AA09-9EA26061B8B7}" destId="{DEAC946A-1D11-4016-A470-66D10FE0156B}" srcOrd="3" destOrd="0" presId="urn:microsoft.com/office/officeart/2018/2/layout/IconVerticalSolidList"/>
    <dgm:cxn modelId="{6E24C314-2A0B-4651-9DD0-B5CB29769735}" type="presParOf" srcId="{F67C8547-4FB9-42C6-8563-12A4AA711D3A}" destId="{DBD7B8C1-0B35-4E9C-8421-82DFA28078BB}" srcOrd="7" destOrd="0" presId="urn:microsoft.com/office/officeart/2018/2/layout/IconVerticalSolidList"/>
    <dgm:cxn modelId="{CD4E00A5-97D8-493C-BB18-D9FE67EF6765}" type="presParOf" srcId="{F67C8547-4FB9-42C6-8563-12A4AA711D3A}" destId="{064B83D0-50C9-4381-9EDE-87D602117A6D}" srcOrd="8" destOrd="0" presId="urn:microsoft.com/office/officeart/2018/2/layout/IconVerticalSolidList"/>
    <dgm:cxn modelId="{95E3E434-D34A-4E86-AFA4-05BF0005C626}" type="presParOf" srcId="{064B83D0-50C9-4381-9EDE-87D602117A6D}" destId="{F74439FF-9F06-44D5-936D-C31AFF80EA57}" srcOrd="0" destOrd="0" presId="urn:microsoft.com/office/officeart/2018/2/layout/IconVerticalSolidList"/>
    <dgm:cxn modelId="{4DE2054B-B9B2-4C7E-BB7C-C17983805957}" type="presParOf" srcId="{064B83D0-50C9-4381-9EDE-87D602117A6D}" destId="{D56E01B6-D30B-4FB4-AA6F-3F27102EF4BC}" srcOrd="1" destOrd="0" presId="urn:microsoft.com/office/officeart/2018/2/layout/IconVerticalSolidList"/>
    <dgm:cxn modelId="{5C145E3F-F76D-498A-8546-5C7EEBB921B2}" type="presParOf" srcId="{064B83D0-50C9-4381-9EDE-87D602117A6D}" destId="{F755CF6F-0D5F-4F38-BAB6-9DDBA43346FA}" srcOrd="2" destOrd="0" presId="urn:microsoft.com/office/officeart/2018/2/layout/IconVerticalSolidList"/>
    <dgm:cxn modelId="{619A494B-5137-466F-880E-6CCBCA82854C}" type="presParOf" srcId="{064B83D0-50C9-4381-9EDE-87D602117A6D}" destId="{C81CB933-658A-4240-9868-14C2F46B00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406840-6522-4707-9D13-C025F155B12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E4941EA-0D03-4762-96A1-8822CAE4FFBE}">
      <dgm:prSet/>
      <dgm:spPr/>
      <dgm:t>
        <a:bodyPr/>
        <a:lstStyle/>
        <a:p>
          <a:r>
            <a:rPr lang="en-MY" b="1"/>
            <a:t>IaaS (Infrastructure as a Service):</a:t>
          </a:r>
          <a:r>
            <a:rPr lang="en-MY"/>
            <a:t> Provides virtualized computing resources via the internet (e.g., AWS EC2, Azure VM).</a:t>
          </a:r>
          <a:endParaRPr lang="en-US"/>
        </a:p>
      </dgm:t>
    </dgm:pt>
    <dgm:pt modelId="{94A09F98-9EC3-46D1-8508-C19DA1454771}" type="parTrans" cxnId="{68DF49E5-97E7-41A8-97EB-610ED126DF68}">
      <dgm:prSet/>
      <dgm:spPr/>
      <dgm:t>
        <a:bodyPr/>
        <a:lstStyle/>
        <a:p>
          <a:endParaRPr lang="en-US"/>
        </a:p>
      </dgm:t>
    </dgm:pt>
    <dgm:pt modelId="{E7A95985-FA0F-4906-B9D1-2957D1FD69FD}" type="sibTrans" cxnId="{68DF49E5-97E7-41A8-97EB-610ED126DF68}">
      <dgm:prSet/>
      <dgm:spPr/>
      <dgm:t>
        <a:bodyPr/>
        <a:lstStyle/>
        <a:p>
          <a:endParaRPr lang="en-US"/>
        </a:p>
      </dgm:t>
    </dgm:pt>
    <dgm:pt modelId="{C27FEDA6-7CB2-4972-AFBA-8722D3186236}">
      <dgm:prSet/>
      <dgm:spPr/>
      <dgm:t>
        <a:bodyPr/>
        <a:lstStyle/>
        <a:p>
          <a:r>
            <a:rPr lang="en-MY" b="1"/>
            <a:t>PaaS (Platform as a Service):</a:t>
          </a:r>
          <a:r>
            <a:rPr lang="en-MY"/>
            <a:t> Offers hardware and software tools for application development (e.g., Google App Engine).</a:t>
          </a:r>
          <a:endParaRPr lang="en-US"/>
        </a:p>
      </dgm:t>
    </dgm:pt>
    <dgm:pt modelId="{A3D41815-5E69-4B57-A38A-01F94876DBAE}" type="parTrans" cxnId="{FC25882F-C0DD-462E-9380-FAB051946050}">
      <dgm:prSet/>
      <dgm:spPr/>
      <dgm:t>
        <a:bodyPr/>
        <a:lstStyle/>
        <a:p>
          <a:endParaRPr lang="en-US"/>
        </a:p>
      </dgm:t>
    </dgm:pt>
    <dgm:pt modelId="{E234DD07-5267-4E35-9F42-7066ECDCE2B6}" type="sibTrans" cxnId="{FC25882F-C0DD-462E-9380-FAB051946050}">
      <dgm:prSet/>
      <dgm:spPr/>
      <dgm:t>
        <a:bodyPr/>
        <a:lstStyle/>
        <a:p>
          <a:endParaRPr lang="en-US"/>
        </a:p>
      </dgm:t>
    </dgm:pt>
    <dgm:pt modelId="{BB01C4B4-0920-489E-920E-71BEAF49D01B}">
      <dgm:prSet/>
      <dgm:spPr/>
      <dgm:t>
        <a:bodyPr/>
        <a:lstStyle/>
        <a:p>
          <a:r>
            <a:rPr lang="en-MY" b="1"/>
            <a:t>SaaS (Software as a Service):</a:t>
          </a:r>
          <a:r>
            <a:rPr lang="en-MY"/>
            <a:t> Delivers software applications over the internet (e.g., Google Workspace, Dropbox).</a:t>
          </a:r>
          <a:endParaRPr lang="en-US"/>
        </a:p>
      </dgm:t>
    </dgm:pt>
    <dgm:pt modelId="{EC2B5CC2-E2D3-4000-A3AC-9720EFF103F4}" type="parTrans" cxnId="{CC7A64AB-6A54-46A5-A1A4-AE7CC8A2409C}">
      <dgm:prSet/>
      <dgm:spPr/>
      <dgm:t>
        <a:bodyPr/>
        <a:lstStyle/>
        <a:p>
          <a:endParaRPr lang="en-US"/>
        </a:p>
      </dgm:t>
    </dgm:pt>
    <dgm:pt modelId="{05C8C76C-686F-490D-84D0-B55A18FE90FD}" type="sibTrans" cxnId="{CC7A64AB-6A54-46A5-A1A4-AE7CC8A2409C}">
      <dgm:prSet/>
      <dgm:spPr/>
      <dgm:t>
        <a:bodyPr/>
        <a:lstStyle/>
        <a:p>
          <a:endParaRPr lang="en-US"/>
        </a:p>
      </dgm:t>
    </dgm:pt>
    <dgm:pt modelId="{F09C2EFF-1083-4FEE-AFD7-04DCF4C3BE50}" type="pres">
      <dgm:prSet presAssocID="{19406840-6522-4707-9D13-C025F155B12C}" presName="root" presStyleCnt="0">
        <dgm:presLayoutVars>
          <dgm:dir/>
          <dgm:resizeHandles val="exact"/>
        </dgm:presLayoutVars>
      </dgm:prSet>
      <dgm:spPr/>
    </dgm:pt>
    <dgm:pt modelId="{7C5D3A20-DCB7-4BB5-B4B3-CF682A55A3F2}" type="pres">
      <dgm:prSet presAssocID="{5E4941EA-0D03-4762-96A1-8822CAE4FFBE}" presName="compNode" presStyleCnt="0"/>
      <dgm:spPr/>
    </dgm:pt>
    <dgm:pt modelId="{80ACAF16-CF07-4313-8147-7A458CB0EEA2}" type="pres">
      <dgm:prSet presAssocID="{5E4941EA-0D03-4762-96A1-8822CAE4FF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4C753F7-BAEA-4C41-9B3A-C761FE872C5B}" type="pres">
      <dgm:prSet presAssocID="{5E4941EA-0D03-4762-96A1-8822CAE4FFBE}" presName="spaceRect" presStyleCnt="0"/>
      <dgm:spPr/>
    </dgm:pt>
    <dgm:pt modelId="{C4BDF23B-B7ED-4D5C-9087-FEED5D9261AC}" type="pres">
      <dgm:prSet presAssocID="{5E4941EA-0D03-4762-96A1-8822CAE4FFBE}" presName="textRect" presStyleLbl="revTx" presStyleIdx="0" presStyleCnt="3">
        <dgm:presLayoutVars>
          <dgm:chMax val="1"/>
          <dgm:chPref val="1"/>
        </dgm:presLayoutVars>
      </dgm:prSet>
      <dgm:spPr/>
    </dgm:pt>
    <dgm:pt modelId="{586DC19F-EBC3-4488-88F6-4FE4F86E6E29}" type="pres">
      <dgm:prSet presAssocID="{E7A95985-FA0F-4906-B9D1-2957D1FD69FD}" presName="sibTrans" presStyleCnt="0"/>
      <dgm:spPr/>
    </dgm:pt>
    <dgm:pt modelId="{4800B29F-97D5-4D09-8077-42C602ABE98A}" type="pres">
      <dgm:prSet presAssocID="{C27FEDA6-7CB2-4972-AFBA-8722D3186236}" presName="compNode" presStyleCnt="0"/>
      <dgm:spPr/>
    </dgm:pt>
    <dgm:pt modelId="{ECA86523-C9F5-44FF-BF3C-AE71D550C835}" type="pres">
      <dgm:prSet presAssocID="{C27FEDA6-7CB2-4972-AFBA-8722D31862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A12ED6E-FE4B-4AAF-B502-8BD999849FD6}" type="pres">
      <dgm:prSet presAssocID="{C27FEDA6-7CB2-4972-AFBA-8722D3186236}" presName="spaceRect" presStyleCnt="0"/>
      <dgm:spPr/>
    </dgm:pt>
    <dgm:pt modelId="{91F66974-3768-425B-A9E0-175DAE6B86A4}" type="pres">
      <dgm:prSet presAssocID="{C27FEDA6-7CB2-4972-AFBA-8722D3186236}" presName="textRect" presStyleLbl="revTx" presStyleIdx="1" presStyleCnt="3">
        <dgm:presLayoutVars>
          <dgm:chMax val="1"/>
          <dgm:chPref val="1"/>
        </dgm:presLayoutVars>
      </dgm:prSet>
      <dgm:spPr/>
    </dgm:pt>
    <dgm:pt modelId="{2A758A6A-8922-4B93-A8B7-EA45EDD39427}" type="pres">
      <dgm:prSet presAssocID="{E234DD07-5267-4E35-9F42-7066ECDCE2B6}" presName="sibTrans" presStyleCnt="0"/>
      <dgm:spPr/>
    </dgm:pt>
    <dgm:pt modelId="{E280EA59-8CAA-439B-B156-280D62532120}" type="pres">
      <dgm:prSet presAssocID="{BB01C4B4-0920-489E-920E-71BEAF49D01B}" presName="compNode" presStyleCnt="0"/>
      <dgm:spPr/>
    </dgm:pt>
    <dgm:pt modelId="{18999FF9-FA0D-478C-B546-F51FCEDAE7AB}" type="pres">
      <dgm:prSet presAssocID="{BB01C4B4-0920-489E-920E-71BEAF49D0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32AC178-A0FB-422B-8EAA-7E6FB0D6B11B}" type="pres">
      <dgm:prSet presAssocID="{BB01C4B4-0920-489E-920E-71BEAF49D01B}" presName="spaceRect" presStyleCnt="0"/>
      <dgm:spPr/>
    </dgm:pt>
    <dgm:pt modelId="{4E571A93-A19F-4677-91DC-09C892765AAD}" type="pres">
      <dgm:prSet presAssocID="{BB01C4B4-0920-489E-920E-71BEAF49D01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1247202-E552-4797-9FD7-8A607747C46E}" type="presOf" srcId="{19406840-6522-4707-9D13-C025F155B12C}" destId="{F09C2EFF-1083-4FEE-AFD7-04DCF4C3BE50}" srcOrd="0" destOrd="0" presId="urn:microsoft.com/office/officeart/2018/2/layout/IconLabelList"/>
    <dgm:cxn modelId="{A1517323-CE78-4860-9FBB-DCE42AF77297}" type="presOf" srcId="{C27FEDA6-7CB2-4972-AFBA-8722D3186236}" destId="{91F66974-3768-425B-A9E0-175DAE6B86A4}" srcOrd="0" destOrd="0" presId="urn:microsoft.com/office/officeart/2018/2/layout/IconLabelList"/>
    <dgm:cxn modelId="{FC25882F-C0DD-462E-9380-FAB051946050}" srcId="{19406840-6522-4707-9D13-C025F155B12C}" destId="{C27FEDA6-7CB2-4972-AFBA-8722D3186236}" srcOrd="1" destOrd="0" parTransId="{A3D41815-5E69-4B57-A38A-01F94876DBAE}" sibTransId="{E234DD07-5267-4E35-9F42-7066ECDCE2B6}"/>
    <dgm:cxn modelId="{343CD232-B583-4B83-95A0-24B05592E3C6}" type="presOf" srcId="{5E4941EA-0D03-4762-96A1-8822CAE4FFBE}" destId="{C4BDF23B-B7ED-4D5C-9087-FEED5D9261AC}" srcOrd="0" destOrd="0" presId="urn:microsoft.com/office/officeart/2018/2/layout/IconLabelList"/>
    <dgm:cxn modelId="{2790293E-6638-49E5-B33B-890E05CCFFDC}" type="presOf" srcId="{BB01C4B4-0920-489E-920E-71BEAF49D01B}" destId="{4E571A93-A19F-4677-91DC-09C892765AAD}" srcOrd="0" destOrd="0" presId="urn:microsoft.com/office/officeart/2018/2/layout/IconLabelList"/>
    <dgm:cxn modelId="{CC7A64AB-6A54-46A5-A1A4-AE7CC8A2409C}" srcId="{19406840-6522-4707-9D13-C025F155B12C}" destId="{BB01C4B4-0920-489E-920E-71BEAF49D01B}" srcOrd="2" destOrd="0" parTransId="{EC2B5CC2-E2D3-4000-A3AC-9720EFF103F4}" sibTransId="{05C8C76C-686F-490D-84D0-B55A18FE90FD}"/>
    <dgm:cxn modelId="{68DF49E5-97E7-41A8-97EB-610ED126DF68}" srcId="{19406840-6522-4707-9D13-C025F155B12C}" destId="{5E4941EA-0D03-4762-96A1-8822CAE4FFBE}" srcOrd="0" destOrd="0" parTransId="{94A09F98-9EC3-46D1-8508-C19DA1454771}" sibTransId="{E7A95985-FA0F-4906-B9D1-2957D1FD69FD}"/>
    <dgm:cxn modelId="{6D59B56C-7BCD-49A2-8EA9-8752A0FE51B0}" type="presParOf" srcId="{F09C2EFF-1083-4FEE-AFD7-04DCF4C3BE50}" destId="{7C5D3A20-DCB7-4BB5-B4B3-CF682A55A3F2}" srcOrd="0" destOrd="0" presId="urn:microsoft.com/office/officeart/2018/2/layout/IconLabelList"/>
    <dgm:cxn modelId="{9A411CF1-99C9-48B2-B1CA-7A7C1F0A382C}" type="presParOf" srcId="{7C5D3A20-DCB7-4BB5-B4B3-CF682A55A3F2}" destId="{80ACAF16-CF07-4313-8147-7A458CB0EEA2}" srcOrd="0" destOrd="0" presId="urn:microsoft.com/office/officeart/2018/2/layout/IconLabelList"/>
    <dgm:cxn modelId="{01617C80-7E7C-4C0B-A724-17600E1A2511}" type="presParOf" srcId="{7C5D3A20-DCB7-4BB5-B4B3-CF682A55A3F2}" destId="{E4C753F7-BAEA-4C41-9B3A-C761FE872C5B}" srcOrd="1" destOrd="0" presId="urn:microsoft.com/office/officeart/2018/2/layout/IconLabelList"/>
    <dgm:cxn modelId="{8FB026CF-F147-4C10-8214-39BF066ED9D1}" type="presParOf" srcId="{7C5D3A20-DCB7-4BB5-B4B3-CF682A55A3F2}" destId="{C4BDF23B-B7ED-4D5C-9087-FEED5D9261AC}" srcOrd="2" destOrd="0" presId="urn:microsoft.com/office/officeart/2018/2/layout/IconLabelList"/>
    <dgm:cxn modelId="{37BBD4C1-0502-4AF4-B319-EBF95FA3CFE9}" type="presParOf" srcId="{F09C2EFF-1083-4FEE-AFD7-04DCF4C3BE50}" destId="{586DC19F-EBC3-4488-88F6-4FE4F86E6E29}" srcOrd="1" destOrd="0" presId="urn:microsoft.com/office/officeart/2018/2/layout/IconLabelList"/>
    <dgm:cxn modelId="{7BD31750-1134-438A-A927-01659D1D6E6B}" type="presParOf" srcId="{F09C2EFF-1083-4FEE-AFD7-04DCF4C3BE50}" destId="{4800B29F-97D5-4D09-8077-42C602ABE98A}" srcOrd="2" destOrd="0" presId="urn:microsoft.com/office/officeart/2018/2/layout/IconLabelList"/>
    <dgm:cxn modelId="{3CA42D53-BB25-46BF-B48A-BBB96C5E9A95}" type="presParOf" srcId="{4800B29F-97D5-4D09-8077-42C602ABE98A}" destId="{ECA86523-C9F5-44FF-BF3C-AE71D550C835}" srcOrd="0" destOrd="0" presId="urn:microsoft.com/office/officeart/2018/2/layout/IconLabelList"/>
    <dgm:cxn modelId="{7046BC31-B27E-4A7A-B88D-3DAA5BA74396}" type="presParOf" srcId="{4800B29F-97D5-4D09-8077-42C602ABE98A}" destId="{8A12ED6E-FE4B-4AAF-B502-8BD999849FD6}" srcOrd="1" destOrd="0" presId="urn:microsoft.com/office/officeart/2018/2/layout/IconLabelList"/>
    <dgm:cxn modelId="{73D1D40C-8D57-4CCB-A0EC-81725CB737DE}" type="presParOf" srcId="{4800B29F-97D5-4D09-8077-42C602ABE98A}" destId="{91F66974-3768-425B-A9E0-175DAE6B86A4}" srcOrd="2" destOrd="0" presId="urn:microsoft.com/office/officeart/2018/2/layout/IconLabelList"/>
    <dgm:cxn modelId="{E6F41AF2-465D-4227-9BAE-434D07954910}" type="presParOf" srcId="{F09C2EFF-1083-4FEE-AFD7-04DCF4C3BE50}" destId="{2A758A6A-8922-4B93-A8B7-EA45EDD39427}" srcOrd="3" destOrd="0" presId="urn:microsoft.com/office/officeart/2018/2/layout/IconLabelList"/>
    <dgm:cxn modelId="{83DBED6A-DE56-479A-9CD2-25CE4109656F}" type="presParOf" srcId="{F09C2EFF-1083-4FEE-AFD7-04DCF4C3BE50}" destId="{E280EA59-8CAA-439B-B156-280D62532120}" srcOrd="4" destOrd="0" presId="urn:microsoft.com/office/officeart/2018/2/layout/IconLabelList"/>
    <dgm:cxn modelId="{E8435A17-CA0F-429F-AEF8-08C75B1BA59A}" type="presParOf" srcId="{E280EA59-8CAA-439B-B156-280D62532120}" destId="{18999FF9-FA0D-478C-B546-F51FCEDAE7AB}" srcOrd="0" destOrd="0" presId="urn:microsoft.com/office/officeart/2018/2/layout/IconLabelList"/>
    <dgm:cxn modelId="{ADF29FA4-D26A-4B1F-BA16-BC545DD5860C}" type="presParOf" srcId="{E280EA59-8CAA-439B-B156-280D62532120}" destId="{E32AC178-A0FB-422B-8EAA-7E6FB0D6B11B}" srcOrd="1" destOrd="0" presId="urn:microsoft.com/office/officeart/2018/2/layout/IconLabelList"/>
    <dgm:cxn modelId="{513688C9-618A-468E-A19C-B8110FD25431}" type="presParOf" srcId="{E280EA59-8CAA-439B-B156-280D62532120}" destId="{4E571A93-A19F-4677-91DC-09C892765AA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74D658-93D2-4804-B0A6-E9F39B649F3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84E6BB-62E8-4347-8651-A32B28BEC1D6}">
      <dgm:prSet/>
      <dgm:spPr/>
      <dgm:t>
        <a:bodyPr/>
        <a:lstStyle/>
        <a:p>
          <a:pPr>
            <a:defRPr cap="all"/>
          </a:pPr>
          <a:r>
            <a:rPr lang="en-MY" b="1"/>
            <a:t>Downtime:</a:t>
          </a:r>
          <a:r>
            <a:rPr lang="en-MY"/>
            <a:t> Risk of application unavailability during migration.</a:t>
          </a:r>
          <a:endParaRPr lang="en-US"/>
        </a:p>
      </dgm:t>
    </dgm:pt>
    <dgm:pt modelId="{CEB4166D-E1F8-4412-8784-4D2552F4B717}" type="parTrans" cxnId="{194C1A3E-2EA9-4278-B6B5-99855238D8D1}">
      <dgm:prSet/>
      <dgm:spPr/>
      <dgm:t>
        <a:bodyPr/>
        <a:lstStyle/>
        <a:p>
          <a:endParaRPr lang="en-US"/>
        </a:p>
      </dgm:t>
    </dgm:pt>
    <dgm:pt modelId="{1FD02048-1C82-40FF-AA87-E95758DEC001}" type="sibTrans" cxnId="{194C1A3E-2EA9-4278-B6B5-99855238D8D1}">
      <dgm:prSet/>
      <dgm:spPr/>
      <dgm:t>
        <a:bodyPr/>
        <a:lstStyle/>
        <a:p>
          <a:endParaRPr lang="en-US"/>
        </a:p>
      </dgm:t>
    </dgm:pt>
    <dgm:pt modelId="{2C292998-DE21-445E-B7F9-9350C574549D}">
      <dgm:prSet/>
      <dgm:spPr/>
      <dgm:t>
        <a:bodyPr/>
        <a:lstStyle/>
        <a:p>
          <a:pPr>
            <a:defRPr cap="all"/>
          </a:pPr>
          <a:r>
            <a:rPr lang="en-MY" b="1"/>
            <a:t>Data Loss:</a:t>
          </a:r>
          <a:r>
            <a:rPr lang="en-MY"/>
            <a:t> Improper handling can lead to permanent data loss.</a:t>
          </a:r>
          <a:endParaRPr lang="en-US"/>
        </a:p>
      </dgm:t>
    </dgm:pt>
    <dgm:pt modelId="{68A8F081-4C36-41D6-846D-7C50A240DFAD}" type="parTrans" cxnId="{1FB6FD7A-1DDB-4EB7-9624-8119BF1FFEEB}">
      <dgm:prSet/>
      <dgm:spPr/>
      <dgm:t>
        <a:bodyPr/>
        <a:lstStyle/>
        <a:p>
          <a:endParaRPr lang="en-US"/>
        </a:p>
      </dgm:t>
    </dgm:pt>
    <dgm:pt modelId="{9EA9FC27-403A-49F5-B6CE-29D4C1609DCF}" type="sibTrans" cxnId="{1FB6FD7A-1DDB-4EB7-9624-8119BF1FFEEB}">
      <dgm:prSet/>
      <dgm:spPr/>
      <dgm:t>
        <a:bodyPr/>
        <a:lstStyle/>
        <a:p>
          <a:endParaRPr lang="en-US"/>
        </a:p>
      </dgm:t>
    </dgm:pt>
    <dgm:pt modelId="{4C52378D-BC9C-43BF-98F8-78504339B47E}">
      <dgm:prSet/>
      <dgm:spPr/>
      <dgm:t>
        <a:bodyPr/>
        <a:lstStyle/>
        <a:p>
          <a:pPr>
            <a:defRPr cap="all"/>
          </a:pPr>
          <a:r>
            <a:rPr lang="en-MY" b="1"/>
            <a:t>Security:</a:t>
          </a:r>
          <a:r>
            <a:rPr lang="en-MY"/>
            <a:t> Data in transit and at rest must be protected.</a:t>
          </a:r>
          <a:endParaRPr lang="en-US"/>
        </a:p>
      </dgm:t>
    </dgm:pt>
    <dgm:pt modelId="{1DCA5D7A-75A6-4F13-A7DB-069CD18C4AE7}" type="parTrans" cxnId="{66558D70-9E83-45FF-94E8-5ABAAEEA05B7}">
      <dgm:prSet/>
      <dgm:spPr/>
      <dgm:t>
        <a:bodyPr/>
        <a:lstStyle/>
        <a:p>
          <a:endParaRPr lang="en-US"/>
        </a:p>
      </dgm:t>
    </dgm:pt>
    <dgm:pt modelId="{8D2FDA7B-30DC-49CA-80FF-6B9A9B3CB3A5}" type="sibTrans" cxnId="{66558D70-9E83-45FF-94E8-5ABAAEEA05B7}">
      <dgm:prSet/>
      <dgm:spPr/>
      <dgm:t>
        <a:bodyPr/>
        <a:lstStyle/>
        <a:p>
          <a:endParaRPr lang="en-US"/>
        </a:p>
      </dgm:t>
    </dgm:pt>
    <dgm:pt modelId="{A8E7765A-0319-42A3-9BBC-D3DAC6BDC0E6}">
      <dgm:prSet/>
      <dgm:spPr/>
      <dgm:t>
        <a:bodyPr/>
        <a:lstStyle/>
        <a:p>
          <a:pPr>
            <a:defRPr cap="all"/>
          </a:pPr>
          <a:r>
            <a:rPr lang="en-MY" b="1"/>
            <a:t>Compliance:</a:t>
          </a:r>
          <a:r>
            <a:rPr lang="en-MY"/>
            <a:t> Must meet regulatory requirements like GDPR, HIPAA.</a:t>
          </a:r>
          <a:endParaRPr lang="en-US"/>
        </a:p>
      </dgm:t>
    </dgm:pt>
    <dgm:pt modelId="{8CFE7398-9F1E-4771-97AA-D980D51FF506}" type="parTrans" cxnId="{7884000D-16C2-4B78-A02D-B143CD8AACD2}">
      <dgm:prSet/>
      <dgm:spPr/>
      <dgm:t>
        <a:bodyPr/>
        <a:lstStyle/>
        <a:p>
          <a:endParaRPr lang="en-US"/>
        </a:p>
      </dgm:t>
    </dgm:pt>
    <dgm:pt modelId="{D889400F-C0F5-4EB3-855E-E7DA15A71316}" type="sibTrans" cxnId="{7884000D-16C2-4B78-A02D-B143CD8AACD2}">
      <dgm:prSet/>
      <dgm:spPr/>
      <dgm:t>
        <a:bodyPr/>
        <a:lstStyle/>
        <a:p>
          <a:endParaRPr lang="en-US"/>
        </a:p>
      </dgm:t>
    </dgm:pt>
    <dgm:pt modelId="{1F53F12E-5DE9-4635-BF81-6926224CF838}">
      <dgm:prSet/>
      <dgm:spPr/>
      <dgm:t>
        <a:bodyPr/>
        <a:lstStyle/>
        <a:p>
          <a:pPr>
            <a:defRPr cap="all"/>
          </a:pPr>
          <a:r>
            <a:rPr lang="en-MY" b="1"/>
            <a:t>Compatibility:</a:t>
          </a:r>
          <a:r>
            <a:rPr lang="en-MY"/>
            <a:t> Legacy apps may not run smoothly in cloud.</a:t>
          </a:r>
          <a:endParaRPr lang="en-US"/>
        </a:p>
      </dgm:t>
    </dgm:pt>
    <dgm:pt modelId="{A4CD6198-E99D-4DF6-93F7-5E5AD9213598}" type="parTrans" cxnId="{0E6B4F66-2BB1-41EB-9996-0D674804D216}">
      <dgm:prSet/>
      <dgm:spPr/>
      <dgm:t>
        <a:bodyPr/>
        <a:lstStyle/>
        <a:p>
          <a:endParaRPr lang="en-US"/>
        </a:p>
      </dgm:t>
    </dgm:pt>
    <dgm:pt modelId="{46712C6C-DFD1-4EF8-8FC8-AC9D16B59CD5}" type="sibTrans" cxnId="{0E6B4F66-2BB1-41EB-9996-0D674804D216}">
      <dgm:prSet/>
      <dgm:spPr/>
      <dgm:t>
        <a:bodyPr/>
        <a:lstStyle/>
        <a:p>
          <a:endParaRPr lang="en-US"/>
        </a:p>
      </dgm:t>
    </dgm:pt>
    <dgm:pt modelId="{3CD253AC-D730-40BA-B514-62623708D779}" type="pres">
      <dgm:prSet presAssocID="{2574D658-93D2-4804-B0A6-E9F39B649F3A}" presName="root" presStyleCnt="0">
        <dgm:presLayoutVars>
          <dgm:dir/>
          <dgm:resizeHandles val="exact"/>
        </dgm:presLayoutVars>
      </dgm:prSet>
      <dgm:spPr/>
    </dgm:pt>
    <dgm:pt modelId="{24BBF61C-A0A6-49FC-8238-B5C69A539447}" type="pres">
      <dgm:prSet presAssocID="{1784E6BB-62E8-4347-8651-A32B28BEC1D6}" presName="compNode" presStyleCnt="0"/>
      <dgm:spPr/>
    </dgm:pt>
    <dgm:pt modelId="{DD467043-4F54-4632-81B0-8C78A47173A9}" type="pres">
      <dgm:prSet presAssocID="{1784E6BB-62E8-4347-8651-A32B28BEC1D6}" presName="iconBgRect" presStyleLbl="bgShp" presStyleIdx="0" presStyleCnt="5"/>
      <dgm:spPr/>
    </dgm:pt>
    <dgm:pt modelId="{772C9998-C59C-4113-B71F-AE654169AD34}" type="pres">
      <dgm:prSet presAssocID="{1784E6BB-62E8-4347-8651-A32B28BEC1D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6FB58C82-6EF3-4D0A-AB85-39085710227A}" type="pres">
      <dgm:prSet presAssocID="{1784E6BB-62E8-4347-8651-A32B28BEC1D6}" presName="spaceRect" presStyleCnt="0"/>
      <dgm:spPr/>
    </dgm:pt>
    <dgm:pt modelId="{2E319FB1-96A4-452E-B8DD-0586A7E1745D}" type="pres">
      <dgm:prSet presAssocID="{1784E6BB-62E8-4347-8651-A32B28BEC1D6}" presName="textRect" presStyleLbl="revTx" presStyleIdx="0" presStyleCnt="5">
        <dgm:presLayoutVars>
          <dgm:chMax val="1"/>
          <dgm:chPref val="1"/>
        </dgm:presLayoutVars>
      </dgm:prSet>
      <dgm:spPr/>
    </dgm:pt>
    <dgm:pt modelId="{EFF34EC2-F02E-4899-BE42-0A460CDEF929}" type="pres">
      <dgm:prSet presAssocID="{1FD02048-1C82-40FF-AA87-E95758DEC001}" presName="sibTrans" presStyleCnt="0"/>
      <dgm:spPr/>
    </dgm:pt>
    <dgm:pt modelId="{8B5911A2-6304-4148-8E42-49DA09F51E89}" type="pres">
      <dgm:prSet presAssocID="{2C292998-DE21-445E-B7F9-9350C574549D}" presName="compNode" presStyleCnt="0"/>
      <dgm:spPr/>
    </dgm:pt>
    <dgm:pt modelId="{236FE448-48C7-4795-85B5-38E7D97CC83B}" type="pres">
      <dgm:prSet presAssocID="{2C292998-DE21-445E-B7F9-9350C574549D}" presName="iconBgRect" presStyleLbl="bgShp" presStyleIdx="1" presStyleCnt="5"/>
      <dgm:spPr/>
    </dgm:pt>
    <dgm:pt modelId="{3175A19E-1DA2-4C43-B85E-EF5059EC82F8}" type="pres">
      <dgm:prSet presAssocID="{2C292998-DE21-445E-B7F9-9350C574549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2E15516-9953-4B99-AA4A-479CC030F2C0}" type="pres">
      <dgm:prSet presAssocID="{2C292998-DE21-445E-B7F9-9350C574549D}" presName="spaceRect" presStyleCnt="0"/>
      <dgm:spPr/>
    </dgm:pt>
    <dgm:pt modelId="{8BAE6982-11E0-4A70-87A5-AB451266D449}" type="pres">
      <dgm:prSet presAssocID="{2C292998-DE21-445E-B7F9-9350C574549D}" presName="textRect" presStyleLbl="revTx" presStyleIdx="1" presStyleCnt="5">
        <dgm:presLayoutVars>
          <dgm:chMax val="1"/>
          <dgm:chPref val="1"/>
        </dgm:presLayoutVars>
      </dgm:prSet>
      <dgm:spPr/>
    </dgm:pt>
    <dgm:pt modelId="{3881134F-DB39-47CF-8D9A-50A4ABBE1DFD}" type="pres">
      <dgm:prSet presAssocID="{9EA9FC27-403A-49F5-B6CE-29D4C1609DCF}" presName="sibTrans" presStyleCnt="0"/>
      <dgm:spPr/>
    </dgm:pt>
    <dgm:pt modelId="{70E7AB68-51C7-4B33-8B2B-3E004EB03377}" type="pres">
      <dgm:prSet presAssocID="{4C52378D-BC9C-43BF-98F8-78504339B47E}" presName="compNode" presStyleCnt="0"/>
      <dgm:spPr/>
    </dgm:pt>
    <dgm:pt modelId="{0F0675D2-C365-44C9-882B-E4D118B8BDF3}" type="pres">
      <dgm:prSet presAssocID="{4C52378D-BC9C-43BF-98F8-78504339B47E}" presName="iconBgRect" presStyleLbl="bgShp" presStyleIdx="2" presStyleCnt="5"/>
      <dgm:spPr/>
    </dgm:pt>
    <dgm:pt modelId="{D82A8DEA-9F33-4024-9CB7-C4ECFCC876A5}" type="pres">
      <dgm:prSet presAssocID="{4C52378D-BC9C-43BF-98F8-78504339B47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13A5BE9-08E0-4E61-8BEB-FC35503E44E2}" type="pres">
      <dgm:prSet presAssocID="{4C52378D-BC9C-43BF-98F8-78504339B47E}" presName="spaceRect" presStyleCnt="0"/>
      <dgm:spPr/>
    </dgm:pt>
    <dgm:pt modelId="{02179BF6-F3D4-4EEB-AA87-A41387BDB37B}" type="pres">
      <dgm:prSet presAssocID="{4C52378D-BC9C-43BF-98F8-78504339B47E}" presName="textRect" presStyleLbl="revTx" presStyleIdx="2" presStyleCnt="5">
        <dgm:presLayoutVars>
          <dgm:chMax val="1"/>
          <dgm:chPref val="1"/>
        </dgm:presLayoutVars>
      </dgm:prSet>
      <dgm:spPr/>
    </dgm:pt>
    <dgm:pt modelId="{252AF505-9892-4A1F-805D-44DF669926B1}" type="pres">
      <dgm:prSet presAssocID="{8D2FDA7B-30DC-49CA-80FF-6B9A9B3CB3A5}" presName="sibTrans" presStyleCnt="0"/>
      <dgm:spPr/>
    </dgm:pt>
    <dgm:pt modelId="{E1AF67DB-A027-4CA7-A5BB-3C16C932F2ED}" type="pres">
      <dgm:prSet presAssocID="{A8E7765A-0319-42A3-9BBC-D3DAC6BDC0E6}" presName="compNode" presStyleCnt="0"/>
      <dgm:spPr/>
    </dgm:pt>
    <dgm:pt modelId="{7F7132F3-3AE1-4D5F-AAC5-7D64983DA026}" type="pres">
      <dgm:prSet presAssocID="{A8E7765A-0319-42A3-9BBC-D3DAC6BDC0E6}" presName="iconBgRect" presStyleLbl="bgShp" presStyleIdx="3" presStyleCnt="5"/>
      <dgm:spPr/>
    </dgm:pt>
    <dgm:pt modelId="{3FE86B83-89FC-48FA-8A9C-83A5FFE523AB}" type="pres">
      <dgm:prSet presAssocID="{A8E7765A-0319-42A3-9BBC-D3DAC6BDC0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B7214D8-7226-4454-9C7E-14239F40A1B2}" type="pres">
      <dgm:prSet presAssocID="{A8E7765A-0319-42A3-9BBC-D3DAC6BDC0E6}" presName="spaceRect" presStyleCnt="0"/>
      <dgm:spPr/>
    </dgm:pt>
    <dgm:pt modelId="{728EE6B4-0FE7-4864-9794-EDED72CAB0C6}" type="pres">
      <dgm:prSet presAssocID="{A8E7765A-0319-42A3-9BBC-D3DAC6BDC0E6}" presName="textRect" presStyleLbl="revTx" presStyleIdx="3" presStyleCnt="5">
        <dgm:presLayoutVars>
          <dgm:chMax val="1"/>
          <dgm:chPref val="1"/>
        </dgm:presLayoutVars>
      </dgm:prSet>
      <dgm:spPr/>
    </dgm:pt>
    <dgm:pt modelId="{41F78DE5-2EDB-411E-B687-7BB07F7565CF}" type="pres">
      <dgm:prSet presAssocID="{D889400F-C0F5-4EB3-855E-E7DA15A71316}" presName="sibTrans" presStyleCnt="0"/>
      <dgm:spPr/>
    </dgm:pt>
    <dgm:pt modelId="{18E863E3-DDA3-40A7-B197-799B6E16847D}" type="pres">
      <dgm:prSet presAssocID="{1F53F12E-5DE9-4635-BF81-6926224CF838}" presName="compNode" presStyleCnt="0"/>
      <dgm:spPr/>
    </dgm:pt>
    <dgm:pt modelId="{EBB72992-555C-4E8A-9D4A-A02131939151}" type="pres">
      <dgm:prSet presAssocID="{1F53F12E-5DE9-4635-BF81-6926224CF838}" presName="iconBgRect" presStyleLbl="bgShp" presStyleIdx="4" presStyleCnt="5"/>
      <dgm:spPr/>
    </dgm:pt>
    <dgm:pt modelId="{8F3263C2-25C1-4A91-B64A-BFE672D86167}" type="pres">
      <dgm:prSet presAssocID="{1F53F12E-5DE9-4635-BF81-6926224CF83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3F25186-BE4F-4ECA-8015-836DD16483FB}" type="pres">
      <dgm:prSet presAssocID="{1F53F12E-5DE9-4635-BF81-6926224CF838}" presName="spaceRect" presStyleCnt="0"/>
      <dgm:spPr/>
    </dgm:pt>
    <dgm:pt modelId="{68343C2E-D980-470F-B596-1CA971296899}" type="pres">
      <dgm:prSet presAssocID="{1F53F12E-5DE9-4635-BF81-6926224CF83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884000D-16C2-4B78-A02D-B143CD8AACD2}" srcId="{2574D658-93D2-4804-B0A6-E9F39B649F3A}" destId="{A8E7765A-0319-42A3-9BBC-D3DAC6BDC0E6}" srcOrd="3" destOrd="0" parTransId="{8CFE7398-9F1E-4771-97AA-D980D51FF506}" sibTransId="{D889400F-C0F5-4EB3-855E-E7DA15A71316}"/>
    <dgm:cxn modelId="{9F24C43A-D3D6-42C8-99E3-520B5CAF8737}" type="presOf" srcId="{A8E7765A-0319-42A3-9BBC-D3DAC6BDC0E6}" destId="{728EE6B4-0FE7-4864-9794-EDED72CAB0C6}" srcOrd="0" destOrd="0" presId="urn:microsoft.com/office/officeart/2018/5/layout/IconCircleLabelList"/>
    <dgm:cxn modelId="{194C1A3E-2EA9-4278-B6B5-99855238D8D1}" srcId="{2574D658-93D2-4804-B0A6-E9F39B649F3A}" destId="{1784E6BB-62E8-4347-8651-A32B28BEC1D6}" srcOrd="0" destOrd="0" parTransId="{CEB4166D-E1F8-4412-8784-4D2552F4B717}" sibTransId="{1FD02048-1C82-40FF-AA87-E95758DEC001}"/>
    <dgm:cxn modelId="{F3A31242-266C-46F8-BCE9-CB8D1503AE32}" type="presOf" srcId="{1F53F12E-5DE9-4635-BF81-6926224CF838}" destId="{68343C2E-D980-470F-B596-1CA971296899}" srcOrd="0" destOrd="0" presId="urn:microsoft.com/office/officeart/2018/5/layout/IconCircleLabelList"/>
    <dgm:cxn modelId="{D6D80743-BF5D-46B1-BE69-29EEB1BF8970}" type="presOf" srcId="{1784E6BB-62E8-4347-8651-A32B28BEC1D6}" destId="{2E319FB1-96A4-452E-B8DD-0586A7E1745D}" srcOrd="0" destOrd="0" presId="urn:microsoft.com/office/officeart/2018/5/layout/IconCircleLabelList"/>
    <dgm:cxn modelId="{0E6B4F66-2BB1-41EB-9996-0D674804D216}" srcId="{2574D658-93D2-4804-B0A6-E9F39B649F3A}" destId="{1F53F12E-5DE9-4635-BF81-6926224CF838}" srcOrd="4" destOrd="0" parTransId="{A4CD6198-E99D-4DF6-93F7-5E5AD9213598}" sibTransId="{46712C6C-DFD1-4EF8-8FC8-AC9D16B59CD5}"/>
    <dgm:cxn modelId="{66558D70-9E83-45FF-94E8-5ABAAEEA05B7}" srcId="{2574D658-93D2-4804-B0A6-E9F39B649F3A}" destId="{4C52378D-BC9C-43BF-98F8-78504339B47E}" srcOrd="2" destOrd="0" parTransId="{1DCA5D7A-75A6-4F13-A7DB-069CD18C4AE7}" sibTransId="{8D2FDA7B-30DC-49CA-80FF-6B9A9B3CB3A5}"/>
    <dgm:cxn modelId="{4434C774-94CB-47E5-B6B4-1C03D44EFEBF}" type="presOf" srcId="{2C292998-DE21-445E-B7F9-9350C574549D}" destId="{8BAE6982-11E0-4A70-87A5-AB451266D449}" srcOrd="0" destOrd="0" presId="urn:microsoft.com/office/officeart/2018/5/layout/IconCircleLabelList"/>
    <dgm:cxn modelId="{6B135379-7E06-475D-AF48-17DF61C78D5D}" type="presOf" srcId="{2574D658-93D2-4804-B0A6-E9F39B649F3A}" destId="{3CD253AC-D730-40BA-B514-62623708D779}" srcOrd="0" destOrd="0" presId="urn:microsoft.com/office/officeart/2018/5/layout/IconCircleLabelList"/>
    <dgm:cxn modelId="{1FB6FD7A-1DDB-4EB7-9624-8119BF1FFEEB}" srcId="{2574D658-93D2-4804-B0A6-E9F39B649F3A}" destId="{2C292998-DE21-445E-B7F9-9350C574549D}" srcOrd="1" destOrd="0" parTransId="{68A8F081-4C36-41D6-846D-7C50A240DFAD}" sibTransId="{9EA9FC27-403A-49F5-B6CE-29D4C1609DCF}"/>
    <dgm:cxn modelId="{03CCACE7-5F78-4308-B42F-F741DE96CF10}" type="presOf" srcId="{4C52378D-BC9C-43BF-98F8-78504339B47E}" destId="{02179BF6-F3D4-4EEB-AA87-A41387BDB37B}" srcOrd="0" destOrd="0" presId="urn:microsoft.com/office/officeart/2018/5/layout/IconCircleLabelList"/>
    <dgm:cxn modelId="{FF70B39F-D8D4-4955-91E6-8BBEEC3CC70F}" type="presParOf" srcId="{3CD253AC-D730-40BA-B514-62623708D779}" destId="{24BBF61C-A0A6-49FC-8238-B5C69A539447}" srcOrd="0" destOrd="0" presId="urn:microsoft.com/office/officeart/2018/5/layout/IconCircleLabelList"/>
    <dgm:cxn modelId="{D920868B-75B3-4C18-BCDE-68685849B9C8}" type="presParOf" srcId="{24BBF61C-A0A6-49FC-8238-B5C69A539447}" destId="{DD467043-4F54-4632-81B0-8C78A47173A9}" srcOrd="0" destOrd="0" presId="urn:microsoft.com/office/officeart/2018/5/layout/IconCircleLabelList"/>
    <dgm:cxn modelId="{5A4E67B6-C63A-435F-9EFD-BA5136A02333}" type="presParOf" srcId="{24BBF61C-A0A6-49FC-8238-B5C69A539447}" destId="{772C9998-C59C-4113-B71F-AE654169AD34}" srcOrd="1" destOrd="0" presId="urn:microsoft.com/office/officeart/2018/5/layout/IconCircleLabelList"/>
    <dgm:cxn modelId="{43500031-43E7-4014-AD69-08AAE33679C5}" type="presParOf" srcId="{24BBF61C-A0A6-49FC-8238-B5C69A539447}" destId="{6FB58C82-6EF3-4D0A-AB85-39085710227A}" srcOrd="2" destOrd="0" presId="urn:microsoft.com/office/officeart/2018/5/layout/IconCircleLabelList"/>
    <dgm:cxn modelId="{69C83C4B-5491-4E4C-B9F9-E6F40771A3E7}" type="presParOf" srcId="{24BBF61C-A0A6-49FC-8238-B5C69A539447}" destId="{2E319FB1-96A4-452E-B8DD-0586A7E1745D}" srcOrd="3" destOrd="0" presId="urn:microsoft.com/office/officeart/2018/5/layout/IconCircleLabelList"/>
    <dgm:cxn modelId="{599ACD7A-4123-4BB3-9515-EC5FB3481F3A}" type="presParOf" srcId="{3CD253AC-D730-40BA-B514-62623708D779}" destId="{EFF34EC2-F02E-4899-BE42-0A460CDEF929}" srcOrd="1" destOrd="0" presId="urn:microsoft.com/office/officeart/2018/5/layout/IconCircleLabelList"/>
    <dgm:cxn modelId="{ADB97B5C-2B7D-4BC7-95AB-C791C59C058E}" type="presParOf" srcId="{3CD253AC-D730-40BA-B514-62623708D779}" destId="{8B5911A2-6304-4148-8E42-49DA09F51E89}" srcOrd="2" destOrd="0" presId="urn:microsoft.com/office/officeart/2018/5/layout/IconCircleLabelList"/>
    <dgm:cxn modelId="{D93CF54C-8ECC-448E-9458-B619C1D7250C}" type="presParOf" srcId="{8B5911A2-6304-4148-8E42-49DA09F51E89}" destId="{236FE448-48C7-4795-85B5-38E7D97CC83B}" srcOrd="0" destOrd="0" presId="urn:microsoft.com/office/officeart/2018/5/layout/IconCircleLabelList"/>
    <dgm:cxn modelId="{A457720B-092E-46BA-8F08-53D5CF17A3FD}" type="presParOf" srcId="{8B5911A2-6304-4148-8E42-49DA09F51E89}" destId="{3175A19E-1DA2-4C43-B85E-EF5059EC82F8}" srcOrd="1" destOrd="0" presId="urn:microsoft.com/office/officeart/2018/5/layout/IconCircleLabelList"/>
    <dgm:cxn modelId="{E334DB92-6501-4E56-8B0F-8744683F7748}" type="presParOf" srcId="{8B5911A2-6304-4148-8E42-49DA09F51E89}" destId="{72E15516-9953-4B99-AA4A-479CC030F2C0}" srcOrd="2" destOrd="0" presId="urn:microsoft.com/office/officeart/2018/5/layout/IconCircleLabelList"/>
    <dgm:cxn modelId="{43D76880-F724-476F-BA91-67BA15E78667}" type="presParOf" srcId="{8B5911A2-6304-4148-8E42-49DA09F51E89}" destId="{8BAE6982-11E0-4A70-87A5-AB451266D449}" srcOrd="3" destOrd="0" presId="urn:microsoft.com/office/officeart/2018/5/layout/IconCircleLabelList"/>
    <dgm:cxn modelId="{AD6A62C2-01AC-4297-8BCB-4F102D6B8CE9}" type="presParOf" srcId="{3CD253AC-D730-40BA-B514-62623708D779}" destId="{3881134F-DB39-47CF-8D9A-50A4ABBE1DFD}" srcOrd="3" destOrd="0" presId="urn:microsoft.com/office/officeart/2018/5/layout/IconCircleLabelList"/>
    <dgm:cxn modelId="{1472127B-E9CD-467D-9EC4-6842917A8AA5}" type="presParOf" srcId="{3CD253AC-D730-40BA-B514-62623708D779}" destId="{70E7AB68-51C7-4B33-8B2B-3E004EB03377}" srcOrd="4" destOrd="0" presId="urn:microsoft.com/office/officeart/2018/5/layout/IconCircleLabelList"/>
    <dgm:cxn modelId="{7833C10F-CFD8-4016-957A-7726C620F02E}" type="presParOf" srcId="{70E7AB68-51C7-4B33-8B2B-3E004EB03377}" destId="{0F0675D2-C365-44C9-882B-E4D118B8BDF3}" srcOrd="0" destOrd="0" presId="urn:microsoft.com/office/officeart/2018/5/layout/IconCircleLabelList"/>
    <dgm:cxn modelId="{74B421C8-7AB7-42BC-AAFA-729E0907F6D3}" type="presParOf" srcId="{70E7AB68-51C7-4B33-8B2B-3E004EB03377}" destId="{D82A8DEA-9F33-4024-9CB7-C4ECFCC876A5}" srcOrd="1" destOrd="0" presId="urn:microsoft.com/office/officeart/2018/5/layout/IconCircleLabelList"/>
    <dgm:cxn modelId="{9A04FEEC-378E-459B-BEBE-9F6D21E6D52C}" type="presParOf" srcId="{70E7AB68-51C7-4B33-8B2B-3E004EB03377}" destId="{613A5BE9-08E0-4E61-8BEB-FC35503E44E2}" srcOrd="2" destOrd="0" presId="urn:microsoft.com/office/officeart/2018/5/layout/IconCircleLabelList"/>
    <dgm:cxn modelId="{834876ED-AA7C-45BC-AD72-D176153BA1F3}" type="presParOf" srcId="{70E7AB68-51C7-4B33-8B2B-3E004EB03377}" destId="{02179BF6-F3D4-4EEB-AA87-A41387BDB37B}" srcOrd="3" destOrd="0" presId="urn:microsoft.com/office/officeart/2018/5/layout/IconCircleLabelList"/>
    <dgm:cxn modelId="{46166715-0086-43B2-B786-25377124CC73}" type="presParOf" srcId="{3CD253AC-D730-40BA-B514-62623708D779}" destId="{252AF505-9892-4A1F-805D-44DF669926B1}" srcOrd="5" destOrd="0" presId="urn:microsoft.com/office/officeart/2018/5/layout/IconCircleLabelList"/>
    <dgm:cxn modelId="{F9C357E8-1083-496F-A162-B6C354E832D0}" type="presParOf" srcId="{3CD253AC-D730-40BA-B514-62623708D779}" destId="{E1AF67DB-A027-4CA7-A5BB-3C16C932F2ED}" srcOrd="6" destOrd="0" presId="urn:microsoft.com/office/officeart/2018/5/layout/IconCircleLabelList"/>
    <dgm:cxn modelId="{9AD81CF7-DB18-419E-B527-3FE1A25D8B21}" type="presParOf" srcId="{E1AF67DB-A027-4CA7-A5BB-3C16C932F2ED}" destId="{7F7132F3-3AE1-4D5F-AAC5-7D64983DA026}" srcOrd="0" destOrd="0" presId="urn:microsoft.com/office/officeart/2018/5/layout/IconCircleLabelList"/>
    <dgm:cxn modelId="{BD520043-3FED-448D-8C53-B5023B8142A6}" type="presParOf" srcId="{E1AF67DB-A027-4CA7-A5BB-3C16C932F2ED}" destId="{3FE86B83-89FC-48FA-8A9C-83A5FFE523AB}" srcOrd="1" destOrd="0" presId="urn:microsoft.com/office/officeart/2018/5/layout/IconCircleLabelList"/>
    <dgm:cxn modelId="{317AB2E4-31F9-4D6B-8A10-40801E96985E}" type="presParOf" srcId="{E1AF67DB-A027-4CA7-A5BB-3C16C932F2ED}" destId="{DB7214D8-7226-4454-9C7E-14239F40A1B2}" srcOrd="2" destOrd="0" presId="urn:microsoft.com/office/officeart/2018/5/layout/IconCircleLabelList"/>
    <dgm:cxn modelId="{87BB5DDC-9B98-4ECD-A9E2-C5ECC8AADBD4}" type="presParOf" srcId="{E1AF67DB-A027-4CA7-A5BB-3C16C932F2ED}" destId="{728EE6B4-0FE7-4864-9794-EDED72CAB0C6}" srcOrd="3" destOrd="0" presId="urn:microsoft.com/office/officeart/2018/5/layout/IconCircleLabelList"/>
    <dgm:cxn modelId="{110FC73B-35B9-40F0-816D-3EE83975DC5F}" type="presParOf" srcId="{3CD253AC-D730-40BA-B514-62623708D779}" destId="{41F78DE5-2EDB-411E-B687-7BB07F7565CF}" srcOrd="7" destOrd="0" presId="urn:microsoft.com/office/officeart/2018/5/layout/IconCircleLabelList"/>
    <dgm:cxn modelId="{51CB43C5-2B1E-4097-A333-CDC1FC6EEE7C}" type="presParOf" srcId="{3CD253AC-D730-40BA-B514-62623708D779}" destId="{18E863E3-DDA3-40A7-B197-799B6E16847D}" srcOrd="8" destOrd="0" presId="urn:microsoft.com/office/officeart/2018/5/layout/IconCircleLabelList"/>
    <dgm:cxn modelId="{775672A9-CA58-4858-ACBB-D76A9DCC86DD}" type="presParOf" srcId="{18E863E3-DDA3-40A7-B197-799B6E16847D}" destId="{EBB72992-555C-4E8A-9D4A-A02131939151}" srcOrd="0" destOrd="0" presId="urn:microsoft.com/office/officeart/2018/5/layout/IconCircleLabelList"/>
    <dgm:cxn modelId="{BA5837C9-84B8-451B-94A7-1CEEF0FFB946}" type="presParOf" srcId="{18E863E3-DDA3-40A7-B197-799B6E16847D}" destId="{8F3263C2-25C1-4A91-B64A-BFE672D86167}" srcOrd="1" destOrd="0" presId="urn:microsoft.com/office/officeart/2018/5/layout/IconCircleLabelList"/>
    <dgm:cxn modelId="{768B942A-2710-422C-B265-E652C2F762A4}" type="presParOf" srcId="{18E863E3-DDA3-40A7-B197-799B6E16847D}" destId="{53F25186-BE4F-4ECA-8015-836DD16483FB}" srcOrd="2" destOrd="0" presId="urn:microsoft.com/office/officeart/2018/5/layout/IconCircleLabelList"/>
    <dgm:cxn modelId="{3CD4C8DA-92FC-49B1-B313-D558958197A9}" type="presParOf" srcId="{18E863E3-DDA3-40A7-B197-799B6E16847D}" destId="{68343C2E-D980-470F-B596-1CA97129689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C1F7CC-3C3C-42E3-AD8D-A7799D0CF7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DC32B9-77C3-44FC-A051-B3EB9A3DE236}">
      <dgm:prSet/>
      <dgm:spPr/>
      <dgm:t>
        <a:bodyPr/>
        <a:lstStyle/>
        <a:p>
          <a:r>
            <a:rPr lang="en-MY" b="1"/>
            <a:t>Business Goals:</a:t>
          </a:r>
          <a:r>
            <a:rPr lang="en-MY"/>
            <a:t> Define clear objectives (e.g., cost reduction, scalability).</a:t>
          </a:r>
          <a:endParaRPr lang="en-US"/>
        </a:p>
      </dgm:t>
    </dgm:pt>
    <dgm:pt modelId="{94E28711-C803-4B02-AF3B-8E1BB5B26251}" type="parTrans" cxnId="{8DF70367-4AC6-492C-9C49-5DF40E472D87}">
      <dgm:prSet/>
      <dgm:spPr/>
      <dgm:t>
        <a:bodyPr/>
        <a:lstStyle/>
        <a:p>
          <a:endParaRPr lang="en-US"/>
        </a:p>
      </dgm:t>
    </dgm:pt>
    <dgm:pt modelId="{C6299C1C-9EF0-489A-99AD-A7051A049DF3}" type="sibTrans" cxnId="{8DF70367-4AC6-492C-9C49-5DF40E472D87}">
      <dgm:prSet/>
      <dgm:spPr/>
      <dgm:t>
        <a:bodyPr/>
        <a:lstStyle/>
        <a:p>
          <a:endParaRPr lang="en-US"/>
        </a:p>
      </dgm:t>
    </dgm:pt>
    <dgm:pt modelId="{4BF596CA-D209-4BD4-9835-40856A48C37D}">
      <dgm:prSet/>
      <dgm:spPr/>
      <dgm:t>
        <a:bodyPr/>
        <a:lstStyle/>
        <a:p>
          <a:r>
            <a:rPr lang="en-MY" b="1"/>
            <a:t>Assessment:</a:t>
          </a:r>
          <a:r>
            <a:rPr lang="en-MY"/>
            <a:t> Evaluate existing infrastructure and dependencies.</a:t>
          </a:r>
          <a:endParaRPr lang="en-US"/>
        </a:p>
      </dgm:t>
    </dgm:pt>
    <dgm:pt modelId="{EBCB6628-99A8-494C-BC3B-A72E6D3A0BE0}" type="parTrans" cxnId="{98F68029-A3CA-4515-BE44-DDDE7F4B221E}">
      <dgm:prSet/>
      <dgm:spPr/>
      <dgm:t>
        <a:bodyPr/>
        <a:lstStyle/>
        <a:p>
          <a:endParaRPr lang="en-US"/>
        </a:p>
      </dgm:t>
    </dgm:pt>
    <dgm:pt modelId="{5E279813-5CAA-4755-945A-E89B8AC8E7EF}" type="sibTrans" cxnId="{98F68029-A3CA-4515-BE44-DDDE7F4B221E}">
      <dgm:prSet/>
      <dgm:spPr/>
      <dgm:t>
        <a:bodyPr/>
        <a:lstStyle/>
        <a:p>
          <a:endParaRPr lang="en-US"/>
        </a:p>
      </dgm:t>
    </dgm:pt>
    <dgm:pt modelId="{84BFC242-3580-4E6E-BA59-0F158BFAA6B8}">
      <dgm:prSet/>
      <dgm:spPr/>
      <dgm:t>
        <a:bodyPr/>
        <a:lstStyle/>
        <a:p>
          <a:r>
            <a:rPr lang="en-MY" b="1"/>
            <a:t>Cost-Benefit Analysis:</a:t>
          </a:r>
          <a:r>
            <a:rPr lang="en-MY"/>
            <a:t> Weigh potential savings against migration costs.</a:t>
          </a:r>
          <a:endParaRPr lang="en-US"/>
        </a:p>
      </dgm:t>
    </dgm:pt>
    <dgm:pt modelId="{F434B303-71B4-46C3-979E-4234DF161F18}" type="parTrans" cxnId="{4AF09E9C-C260-4819-AE83-7F9ACBD236C1}">
      <dgm:prSet/>
      <dgm:spPr/>
      <dgm:t>
        <a:bodyPr/>
        <a:lstStyle/>
        <a:p>
          <a:endParaRPr lang="en-US"/>
        </a:p>
      </dgm:t>
    </dgm:pt>
    <dgm:pt modelId="{F005D014-4021-4E3D-9004-E3B0CA47FC61}" type="sibTrans" cxnId="{4AF09E9C-C260-4819-AE83-7F9ACBD236C1}">
      <dgm:prSet/>
      <dgm:spPr/>
      <dgm:t>
        <a:bodyPr/>
        <a:lstStyle/>
        <a:p>
          <a:endParaRPr lang="en-US"/>
        </a:p>
      </dgm:t>
    </dgm:pt>
    <dgm:pt modelId="{82BF87E4-0070-483B-AFAF-754C30EF2241}">
      <dgm:prSet/>
      <dgm:spPr/>
      <dgm:t>
        <a:bodyPr/>
        <a:lstStyle/>
        <a:p>
          <a:r>
            <a:rPr lang="en-MY" b="1"/>
            <a:t>Choose Cloud Model:</a:t>
          </a:r>
          <a:r>
            <a:rPr lang="en-MY"/>
            <a:t> Public, private, or hybrid?</a:t>
          </a:r>
          <a:endParaRPr lang="en-US"/>
        </a:p>
      </dgm:t>
    </dgm:pt>
    <dgm:pt modelId="{CA890AA1-84B3-42C1-AFFF-CB733301B466}" type="parTrans" cxnId="{ED7F947A-7844-4AEC-9FAB-53BA9E7A43F1}">
      <dgm:prSet/>
      <dgm:spPr/>
      <dgm:t>
        <a:bodyPr/>
        <a:lstStyle/>
        <a:p>
          <a:endParaRPr lang="en-US"/>
        </a:p>
      </dgm:t>
    </dgm:pt>
    <dgm:pt modelId="{4110E669-6F11-4D47-A56D-31853FE3E0A3}" type="sibTrans" cxnId="{ED7F947A-7844-4AEC-9FAB-53BA9E7A43F1}">
      <dgm:prSet/>
      <dgm:spPr/>
      <dgm:t>
        <a:bodyPr/>
        <a:lstStyle/>
        <a:p>
          <a:endParaRPr lang="en-US"/>
        </a:p>
      </dgm:t>
    </dgm:pt>
    <dgm:pt modelId="{DB4FF085-1E7F-4C37-AD02-CEFBB5A2C7E4}" type="pres">
      <dgm:prSet presAssocID="{7CC1F7CC-3C3C-42E3-AD8D-A7799D0CF7C1}" presName="root" presStyleCnt="0">
        <dgm:presLayoutVars>
          <dgm:dir/>
          <dgm:resizeHandles val="exact"/>
        </dgm:presLayoutVars>
      </dgm:prSet>
      <dgm:spPr/>
    </dgm:pt>
    <dgm:pt modelId="{477E1129-53B8-4E4F-BC20-20E4B56D7568}" type="pres">
      <dgm:prSet presAssocID="{F5DC32B9-77C3-44FC-A051-B3EB9A3DE236}" presName="compNode" presStyleCnt="0"/>
      <dgm:spPr/>
    </dgm:pt>
    <dgm:pt modelId="{AA299F9F-4F5F-474A-AE2F-2802E850F125}" type="pres">
      <dgm:prSet presAssocID="{F5DC32B9-77C3-44FC-A051-B3EB9A3DE236}" presName="bgRect" presStyleLbl="bgShp" presStyleIdx="0" presStyleCnt="4"/>
      <dgm:spPr/>
    </dgm:pt>
    <dgm:pt modelId="{5C74E96D-DD6B-4143-9F0D-902937E2B9BE}" type="pres">
      <dgm:prSet presAssocID="{F5DC32B9-77C3-44FC-A051-B3EB9A3DE23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FB20512-ECC6-4861-9D9D-110C0C5FB5EE}" type="pres">
      <dgm:prSet presAssocID="{F5DC32B9-77C3-44FC-A051-B3EB9A3DE236}" presName="spaceRect" presStyleCnt="0"/>
      <dgm:spPr/>
    </dgm:pt>
    <dgm:pt modelId="{3998917F-26D4-42D9-A3DB-B6054486B2A9}" type="pres">
      <dgm:prSet presAssocID="{F5DC32B9-77C3-44FC-A051-B3EB9A3DE236}" presName="parTx" presStyleLbl="revTx" presStyleIdx="0" presStyleCnt="4">
        <dgm:presLayoutVars>
          <dgm:chMax val="0"/>
          <dgm:chPref val="0"/>
        </dgm:presLayoutVars>
      </dgm:prSet>
      <dgm:spPr/>
    </dgm:pt>
    <dgm:pt modelId="{31BB568D-15DF-491D-A3BB-C48B342B1467}" type="pres">
      <dgm:prSet presAssocID="{C6299C1C-9EF0-489A-99AD-A7051A049DF3}" presName="sibTrans" presStyleCnt="0"/>
      <dgm:spPr/>
    </dgm:pt>
    <dgm:pt modelId="{EB001451-02AF-45FF-8ED9-484E923C57AB}" type="pres">
      <dgm:prSet presAssocID="{4BF596CA-D209-4BD4-9835-40856A48C37D}" presName="compNode" presStyleCnt="0"/>
      <dgm:spPr/>
    </dgm:pt>
    <dgm:pt modelId="{1E57461F-61FA-43C3-88F1-DC1C208A5CBE}" type="pres">
      <dgm:prSet presAssocID="{4BF596CA-D209-4BD4-9835-40856A48C37D}" presName="bgRect" presStyleLbl="bgShp" presStyleIdx="1" presStyleCnt="4"/>
      <dgm:spPr/>
    </dgm:pt>
    <dgm:pt modelId="{5672D620-96F7-4383-BB89-64F3DA2C5217}" type="pres">
      <dgm:prSet presAssocID="{4BF596CA-D209-4BD4-9835-40856A48C3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C98A5F22-14FB-4849-A67C-BD3DDDE3E4DA}" type="pres">
      <dgm:prSet presAssocID="{4BF596CA-D209-4BD4-9835-40856A48C37D}" presName="spaceRect" presStyleCnt="0"/>
      <dgm:spPr/>
    </dgm:pt>
    <dgm:pt modelId="{68D4B781-6EA2-48BA-BA6B-F235F807ABC1}" type="pres">
      <dgm:prSet presAssocID="{4BF596CA-D209-4BD4-9835-40856A48C37D}" presName="parTx" presStyleLbl="revTx" presStyleIdx="1" presStyleCnt="4">
        <dgm:presLayoutVars>
          <dgm:chMax val="0"/>
          <dgm:chPref val="0"/>
        </dgm:presLayoutVars>
      </dgm:prSet>
      <dgm:spPr/>
    </dgm:pt>
    <dgm:pt modelId="{3838DC83-AB14-4AE8-BE88-D32F6B3C84ED}" type="pres">
      <dgm:prSet presAssocID="{5E279813-5CAA-4755-945A-E89B8AC8E7EF}" presName="sibTrans" presStyleCnt="0"/>
      <dgm:spPr/>
    </dgm:pt>
    <dgm:pt modelId="{D305E04B-0E75-4535-88E5-0DEF50736FF8}" type="pres">
      <dgm:prSet presAssocID="{84BFC242-3580-4E6E-BA59-0F158BFAA6B8}" presName="compNode" presStyleCnt="0"/>
      <dgm:spPr/>
    </dgm:pt>
    <dgm:pt modelId="{65395004-96BB-4E16-B307-8FDC44CE4882}" type="pres">
      <dgm:prSet presAssocID="{84BFC242-3580-4E6E-BA59-0F158BFAA6B8}" presName="bgRect" presStyleLbl="bgShp" presStyleIdx="2" presStyleCnt="4"/>
      <dgm:spPr/>
    </dgm:pt>
    <dgm:pt modelId="{D4D2242F-8F67-4C86-8EC2-D9ADDDF0C4BC}" type="pres">
      <dgm:prSet presAssocID="{84BFC242-3580-4E6E-BA59-0F158BFAA6B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627886B-E1B3-41FB-A18E-2EE27CF96838}" type="pres">
      <dgm:prSet presAssocID="{84BFC242-3580-4E6E-BA59-0F158BFAA6B8}" presName="spaceRect" presStyleCnt="0"/>
      <dgm:spPr/>
    </dgm:pt>
    <dgm:pt modelId="{B5D06607-BB8B-4D15-8ED9-47EADB22BD54}" type="pres">
      <dgm:prSet presAssocID="{84BFC242-3580-4E6E-BA59-0F158BFAA6B8}" presName="parTx" presStyleLbl="revTx" presStyleIdx="2" presStyleCnt="4">
        <dgm:presLayoutVars>
          <dgm:chMax val="0"/>
          <dgm:chPref val="0"/>
        </dgm:presLayoutVars>
      </dgm:prSet>
      <dgm:spPr/>
    </dgm:pt>
    <dgm:pt modelId="{102A3C4F-21D0-4DBD-8C65-7F96A4EEDF1D}" type="pres">
      <dgm:prSet presAssocID="{F005D014-4021-4E3D-9004-E3B0CA47FC61}" presName="sibTrans" presStyleCnt="0"/>
      <dgm:spPr/>
    </dgm:pt>
    <dgm:pt modelId="{A23F6048-4B62-49BD-A9A1-829537FFC807}" type="pres">
      <dgm:prSet presAssocID="{82BF87E4-0070-483B-AFAF-754C30EF2241}" presName="compNode" presStyleCnt="0"/>
      <dgm:spPr/>
    </dgm:pt>
    <dgm:pt modelId="{B85DFD6C-FB47-4F5F-B2DE-B21ACBBDE91B}" type="pres">
      <dgm:prSet presAssocID="{82BF87E4-0070-483B-AFAF-754C30EF2241}" presName="bgRect" presStyleLbl="bgShp" presStyleIdx="3" presStyleCnt="4"/>
      <dgm:spPr/>
    </dgm:pt>
    <dgm:pt modelId="{C4E7E05F-33C8-4BCE-B222-C5275DBE4F1D}" type="pres">
      <dgm:prSet presAssocID="{82BF87E4-0070-483B-AFAF-754C30EF22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72B2AB9-951B-4D03-9F12-3544B3DE01CD}" type="pres">
      <dgm:prSet presAssocID="{82BF87E4-0070-483B-AFAF-754C30EF2241}" presName="spaceRect" presStyleCnt="0"/>
      <dgm:spPr/>
    </dgm:pt>
    <dgm:pt modelId="{34A43BFC-DE8F-450B-B236-0F2841440E0C}" type="pres">
      <dgm:prSet presAssocID="{82BF87E4-0070-483B-AFAF-754C30EF224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2358C22-548D-4A70-BE88-9A5146BF72BE}" type="presOf" srcId="{4BF596CA-D209-4BD4-9835-40856A48C37D}" destId="{68D4B781-6EA2-48BA-BA6B-F235F807ABC1}" srcOrd="0" destOrd="0" presId="urn:microsoft.com/office/officeart/2018/2/layout/IconVerticalSolidList"/>
    <dgm:cxn modelId="{D796CE24-E119-4532-9948-A73FF69104BB}" type="presOf" srcId="{82BF87E4-0070-483B-AFAF-754C30EF2241}" destId="{34A43BFC-DE8F-450B-B236-0F2841440E0C}" srcOrd="0" destOrd="0" presId="urn:microsoft.com/office/officeart/2018/2/layout/IconVerticalSolidList"/>
    <dgm:cxn modelId="{98F68029-A3CA-4515-BE44-DDDE7F4B221E}" srcId="{7CC1F7CC-3C3C-42E3-AD8D-A7799D0CF7C1}" destId="{4BF596CA-D209-4BD4-9835-40856A48C37D}" srcOrd="1" destOrd="0" parTransId="{EBCB6628-99A8-494C-BC3B-A72E6D3A0BE0}" sibTransId="{5E279813-5CAA-4755-945A-E89B8AC8E7EF}"/>
    <dgm:cxn modelId="{9D979E30-0975-4C40-A788-1326D12B406E}" type="presOf" srcId="{84BFC242-3580-4E6E-BA59-0F158BFAA6B8}" destId="{B5D06607-BB8B-4D15-8ED9-47EADB22BD54}" srcOrd="0" destOrd="0" presId="urn:microsoft.com/office/officeart/2018/2/layout/IconVerticalSolidList"/>
    <dgm:cxn modelId="{48F65431-F23F-4F95-A9F9-71B47D06C9B2}" type="presOf" srcId="{F5DC32B9-77C3-44FC-A051-B3EB9A3DE236}" destId="{3998917F-26D4-42D9-A3DB-B6054486B2A9}" srcOrd="0" destOrd="0" presId="urn:microsoft.com/office/officeart/2018/2/layout/IconVerticalSolidList"/>
    <dgm:cxn modelId="{1CBFD045-9825-4949-990A-03A1983A0C45}" type="presOf" srcId="{7CC1F7CC-3C3C-42E3-AD8D-A7799D0CF7C1}" destId="{DB4FF085-1E7F-4C37-AD02-CEFBB5A2C7E4}" srcOrd="0" destOrd="0" presId="urn:microsoft.com/office/officeart/2018/2/layout/IconVerticalSolidList"/>
    <dgm:cxn modelId="{8DF70367-4AC6-492C-9C49-5DF40E472D87}" srcId="{7CC1F7CC-3C3C-42E3-AD8D-A7799D0CF7C1}" destId="{F5DC32B9-77C3-44FC-A051-B3EB9A3DE236}" srcOrd="0" destOrd="0" parTransId="{94E28711-C803-4B02-AF3B-8E1BB5B26251}" sibTransId="{C6299C1C-9EF0-489A-99AD-A7051A049DF3}"/>
    <dgm:cxn modelId="{ED7F947A-7844-4AEC-9FAB-53BA9E7A43F1}" srcId="{7CC1F7CC-3C3C-42E3-AD8D-A7799D0CF7C1}" destId="{82BF87E4-0070-483B-AFAF-754C30EF2241}" srcOrd="3" destOrd="0" parTransId="{CA890AA1-84B3-42C1-AFFF-CB733301B466}" sibTransId="{4110E669-6F11-4D47-A56D-31853FE3E0A3}"/>
    <dgm:cxn modelId="{4AF09E9C-C260-4819-AE83-7F9ACBD236C1}" srcId="{7CC1F7CC-3C3C-42E3-AD8D-A7799D0CF7C1}" destId="{84BFC242-3580-4E6E-BA59-0F158BFAA6B8}" srcOrd="2" destOrd="0" parTransId="{F434B303-71B4-46C3-979E-4234DF161F18}" sibTransId="{F005D014-4021-4E3D-9004-E3B0CA47FC61}"/>
    <dgm:cxn modelId="{BD51AF3F-136B-4665-814A-67C1D68B0142}" type="presParOf" srcId="{DB4FF085-1E7F-4C37-AD02-CEFBB5A2C7E4}" destId="{477E1129-53B8-4E4F-BC20-20E4B56D7568}" srcOrd="0" destOrd="0" presId="urn:microsoft.com/office/officeart/2018/2/layout/IconVerticalSolidList"/>
    <dgm:cxn modelId="{F7ADE831-393B-41C4-AEB8-C9F9BC9177DD}" type="presParOf" srcId="{477E1129-53B8-4E4F-BC20-20E4B56D7568}" destId="{AA299F9F-4F5F-474A-AE2F-2802E850F125}" srcOrd="0" destOrd="0" presId="urn:microsoft.com/office/officeart/2018/2/layout/IconVerticalSolidList"/>
    <dgm:cxn modelId="{4772EB62-3FB7-4986-8437-E9299A32358D}" type="presParOf" srcId="{477E1129-53B8-4E4F-BC20-20E4B56D7568}" destId="{5C74E96D-DD6B-4143-9F0D-902937E2B9BE}" srcOrd="1" destOrd="0" presId="urn:microsoft.com/office/officeart/2018/2/layout/IconVerticalSolidList"/>
    <dgm:cxn modelId="{77FF79E9-13A2-423A-9ECD-8838D3894130}" type="presParOf" srcId="{477E1129-53B8-4E4F-BC20-20E4B56D7568}" destId="{DFB20512-ECC6-4861-9D9D-110C0C5FB5EE}" srcOrd="2" destOrd="0" presId="urn:microsoft.com/office/officeart/2018/2/layout/IconVerticalSolidList"/>
    <dgm:cxn modelId="{6DCB3663-EC3D-48D5-A85C-03E87A3CB630}" type="presParOf" srcId="{477E1129-53B8-4E4F-BC20-20E4B56D7568}" destId="{3998917F-26D4-42D9-A3DB-B6054486B2A9}" srcOrd="3" destOrd="0" presId="urn:microsoft.com/office/officeart/2018/2/layout/IconVerticalSolidList"/>
    <dgm:cxn modelId="{B6B0D1EE-5025-4820-93A4-05DC439EA533}" type="presParOf" srcId="{DB4FF085-1E7F-4C37-AD02-CEFBB5A2C7E4}" destId="{31BB568D-15DF-491D-A3BB-C48B342B1467}" srcOrd="1" destOrd="0" presId="urn:microsoft.com/office/officeart/2018/2/layout/IconVerticalSolidList"/>
    <dgm:cxn modelId="{FA804FB0-60BC-4293-86F5-7CDF6043C9A1}" type="presParOf" srcId="{DB4FF085-1E7F-4C37-AD02-CEFBB5A2C7E4}" destId="{EB001451-02AF-45FF-8ED9-484E923C57AB}" srcOrd="2" destOrd="0" presId="urn:microsoft.com/office/officeart/2018/2/layout/IconVerticalSolidList"/>
    <dgm:cxn modelId="{52ADE7E5-5EE2-4B00-940B-C418E1FF6017}" type="presParOf" srcId="{EB001451-02AF-45FF-8ED9-484E923C57AB}" destId="{1E57461F-61FA-43C3-88F1-DC1C208A5CBE}" srcOrd="0" destOrd="0" presId="urn:microsoft.com/office/officeart/2018/2/layout/IconVerticalSolidList"/>
    <dgm:cxn modelId="{FC9A7AB3-D2C7-4341-AC4A-1D39F9984B9B}" type="presParOf" srcId="{EB001451-02AF-45FF-8ED9-484E923C57AB}" destId="{5672D620-96F7-4383-BB89-64F3DA2C5217}" srcOrd="1" destOrd="0" presId="urn:microsoft.com/office/officeart/2018/2/layout/IconVerticalSolidList"/>
    <dgm:cxn modelId="{1EB7FE71-CF7F-4E30-BBA3-C9B546274D6F}" type="presParOf" srcId="{EB001451-02AF-45FF-8ED9-484E923C57AB}" destId="{C98A5F22-14FB-4849-A67C-BD3DDDE3E4DA}" srcOrd="2" destOrd="0" presId="urn:microsoft.com/office/officeart/2018/2/layout/IconVerticalSolidList"/>
    <dgm:cxn modelId="{C890B4F9-A761-484B-A4CE-265DC52D65DC}" type="presParOf" srcId="{EB001451-02AF-45FF-8ED9-484E923C57AB}" destId="{68D4B781-6EA2-48BA-BA6B-F235F807ABC1}" srcOrd="3" destOrd="0" presId="urn:microsoft.com/office/officeart/2018/2/layout/IconVerticalSolidList"/>
    <dgm:cxn modelId="{9D2653BA-C8A2-4D35-A8CD-19015FACA159}" type="presParOf" srcId="{DB4FF085-1E7F-4C37-AD02-CEFBB5A2C7E4}" destId="{3838DC83-AB14-4AE8-BE88-D32F6B3C84ED}" srcOrd="3" destOrd="0" presId="urn:microsoft.com/office/officeart/2018/2/layout/IconVerticalSolidList"/>
    <dgm:cxn modelId="{A66F3DDB-9EB2-494A-89DF-81631A566447}" type="presParOf" srcId="{DB4FF085-1E7F-4C37-AD02-CEFBB5A2C7E4}" destId="{D305E04B-0E75-4535-88E5-0DEF50736FF8}" srcOrd="4" destOrd="0" presId="urn:microsoft.com/office/officeart/2018/2/layout/IconVerticalSolidList"/>
    <dgm:cxn modelId="{CD342DFB-D768-497B-B8AB-D64EB17056A5}" type="presParOf" srcId="{D305E04B-0E75-4535-88E5-0DEF50736FF8}" destId="{65395004-96BB-4E16-B307-8FDC44CE4882}" srcOrd="0" destOrd="0" presId="urn:microsoft.com/office/officeart/2018/2/layout/IconVerticalSolidList"/>
    <dgm:cxn modelId="{521DF52F-7209-4A18-866A-50782C4C07CC}" type="presParOf" srcId="{D305E04B-0E75-4535-88E5-0DEF50736FF8}" destId="{D4D2242F-8F67-4C86-8EC2-D9ADDDF0C4BC}" srcOrd="1" destOrd="0" presId="urn:microsoft.com/office/officeart/2018/2/layout/IconVerticalSolidList"/>
    <dgm:cxn modelId="{66C160D5-6FC8-46AE-A4BA-B6A119BD25F3}" type="presParOf" srcId="{D305E04B-0E75-4535-88E5-0DEF50736FF8}" destId="{8627886B-E1B3-41FB-A18E-2EE27CF96838}" srcOrd="2" destOrd="0" presId="urn:microsoft.com/office/officeart/2018/2/layout/IconVerticalSolidList"/>
    <dgm:cxn modelId="{6763E58B-C73A-48A1-AC8B-1FA6A4FA97D8}" type="presParOf" srcId="{D305E04B-0E75-4535-88E5-0DEF50736FF8}" destId="{B5D06607-BB8B-4D15-8ED9-47EADB22BD54}" srcOrd="3" destOrd="0" presId="urn:microsoft.com/office/officeart/2018/2/layout/IconVerticalSolidList"/>
    <dgm:cxn modelId="{0757B89A-A708-4C01-96CB-97F939FEA19B}" type="presParOf" srcId="{DB4FF085-1E7F-4C37-AD02-CEFBB5A2C7E4}" destId="{102A3C4F-21D0-4DBD-8C65-7F96A4EEDF1D}" srcOrd="5" destOrd="0" presId="urn:microsoft.com/office/officeart/2018/2/layout/IconVerticalSolidList"/>
    <dgm:cxn modelId="{F16C6A7E-6503-4E5E-9D5D-7DBC547526F9}" type="presParOf" srcId="{DB4FF085-1E7F-4C37-AD02-CEFBB5A2C7E4}" destId="{A23F6048-4B62-49BD-A9A1-829537FFC807}" srcOrd="6" destOrd="0" presId="urn:microsoft.com/office/officeart/2018/2/layout/IconVerticalSolidList"/>
    <dgm:cxn modelId="{B63B6AF4-1475-4C8C-AEF0-8656E8809D72}" type="presParOf" srcId="{A23F6048-4B62-49BD-A9A1-829537FFC807}" destId="{B85DFD6C-FB47-4F5F-B2DE-B21ACBBDE91B}" srcOrd="0" destOrd="0" presId="urn:microsoft.com/office/officeart/2018/2/layout/IconVerticalSolidList"/>
    <dgm:cxn modelId="{48583E8D-065C-456C-904A-C9F727F9645D}" type="presParOf" srcId="{A23F6048-4B62-49BD-A9A1-829537FFC807}" destId="{C4E7E05F-33C8-4BCE-B222-C5275DBE4F1D}" srcOrd="1" destOrd="0" presId="urn:microsoft.com/office/officeart/2018/2/layout/IconVerticalSolidList"/>
    <dgm:cxn modelId="{D205EF22-D4FB-4184-877F-4E6C6D4335CB}" type="presParOf" srcId="{A23F6048-4B62-49BD-A9A1-829537FFC807}" destId="{F72B2AB9-951B-4D03-9F12-3544B3DE01CD}" srcOrd="2" destOrd="0" presId="urn:microsoft.com/office/officeart/2018/2/layout/IconVerticalSolidList"/>
    <dgm:cxn modelId="{BF320CC2-BDBF-4C6A-9543-F0F8443810FA}" type="presParOf" srcId="{A23F6048-4B62-49BD-A9A1-829537FFC807}" destId="{34A43BFC-DE8F-450B-B236-0F2841440E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C7EB98-BDC6-4C26-A153-2B26722CB2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D9BC14-D61E-4636-BCA0-03255DB108FD}">
      <dgm:prSet/>
      <dgm:spPr/>
      <dgm:t>
        <a:bodyPr/>
        <a:lstStyle/>
        <a:p>
          <a:r>
            <a:rPr lang="en-MY" b="1"/>
            <a:t>Rehost</a:t>
          </a:r>
          <a:r>
            <a:rPr lang="en-MY"/>
            <a:t> </a:t>
          </a:r>
          <a:endParaRPr lang="en-US"/>
        </a:p>
      </dgm:t>
    </dgm:pt>
    <dgm:pt modelId="{56A5C08F-5585-4612-89A5-70B42DD955F1}" type="parTrans" cxnId="{198ABBB1-7B6F-4DE6-939D-8386AD756117}">
      <dgm:prSet/>
      <dgm:spPr/>
      <dgm:t>
        <a:bodyPr/>
        <a:lstStyle/>
        <a:p>
          <a:endParaRPr lang="en-US"/>
        </a:p>
      </dgm:t>
    </dgm:pt>
    <dgm:pt modelId="{FCAF2678-362A-4B8D-BB39-4603EC09C7AD}" type="sibTrans" cxnId="{198ABBB1-7B6F-4DE6-939D-8386AD756117}">
      <dgm:prSet/>
      <dgm:spPr/>
      <dgm:t>
        <a:bodyPr/>
        <a:lstStyle/>
        <a:p>
          <a:endParaRPr lang="en-US"/>
        </a:p>
      </dgm:t>
    </dgm:pt>
    <dgm:pt modelId="{2D733DA9-5392-4988-BEBF-CB7C140A0CEA}">
      <dgm:prSet/>
      <dgm:spPr/>
      <dgm:t>
        <a:bodyPr/>
        <a:lstStyle/>
        <a:p>
          <a:r>
            <a:rPr lang="en-MY"/>
            <a:t>Lift and shift.</a:t>
          </a:r>
          <a:endParaRPr lang="en-US"/>
        </a:p>
      </dgm:t>
    </dgm:pt>
    <dgm:pt modelId="{3008D188-1767-435E-B40D-CA50A4577751}" type="parTrans" cxnId="{1E9A9BFF-1A35-4A9D-812F-F8877514999D}">
      <dgm:prSet/>
      <dgm:spPr/>
      <dgm:t>
        <a:bodyPr/>
        <a:lstStyle/>
        <a:p>
          <a:endParaRPr lang="en-US"/>
        </a:p>
      </dgm:t>
    </dgm:pt>
    <dgm:pt modelId="{4CC0BFFA-7E8E-4263-B684-BF744A1BDC62}" type="sibTrans" cxnId="{1E9A9BFF-1A35-4A9D-812F-F8877514999D}">
      <dgm:prSet/>
      <dgm:spPr/>
      <dgm:t>
        <a:bodyPr/>
        <a:lstStyle/>
        <a:p>
          <a:endParaRPr lang="en-US"/>
        </a:p>
      </dgm:t>
    </dgm:pt>
    <dgm:pt modelId="{4B2F255C-841A-4C75-85C8-7630D9178C53}">
      <dgm:prSet/>
      <dgm:spPr/>
      <dgm:t>
        <a:bodyPr/>
        <a:lstStyle/>
        <a:p>
          <a:r>
            <a:rPr lang="en-MY" b="1"/>
            <a:t>Refactor</a:t>
          </a:r>
          <a:endParaRPr lang="en-US"/>
        </a:p>
      </dgm:t>
    </dgm:pt>
    <dgm:pt modelId="{D764569A-E8F3-489B-8B98-5291938236FC}" type="parTrans" cxnId="{DF5010E3-999E-496F-B8C8-A5336ADBDFC8}">
      <dgm:prSet/>
      <dgm:spPr/>
      <dgm:t>
        <a:bodyPr/>
        <a:lstStyle/>
        <a:p>
          <a:endParaRPr lang="en-US"/>
        </a:p>
      </dgm:t>
    </dgm:pt>
    <dgm:pt modelId="{3A20AE3F-C747-4C2B-BD47-28E3030CEEFD}" type="sibTrans" cxnId="{DF5010E3-999E-496F-B8C8-A5336ADBDFC8}">
      <dgm:prSet/>
      <dgm:spPr/>
      <dgm:t>
        <a:bodyPr/>
        <a:lstStyle/>
        <a:p>
          <a:endParaRPr lang="en-US"/>
        </a:p>
      </dgm:t>
    </dgm:pt>
    <dgm:pt modelId="{9D50AF0F-86CF-4E42-88A5-3CC4C1A9C2D2}">
      <dgm:prSet/>
      <dgm:spPr/>
      <dgm:t>
        <a:bodyPr/>
        <a:lstStyle/>
        <a:p>
          <a:r>
            <a:rPr lang="en-MY"/>
            <a:t>Minor code changes to fit cloud environment.</a:t>
          </a:r>
          <a:endParaRPr lang="en-US"/>
        </a:p>
      </dgm:t>
    </dgm:pt>
    <dgm:pt modelId="{1FFD08FD-4B8A-4ED9-A0F2-4B882BF3E360}" type="parTrans" cxnId="{518FAF19-B49C-426F-90F3-836DD5AF86BC}">
      <dgm:prSet/>
      <dgm:spPr/>
      <dgm:t>
        <a:bodyPr/>
        <a:lstStyle/>
        <a:p>
          <a:endParaRPr lang="en-US"/>
        </a:p>
      </dgm:t>
    </dgm:pt>
    <dgm:pt modelId="{5434D501-45C9-47B7-A060-E72B8817042F}" type="sibTrans" cxnId="{518FAF19-B49C-426F-90F3-836DD5AF86BC}">
      <dgm:prSet/>
      <dgm:spPr/>
      <dgm:t>
        <a:bodyPr/>
        <a:lstStyle/>
        <a:p>
          <a:endParaRPr lang="en-US"/>
        </a:p>
      </dgm:t>
    </dgm:pt>
    <dgm:pt modelId="{FDF49560-0939-414A-848D-DA86BE5C37B1}">
      <dgm:prSet/>
      <dgm:spPr/>
      <dgm:t>
        <a:bodyPr/>
        <a:lstStyle/>
        <a:p>
          <a:r>
            <a:rPr lang="en-MY" b="1"/>
            <a:t>Revise</a:t>
          </a:r>
          <a:endParaRPr lang="en-US"/>
        </a:p>
      </dgm:t>
    </dgm:pt>
    <dgm:pt modelId="{200024BA-3D94-43B7-8B56-BF95B452FACD}" type="parTrans" cxnId="{DE78BD42-018C-45F1-8947-CA5EABB3CBB1}">
      <dgm:prSet/>
      <dgm:spPr/>
      <dgm:t>
        <a:bodyPr/>
        <a:lstStyle/>
        <a:p>
          <a:endParaRPr lang="en-US"/>
        </a:p>
      </dgm:t>
    </dgm:pt>
    <dgm:pt modelId="{41C8F881-759B-48D5-88DA-677BB6531EDD}" type="sibTrans" cxnId="{DE78BD42-018C-45F1-8947-CA5EABB3CBB1}">
      <dgm:prSet/>
      <dgm:spPr/>
      <dgm:t>
        <a:bodyPr/>
        <a:lstStyle/>
        <a:p>
          <a:endParaRPr lang="en-US"/>
        </a:p>
      </dgm:t>
    </dgm:pt>
    <dgm:pt modelId="{74202692-14F1-4A90-8DD8-E13995CB3922}">
      <dgm:prSet/>
      <dgm:spPr/>
      <dgm:t>
        <a:bodyPr/>
        <a:lstStyle/>
        <a:p>
          <a:r>
            <a:rPr lang="en-MY"/>
            <a:t>Major changes to existing code.</a:t>
          </a:r>
          <a:endParaRPr lang="en-US"/>
        </a:p>
      </dgm:t>
    </dgm:pt>
    <dgm:pt modelId="{6692DFD8-1FA1-418A-9B0E-F13BAD8C33F3}" type="parTrans" cxnId="{0A9DDCA5-8DC0-4600-8B01-916E6EEF529E}">
      <dgm:prSet/>
      <dgm:spPr/>
      <dgm:t>
        <a:bodyPr/>
        <a:lstStyle/>
        <a:p>
          <a:endParaRPr lang="en-US"/>
        </a:p>
      </dgm:t>
    </dgm:pt>
    <dgm:pt modelId="{E346975B-36D6-4238-91CC-8B8C0C4F1FBD}" type="sibTrans" cxnId="{0A9DDCA5-8DC0-4600-8B01-916E6EEF529E}">
      <dgm:prSet/>
      <dgm:spPr/>
      <dgm:t>
        <a:bodyPr/>
        <a:lstStyle/>
        <a:p>
          <a:endParaRPr lang="en-US"/>
        </a:p>
      </dgm:t>
    </dgm:pt>
    <dgm:pt modelId="{B1A55326-4A28-432C-929F-F8407EBA1639}">
      <dgm:prSet/>
      <dgm:spPr/>
      <dgm:t>
        <a:bodyPr/>
        <a:lstStyle/>
        <a:p>
          <a:r>
            <a:rPr lang="en-MY" b="1"/>
            <a:t>Rebuild</a:t>
          </a:r>
          <a:endParaRPr lang="en-US"/>
        </a:p>
      </dgm:t>
    </dgm:pt>
    <dgm:pt modelId="{31CD5C79-83C1-4964-8A11-F67F3988117D}" type="parTrans" cxnId="{2ADED32C-F202-4403-B4A3-4AEA657B71B1}">
      <dgm:prSet/>
      <dgm:spPr/>
      <dgm:t>
        <a:bodyPr/>
        <a:lstStyle/>
        <a:p>
          <a:endParaRPr lang="en-US"/>
        </a:p>
      </dgm:t>
    </dgm:pt>
    <dgm:pt modelId="{5E19DB5F-3842-4460-994B-43382A548FD1}" type="sibTrans" cxnId="{2ADED32C-F202-4403-B4A3-4AEA657B71B1}">
      <dgm:prSet/>
      <dgm:spPr/>
      <dgm:t>
        <a:bodyPr/>
        <a:lstStyle/>
        <a:p>
          <a:endParaRPr lang="en-US"/>
        </a:p>
      </dgm:t>
    </dgm:pt>
    <dgm:pt modelId="{1B494991-450E-4F24-84C4-9C7568ECF9C5}">
      <dgm:prSet/>
      <dgm:spPr/>
      <dgm:t>
        <a:bodyPr/>
        <a:lstStyle/>
        <a:p>
          <a:r>
            <a:rPr lang="en-MY"/>
            <a:t>Redesign from scratch.</a:t>
          </a:r>
          <a:endParaRPr lang="en-US"/>
        </a:p>
      </dgm:t>
    </dgm:pt>
    <dgm:pt modelId="{4A71AADF-4FB8-4876-B839-F109587AC8AE}" type="parTrans" cxnId="{A7EE2474-8A59-4C09-87B7-75E21D4C7F04}">
      <dgm:prSet/>
      <dgm:spPr/>
      <dgm:t>
        <a:bodyPr/>
        <a:lstStyle/>
        <a:p>
          <a:endParaRPr lang="en-US"/>
        </a:p>
      </dgm:t>
    </dgm:pt>
    <dgm:pt modelId="{46DB724E-AA64-40A8-8774-4DD04D6EAAC2}" type="sibTrans" cxnId="{A7EE2474-8A59-4C09-87B7-75E21D4C7F04}">
      <dgm:prSet/>
      <dgm:spPr/>
      <dgm:t>
        <a:bodyPr/>
        <a:lstStyle/>
        <a:p>
          <a:endParaRPr lang="en-US"/>
        </a:p>
      </dgm:t>
    </dgm:pt>
    <dgm:pt modelId="{F9044AD7-FC2E-47D9-A647-C9E054C01146}">
      <dgm:prSet/>
      <dgm:spPr/>
      <dgm:t>
        <a:bodyPr/>
        <a:lstStyle/>
        <a:p>
          <a:r>
            <a:rPr lang="en-MY" b="1"/>
            <a:t>Replace</a:t>
          </a:r>
          <a:endParaRPr lang="en-US"/>
        </a:p>
      </dgm:t>
    </dgm:pt>
    <dgm:pt modelId="{BDDFD840-788E-4FEF-9C33-00205CE7D805}" type="parTrans" cxnId="{B855DFCF-EFDA-4E7D-8D8A-928AA148A446}">
      <dgm:prSet/>
      <dgm:spPr/>
      <dgm:t>
        <a:bodyPr/>
        <a:lstStyle/>
        <a:p>
          <a:endParaRPr lang="en-US"/>
        </a:p>
      </dgm:t>
    </dgm:pt>
    <dgm:pt modelId="{D8AC3AA1-A908-4A8A-A594-7E6417702E56}" type="sibTrans" cxnId="{B855DFCF-EFDA-4E7D-8D8A-928AA148A446}">
      <dgm:prSet/>
      <dgm:spPr/>
      <dgm:t>
        <a:bodyPr/>
        <a:lstStyle/>
        <a:p>
          <a:endParaRPr lang="en-US"/>
        </a:p>
      </dgm:t>
    </dgm:pt>
    <dgm:pt modelId="{89C725EB-1B2F-489F-8134-AF032E1E727E}">
      <dgm:prSet/>
      <dgm:spPr/>
      <dgm:t>
        <a:bodyPr/>
        <a:lstStyle/>
        <a:p>
          <a:r>
            <a:rPr lang="en-MY"/>
            <a:t>Substitute with SaaS solutions.</a:t>
          </a:r>
          <a:endParaRPr lang="en-US"/>
        </a:p>
      </dgm:t>
    </dgm:pt>
    <dgm:pt modelId="{E243804A-3A83-4552-8333-2A410FF2AD9A}" type="parTrans" cxnId="{E5ED02B8-6A6B-4245-AB53-B5C76E5D548D}">
      <dgm:prSet/>
      <dgm:spPr/>
      <dgm:t>
        <a:bodyPr/>
        <a:lstStyle/>
        <a:p>
          <a:endParaRPr lang="en-US"/>
        </a:p>
      </dgm:t>
    </dgm:pt>
    <dgm:pt modelId="{B2D07284-1AB8-42B3-8C82-FDC5DDA8A7D6}" type="sibTrans" cxnId="{E5ED02B8-6A6B-4245-AB53-B5C76E5D548D}">
      <dgm:prSet/>
      <dgm:spPr/>
      <dgm:t>
        <a:bodyPr/>
        <a:lstStyle/>
        <a:p>
          <a:endParaRPr lang="en-US"/>
        </a:p>
      </dgm:t>
    </dgm:pt>
    <dgm:pt modelId="{532EED31-9911-4F57-BBCD-C8C8AABF8180}">
      <dgm:prSet/>
      <dgm:spPr/>
      <dgm:t>
        <a:bodyPr/>
        <a:lstStyle/>
        <a:p>
          <a:r>
            <a:rPr lang="en-MY" b="1"/>
            <a:t>Retire</a:t>
          </a:r>
          <a:endParaRPr lang="en-US"/>
        </a:p>
      </dgm:t>
    </dgm:pt>
    <dgm:pt modelId="{32A15A05-7868-478C-B0EC-D9A46B4AD172}" type="parTrans" cxnId="{84BA01BA-A33B-4276-B2EA-443886CDA599}">
      <dgm:prSet/>
      <dgm:spPr/>
      <dgm:t>
        <a:bodyPr/>
        <a:lstStyle/>
        <a:p>
          <a:endParaRPr lang="en-US"/>
        </a:p>
      </dgm:t>
    </dgm:pt>
    <dgm:pt modelId="{54B3C793-40F4-4C83-B7E5-000627CC6270}" type="sibTrans" cxnId="{84BA01BA-A33B-4276-B2EA-443886CDA599}">
      <dgm:prSet/>
      <dgm:spPr/>
      <dgm:t>
        <a:bodyPr/>
        <a:lstStyle/>
        <a:p>
          <a:endParaRPr lang="en-US"/>
        </a:p>
      </dgm:t>
    </dgm:pt>
    <dgm:pt modelId="{C14C2BE5-0797-4F8C-9C17-8984DB45A44E}">
      <dgm:prSet/>
      <dgm:spPr/>
      <dgm:t>
        <a:bodyPr/>
        <a:lstStyle/>
        <a:p>
          <a:r>
            <a:rPr lang="en-MY"/>
            <a:t>Eliminate outdated components.</a:t>
          </a:r>
          <a:endParaRPr lang="en-US"/>
        </a:p>
      </dgm:t>
    </dgm:pt>
    <dgm:pt modelId="{E972FC01-F4EF-4043-9A79-844207AF81C0}" type="parTrans" cxnId="{DD8ACAB5-E037-45FB-9442-B76C324A2C88}">
      <dgm:prSet/>
      <dgm:spPr/>
      <dgm:t>
        <a:bodyPr/>
        <a:lstStyle/>
        <a:p>
          <a:endParaRPr lang="en-US"/>
        </a:p>
      </dgm:t>
    </dgm:pt>
    <dgm:pt modelId="{C48D0F6A-98E6-47A7-8D30-5CC09AF98E9D}" type="sibTrans" cxnId="{DD8ACAB5-E037-45FB-9442-B76C324A2C88}">
      <dgm:prSet/>
      <dgm:spPr/>
      <dgm:t>
        <a:bodyPr/>
        <a:lstStyle/>
        <a:p>
          <a:endParaRPr lang="en-US"/>
        </a:p>
      </dgm:t>
    </dgm:pt>
    <dgm:pt modelId="{0F619357-9EC8-4EF9-BCA2-747125BFC380}" type="pres">
      <dgm:prSet presAssocID="{9BC7EB98-BDC6-4C26-A153-2B26722CB214}" presName="root" presStyleCnt="0">
        <dgm:presLayoutVars>
          <dgm:dir/>
          <dgm:resizeHandles val="exact"/>
        </dgm:presLayoutVars>
      </dgm:prSet>
      <dgm:spPr/>
    </dgm:pt>
    <dgm:pt modelId="{65EE3BB4-AF8C-4A27-84F8-7C38D576D5C9}" type="pres">
      <dgm:prSet presAssocID="{17D9BC14-D61E-4636-BCA0-03255DB108FD}" presName="compNode" presStyleCnt="0"/>
      <dgm:spPr/>
    </dgm:pt>
    <dgm:pt modelId="{C2A5C6A7-878D-4F4B-90DE-240DDBE92D94}" type="pres">
      <dgm:prSet presAssocID="{17D9BC14-D61E-4636-BCA0-03255DB108FD}" presName="bgRect" presStyleLbl="bgShp" presStyleIdx="0" presStyleCnt="6"/>
      <dgm:spPr/>
    </dgm:pt>
    <dgm:pt modelId="{C953E05B-EE95-4067-B024-8E120B531EC2}" type="pres">
      <dgm:prSet presAssocID="{17D9BC14-D61E-4636-BCA0-03255DB108F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EC20066E-A474-4FC1-8F51-609E87DF59AF}" type="pres">
      <dgm:prSet presAssocID="{17D9BC14-D61E-4636-BCA0-03255DB108FD}" presName="spaceRect" presStyleCnt="0"/>
      <dgm:spPr/>
    </dgm:pt>
    <dgm:pt modelId="{BAF0354B-D49B-45FD-B21C-2C4D6B19FD07}" type="pres">
      <dgm:prSet presAssocID="{17D9BC14-D61E-4636-BCA0-03255DB108FD}" presName="parTx" presStyleLbl="revTx" presStyleIdx="0" presStyleCnt="12">
        <dgm:presLayoutVars>
          <dgm:chMax val="0"/>
          <dgm:chPref val="0"/>
        </dgm:presLayoutVars>
      </dgm:prSet>
      <dgm:spPr/>
    </dgm:pt>
    <dgm:pt modelId="{CA905A95-4EAC-4FD2-82CC-D72C86C68EE3}" type="pres">
      <dgm:prSet presAssocID="{17D9BC14-D61E-4636-BCA0-03255DB108FD}" presName="desTx" presStyleLbl="revTx" presStyleIdx="1" presStyleCnt="12">
        <dgm:presLayoutVars/>
      </dgm:prSet>
      <dgm:spPr/>
    </dgm:pt>
    <dgm:pt modelId="{F52BDAFF-F31D-45BD-AD54-EE30C2BEC6A6}" type="pres">
      <dgm:prSet presAssocID="{FCAF2678-362A-4B8D-BB39-4603EC09C7AD}" presName="sibTrans" presStyleCnt="0"/>
      <dgm:spPr/>
    </dgm:pt>
    <dgm:pt modelId="{0F31125E-5649-4C44-9783-950E909CA1EE}" type="pres">
      <dgm:prSet presAssocID="{4B2F255C-841A-4C75-85C8-7630D9178C53}" presName="compNode" presStyleCnt="0"/>
      <dgm:spPr/>
    </dgm:pt>
    <dgm:pt modelId="{009461C6-E76C-4181-974F-6F147CD0E9D5}" type="pres">
      <dgm:prSet presAssocID="{4B2F255C-841A-4C75-85C8-7630D9178C53}" presName="bgRect" presStyleLbl="bgShp" presStyleIdx="1" presStyleCnt="6"/>
      <dgm:spPr/>
    </dgm:pt>
    <dgm:pt modelId="{0D2ECA67-5C77-45D7-879A-EC3263A4E36F}" type="pres">
      <dgm:prSet presAssocID="{4B2F255C-841A-4C75-85C8-7630D9178C5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4805546-6124-4656-91F1-20F0853E6799}" type="pres">
      <dgm:prSet presAssocID="{4B2F255C-841A-4C75-85C8-7630D9178C53}" presName="spaceRect" presStyleCnt="0"/>
      <dgm:spPr/>
    </dgm:pt>
    <dgm:pt modelId="{77D27AC5-DDBC-4F0F-BE7C-23D272122105}" type="pres">
      <dgm:prSet presAssocID="{4B2F255C-841A-4C75-85C8-7630D9178C53}" presName="parTx" presStyleLbl="revTx" presStyleIdx="2" presStyleCnt="12">
        <dgm:presLayoutVars>
          <dgm:chMax val="0"/>
          <dgm:chPref val="0"/>
        </dgm:presLayoutVars>
      </dgm:prSet>
      <dgm:spPr/>
    </dgm:pt>
    <dgm:pt modelId="{4B74214A-AFAD-492F-87E4-60E275301A97}" type="pres">
      <dgm:prSet presAssocID="{4B2F255C-841A-4C75-85C8-7630D9178C53}" presName="desTx" presStyleLbl="revTx" presStyleIdx="3" presStyleCnt="12">
        <dgm:presLayoutVars/>
      </dgm:prSet>
      <dgm:spPr/>
    </dgm:pt>
    <dgm:pt modelId="{4D5FAC88-F014-499C-B02A-01D0D122EE31}" type="pres">
      <dgm:prSet presAssocID="{3A20AE3F-C747-4C2B-BD47-28E3030CEEFD}" presName="sibTrans" presStyleCnt="0"/>
      <dgm:spPr/>
    </dgm:pt>
    <dgm:pt modelId="{40015853-65CE-42BD-8C5F-9CDBF00BA77D}" type="pres">
      <dgm:prSet presAssocID="{FDF49560-0939-414A-848D-DA86BE5C37B1}" presName="compNode" presStyleCnt="0"/>
      <dgm:spPr/>
    </dgm:pt>
    <dgm:pt modelId="{12E87650-1A44-4D77-9314-F44D6A72F557}" type="pres">
      <dgm:prSet presAssocID="{FDF49560-0939-414A-848D-DA86BE5C37B1}" presName="bgRect" presStyleLbl="bgShp" presStyleIdx="2" presStyleCnt="6"/>
      <dgm:spPr/>
    </dgm:pt>
    <dgm:pt modelId="{CD3623CD-A993-435F-BC61-58DFD2BFA1F1}" type="pres">
      <dgm:prSet presAssocID="{FDF49560-0939-414A-848D-DA86BE5C37B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F9B0388-B1E0-4592-9929-E86F252BA146}" type="pres">
      <dgm:prSet presAssocID="{FDF49560-0939-414A-848D-DA86BE5C37B1}" presName="spaceRect" presStyleCnt="0"/>
      <dgm:spPr/>
    </dgm:pt>
    <dgm:pt modelId="{BB1694B0-11D9-405F-BF93-ACA65EAECBAE}" type="pres">
      <dgm:prSet presAssocID="{FDF49560-0939-414A-848D-DA86BE5C37B1}" presName="parTx" presStyleLbl="revTx" presStyleIdx="4" presStyleCnt="12">
        <dgm:presLayoutVars>
          <dgm:chMax val="0"/>
          <dgm:chPref val="0"/>
        </dgm:presLayoutVars>
      </dgm:prSet>
      <dgm:spPr/>
    </dgm:pt>
    <dgm:pt modelId="{4C645453-A4B1-405B-965E-4486BB2C193F}" type="pres">
      <dgm:prSet presAssocID="{FDF49560-0939-414A-848D-DA86BE5C37B1}" presName="desTx" presStyleLbl="revTx" presStyleIdx="5" presStyleCnt="12">
        <dgm:presLayoutVars/>
      </dgm:prSet>
      <dgm:spPr/>
    </dgm:pt>
    <dgm:pt modelId="{D33AACC0-6DC6-451E-B6D9-4C7E6AE4E23D}" type="pres">
      <dgm:prSet presAssocID="{41C8F881-759B-48D5-88DA-677BB6531EDD}" presName="sibTrans" presStyleCnt="0"/>
      <dgm:spPr/>
    </dgm:pt>
    <dgm:pt modelId="{056DBC48-1581-4226-AE04-E64D485AAAD1}" type="pres">
      <dgm:prSet presAssocID="{B1A55326-4A28-432C-929F-F8407EBA1639}" presName="compNode" presStyleCnt="0"/>
      <dgm:spPr/>
    </dgm:pt>
    <dgm:pt modelId="{B8B1A722-846E-4B5C-B040-7FFB0580E65B}" type="pres">
      <dgm:prSet presAssocID="{B1A55326-4A28-432C-929F-F8407EBA1639}" presName="bgRect" presStyleLbl="bgShp" presStyleIdx="3" presStyleCnt="6"/>
      <dgm:spPr/>
    </dgm:pt>
    <dgm:pt modelId="{60345682-D101-49F8-9415-6CAEF5EB3912}" type="pres">
      <dgm:prSet presAssocID="{B1A55326-4A28-432C-929F-F8407EBA163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DD87E59-DDED-479B-B1CD-B758931CC1E5}" type="pres">
      <dgm:prSet presAssocID="{B1A55326-4A28-432C-929F-F8407EBA1639}" presName="spaceRect" presStyleCnt="0"/>
      <dgm:spPr/>
    </dgm:pt>
    <dgm:pt modelId="{A8EDE186-25E9-4823-813A-EDED332A35B4}" type="pres">
      <dgm:prSet presAssocID="{B1A55326-4A28-432C-929F-F8407EBA1639}" presName="parTx" presStyleLbl="revTx" presStyleIdx="6" presStyleCnt="12">
        <dgm:presLayoutVars>
          <dgm:chMax val="0"/>
          <dgm:chPref val="0"/>
        </dgm:presLayoutVars>
      </dgm:prSet>
      <dgm:spPr/>
    </dgm:pt>
    <dgm:pt modelId="{54EFDE00-17E4-4212-B114-87A1234BB554}" type="pres">
      <dgm:prSet presAssocID="{B1A55326-4A28-432C-929F-F8407EBA1639}" presName="desTx" presStyleLbl="revTx" presStyleIdx="7" presStyleCnt="12">
        <dgm:presLayoutVars/>
      </dgm:prSet>
      <dgm:spPr/>
    </dgm:pt>
    <dgm:pt modelId="{7CDC7C74-55D7-4BA5-8B89-1BB5A995C5A4}" type="pres">
      <dgm:prSet presAssocID="{5E19DB5F-3842-4460-994B-43382A548FD1}" presName="sibTrans" presStyleCnt="0"/>
      <dgm:spPr/>
    </dgm:pt>
    <dgm:pt modelId="{FED04DDB-D864-46B9-8EA2-0CA232A4A798}" type="pres">
      <dgm:prSet presAssocID="{F9044AD7-FC2E-47D9-A647-C9E054C01146}" presName="compNode" presStyleCnt="0"/>
      <dgm:spPr/>
    </dgm:pt>
    <dgm:pt modelId="{96274996-EE4A-4D86-99E7-50A26F52F421}" type="pres">
      <dgm:prSet presAssocID="{F9044AD7-FC2E-47D9-A647-C9E054C01146}" presName="bgRect" presStyleLbl="bgShp" presStyleIdx="4" presStyleCnt="6"/>
      <dgm:spPr/>
    </dgm:pt>
    <dgm:pt modelId="{677F02FE-B5F4-4621-9039-898A4FB3FEF4}" type="pres">
      <dgm:prSet presAssocID="{F9044AD7-FC2E-47D9-A647-C9E054C0114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0714F19-4F9F-4A01-AA23-7A46C2F475B0}" type="pres">
      <dgm:prSet presAssocID="{F9044AD7-FC2E-47D9-A647-C9E054C01146}" presName="spaceRect" presStyleCnt="0"/>
      <dgm:spPr/>
    </dgm:pt>
    <dgm:pt modelId="{F797934E-DE84-41D0-9901-D19883E29D37}" type="pres">
      <dgm:prSet presAssocID="{F9044AD7-FC2E-47D9-A647-C9E054C01146}" presName="parTx" presStyleLbl="revTx" presStyleIdx="8" presStyleCnt="12">
        <dgm:presLayoutVars>
          <dgm:chMax val="0"/>
          <dgm:chPref val="0"/>
        </dgm:presLayoutVars>
      </dgm:prSet>
      <dgm:spPr/>
    </dgm:pt>
    <dgm:pt modelId="{551B1306-E4D5-4D2F-83C5-0F9AE7FB89EB}" type="pres">
      <dgm:prSet presAssocID="{F9044AD7-FC2E-47D9-A647-C9E054C01146}" presName="desTx" presStyleLbl="revTx" presStyleIdx="9" presStyleCnt="12">
        <dgm:presLayoutVars/>
      </dgm:prSet>
      <dgm:spPr/>
    </dgm:pt>
    <dgm:pt modelId="{58DE45EC-54A3-434B-A9CD-1C8A5348D2D3}" type="pres">
      <dgm:prSet presAssocID="{D8AC3AA1-A908-4A8A-A594-7E6417702E56}" presName="sibTrans" presStyleCnt="0"/>
      <dgm:spPr/>
    </dgm:pt>
    <dgm:pt modelId="{58F75837-81BA-4773-992F-46E2EFB432A0}" type="pres">
      <dgm:prSet presAssocID="{532EED31-9911-4F57-BBCD-C8C8AABF8180}" presName="compNode" presStyleCnt="0"/>
      <dgm:spPr/>
    </dgm:pt>
    <dgm:pt modelId="{BE7AF805-5ED3-440D-AC6C-7DEEFEF1A047}" type="pres">
      <dgm:prSet presAssocID="{532EED31-9911-4F57-BBCD-C8C8AABF8180}" presName="bgRect" presStyleLbl="bgShp" presStyleIdx="5" presStyleCnt="6"/>
      <dgm:spPr/>
    </dgm:pt>
    <dgm:pt modelId="{109D2D91-4DF8-4423-8E9D-05A6C0078EB8}" type="pres">
      <dgm:prSet presAssocID="{532EED31-9911-4F57-BBCD-C8C8AABF818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CBB7B4DE-5C61-4B61-9657-1BE7C65F1B75}" type="pres">
      <dgm:prSet presAssocID="{532EED31-9911-4F57-BBCD-C8C8AABF8180}" presName="spaceRect" presStyleCnt="0"/>
      <dgm:spPr/>
    </dgm:pt>
    <dgm:pt modelId="{8B114F9D-78D5-4694-99FC-2DB27CEAA415}" type="pres">
      <dgm:prSet presAssocID="{532EED31-9911-4F57-BBCD-C8C8AABF8180}" presName="parTx" presStyleLbl="revTx" presStyleIdx="10" presStyleCnt="12">
        <dgm:presLayoutVars>
          <dgm:chMax val="0"/>
          <dgm:chPref val="0"/>
        </dgm:presLayoutVars>
      </dgm:prSet>
      <dgm:spPr/>
    </dgm:pt>
    <dgm:pt modelId="{D4E905C8-0B5B-4718-AC39-29D43C575BB4}" type="pres">
      <dgm:prSet presAssocID="{532EED31-9911-4F57-BBCD-C8C8AABF8180}" presName="desTx" presStyleLbl="revTx" presStyleIdx="11" presStyleCnt="12">
        <dgm:presLayoutVars/>
      </dgm:prSet>
      <dgm:spPr/>
    </dgm:pt>
  </dgm:ptLst>
  <dgm:cxnLst>
    <dgm:cxn modelId="{39DC5909-BC35-403A-AAA1-48ACF0414013}" type="presOf" srcId="{4B2F255C-841A-4C75-85C8-7630D9178C53}" destId="{77D27AC5-DDBC-4F0F-BE7C-23D272122105}" srcOrd="0" destOrd="0" presId="urn:microsoft.com/office/officeart/2018/2/layout/IconVerticalSolidList"/>
    <dgm:cxn modelId="{75E61E17-B3CE-486C-8D67-0A31FC9F25F9}" type="presOf" srcId="{FDF49560-0939-414A-848D-DA86BE5C37B1}" destId="{BB1694B0-11D9-405F-BF93-ACA65EAECBAE}" srcOrd="0" destOrd="0" presId="urn:microsoft.com/office/officeart/2018/2/layout/IconVerticalSolidList"/>
    <dgm:cxn modelId="{518FAF19-B49C-426F-90F3-836DD5AF86BC}" srcId="{4B2F255C-841A-4C75-85C8-7630D9178C53}" destId="{9D50AF0F-86CF-4E42-88A5-3CC4C1A9C2D2}" srcOrd="0" destOrd="0" parTransId="{1FFD08FD-4B8A-4ED9-A0F2-4B882BF3E360}" sibTransId="{5434D501-45C9-47B7-A060-E72B8817042F}"/>
    <dgm:cxn modelId="{4A04A11C-C963-4A6D-B85F-21E55B1D9B10}" type="presOf" srcId="{9BC7EB98-BDC6-4C26-A153-2B26722CB214}" destId="{0F619357-9EC8-4EF9-BCA2-747125BFC380}" srcOrd="0" destOrd="0" presId="urn:microsoft.com/office/officeart/2018/2/layout/IconVerticalSolidList"/>
    <dgm:cxn modelId="{2ADED32C-F202-4403-B4A3-4AEA657B71B1}" srcId="{9BC7EB98-BDC6-4C26-A153-2B26722CB214}" destId="{B1A55326-4A28-432C-929F-F8407EBA1639}" srcOrd="3" destOrd="0" parTransId="{31CD5C79-83C1-4964-8A11-F67F3988117D}" sibTransId="{5E19DB5F-3842-4460-994B-43382A548FD1}"/>
    <dgm:cxn modelId="{1887A231-8A60-4BEA-BF30-98154075F678}" type="presOf" srcId="{17D9BC14-D61E-4636-BCA0-03255DB108FD}" destId="{BAF0354B-D49B-45FD-B21C-2C4D6B19FD07}" srcOrd="0" destOrd="0" presId="urn:microsoft.com/office/officeart/2018/2/layout/IconVerticalSolidList"/>
    <dgm:cxn modelId="{CAA48B36-A02B-44A5-AE40-9C50300A3940}" type="presOf" srcId="{532EED31-9911-4F57-BBCD-C8C8AABF8180}" destId="{8B114F9D-78D5-4694-99FC-2DB27CEAA415}" srcOrd="0" destOrd="0" presId="urn:microsoft.com/office/officeart/2018/2/layout/IconVerticalSolidList"/>
    <dgm:cxn modelId="{DE78BD42-018C-45F1-8947-CA5EABB3CBB1}" srcId="{9BC7EB98-BDC6-4C26-A153-2B26722CB214}" destId="{FDF49560-0939-414A-848D-DA86BE5C37B1}" srcOrd="2" destOrd="0" parTransId="{200024BA-3D94-43B7-8B56-BF95B452FACD}" sibTransId="{41C8F881-759B-48D5-88DA-677BB6531EDD}"/>
    <dgm:cxn modelId="{DB0ABB5F-AFDC-468C-BCEF-57C4F161B1E5}" type="presOf" srcId="{9D50AF0F-86CF-4E42-88A5-3CC4C1A9C2D2}" destId="{4B74214A-AFAD-492F-87E4-60E275301A97}" srcOrd="0" destOrd="0" presId="urn:microsoft.com/office/officeart/2018/2/layout/IconVerticalSolidList"/>
    <dgm:cxn modelId="{A7EE2474-8A59-4C09-87B7-75E21D4C7F04}" srcId="{B1A55326-4A28-432C-929F-F8407EBA1639}" destId="{1B494991-450E-4F24-84C4-9C7568ECF9C5}" srcOrd="0" destOrd="0" parTransId="{4A71AADF-4FB8-4876-B839-F109587AC8AE}" sibTransId="{46DB724E-AA64-40A8-8774-4DD04D6EAAC2}"/>
    <dgm:cxn modelId="{4B8FC987-153B-49A7-A5BA-6E169871EF33}" type="presOf" srcId="{F9044AD7-FC2E-47D9-A647-C9E054C01146}" destId="{F797934E-DE84-41D0-9901-D19883E29D37}" srcOrd="0" destOrd="0" presId="urn:microsoft.com/office/officeart/2018/2/layout/IconVerticalSolidList"/>
    <dgm:cxn modelId="{3FEE5797-6024-42B7-9064-D16EF105E4C2}" type="presOf" srcId="{B1A55326-4A28-432C-929F-F8407EBA1639}" destId="{A8EDE186-25E9-4823-813A-EDED332A35B4}" srcOrd="0" destOrd="0" presId="urn:microsoft.com/office/officeart/2018/2/layout/IconVerticalSolidList"/>
    <dgm:cxn modelId="{60E89D9E-6E95-426E-954B-17ED3639EC3F}" type="presOf" srcId="{89C725EB-1B2F-489F-8134-AF032E1E727E}" destId="{551B1306-E4D5-4D2F-83C5-0F9AE7FB89EB}" srcOrd="0" destOrd="0" presId="urn:microsoft.com/office/officeart/2018/2/layout/IconVerticalSolidList"/>
    <dgm:cxn modelId="{0A9DDCA5-8DC0-4600-8B01-916E6EEF529E}" srcId="{FDF49560-0939-414A-848D-DA86BE5C37B1}" destId="{74202692-14F1-4A90-8DD8-E13995CB3922}" srcOrd="0" destOrd="0" parTransId="{6692DFD8-1FA1-418A-9B0E-F13BAD8C33F3}" sibTransId="{E346975B-36D6-4238-91CC-8B8C0C4F1FBD}"/>
    <dgm:cxn modelId="{2D222CAF-9BDB-4EA5-98C2-64863209BDF1}" type="presOf" srcId="{1B494991-450E-4F24-84C4-9C7568ECF9C5}" destId="{54EFDE00-17E4-4212-B114-87A1234BB554}" srcOrd="0" destOrd="0" presId="urn:microsoft.com/office/officeart/2018/2/layout/IconVerticalSolidList"/>
    <dgm:cxn modelId="{198ABBB1-7B6F-4DE6-939D-8386AD756117}" srcId="{9BC7EB98-BDC6-4C26-A153-2B26722CB214}" destId="{17D9BC14-D61E-4636-BCA0-03255DB108FD}" srcOrd="0" destOrd="0" parTransId="{56A5C08F-5585-4612-89A5-70B42DD955F1}" sibTransId="{FCAF2678-362A-4B8D-BB39-4603EC09C7AD}"/>
    <dgm:cxn modelId="{DD8ACAB5-E037-45FB-9442-B76C324A2C88}" srcId="{532EED31-9911-4F57-BBCD-C8C8AABF8180}" destId="{C14C2BE5-0797-4F8C-9C17-8984DB45A44E}" srcOrd="0" destOrd="0" parTransId="{E972FC01-F4EF-4043-9A79-844207AF81C0}" sibTransId="{C48D0F6A-98E6-47A7-8D30-5CC09AF98E9D}"/>
    <dgm:cxn modelId="{E5ED02B8-6A6B-4245-AB53-B5C76E5D548D}" srcId="{F9044AD7-FC2E-47D9-A647-C9E054C01146}" destId="{89C725EB-1B2F-489F-8134-AF032E1E727E}" srcOrd="0" destOrd="0" parTransId="{E243804A-3A83-4552-8333-2A410FF2AD9A}" sibTransId="{B2D07284-1AB8-42B3-8C82-FDC5DDA8A7D6}"/>
    <dgm:cxn modelId="{84BA01BA-A33B-4276-B2EA-443886CDA599}" srcId="{9BC7EB98-BDC6-4C26-A153-2B26722CB214}" destId="{532EED31-9911-4F57-BBCD-C8C8AABF8180}" srcOrd="5" destOrd="0" parTransId="{32A15A05-7868-478C-B0EC-D9A46B4AD172}" sibTransId="{54B3C793-40F4-4C83-B7E5-000627CC6270}"/>
    <dgm:cxn modelId="{B855DFCF-EFDA-4E7D-8D8A-928AA148A446}" srcId="{9BC7EB98-BDC6-4C26-A153-2B26722CB214}" destId="{F9044AD7-FC2E-47D9-A647-C9E054C01146}" srcOrd="4" destOrd="0" parTransId="{BDDFD840-788E-4FEF-9C33-00205CE7D805}" sibTransId="{D8AC3AA1-A908-4A8A-A594-7E6417702E56}"/>
    <dgm:cxn modelId="{23CDEBD2-23AF-4770-A590-285FF7B180F0}" type="presOf" srcId="{2D733DA9-5392-4988-BEBF-CB7C140A0CEA}" destId="{CA905A95-4EAC-4FD2-82CC-D72C86C68EE3}" srcOrd="0" destOrd="0" presId="urn:microsoft.com/office/officeart/2018/2/layout/IconVerticalSolidList"/>
    <dgm:cxn modelId="{48DA29D4-6669-476F-8072-02D06E14CFB2}" type="presOf" srcId="{C14C2BE5-0797-4F8C-9C17-8984DB45A44E}" destId="{D4E905C8-0B5B-4718-AC39-29D43C575BB4}" srcOrd="0" destOrd="0" presId="urn:microsoft.com/office/officeart/2018/2/layout/IconVerticalSolidList"/>
    <dgm:cxn modelId="{DF5010E3-999E-496F-B8C8-A5336ADBDFC8}" srcId="{9BC7EB98-BDC6-4C26-A153-2B26722CB214}" destId="{4B2F255C-841A-4C75-85C8-7630D9178C53}" srcOrd="1" destOrd="0" parTransId="{D764569A-E8F3-489B-8B98-5291938236FC}" sibTransId="{3A20AE3F-C747-4C2B-BD47-28E3030CEEFD}"/>
    <dgm:cxn modelId="{2410FCF4-4840-4E7D-947D-E23AF5E33BD2}" type="presOf" srcId="{74202692-14F1-4A90-8DD8-E13995CB3922}" destId="{4C645453-A4B1-405B-965E-4486BB2C193F}" srcOrd="0" destOrd="0" presId="urn:microsoft.com/office/officeart/2018/2/layout/IconVerticalSolidList"/>
    <dgm:cxn modelId="{1E9A9BFF-1A35-4A9D-812F-F8877514999D}" srcId="{17D9BC14-D61E-4636-BCA0-03255DB108FD}" destId="{2D733DA9-5392-4988-BEBF-CB7C140A0CEA}" srcOrd="0" destOrd="0" parTransId="{3008D188-1767-435E-B40D-CA50A4577751}" sibTransId="{4CC0BFFA-7E8E-4263-B684-BF744A1BDC62}"/>
    <dgm:cxn modelId="{9B0F4606-D39F-4926-A5EE-982DBA42A461}" type="presParOf" srcId="{0F619357-9EC8-4EF9-BCA2-747125BFC380}" destId="{65EE3BB4-AF8C-4A27-84F8-7C38D576D5C9}" srcOrd="0" destOrd="0" presId="urn:microsoft.com/office/officeart/2018/2/layout/IconVerticalSolidList"/>
    <dgm:cxn modelId="{34BBCF71-9EEA-4278-B986-4C366D8C3B0E}" type="presParOf" srcId="{65EE3BB4-AF8C-4A27-84F8-7C38D576D5C9}" destId="{C2A5C6A7-878D-4F4B-90DE-240DDBE92D94}" srcOrd="0" destOrd="0" presId="urn:microsoft.com/office/officeart/2018/2/layout/IconVerticalSolidList"/>
    <dgm:cxn modelId="{0364D53C-51FC-439A-A2B3-C39675BFD5A3}" type="presParOf" srcId="{65EE3BB4-AF8C-4A27-84F8-7C38D576D5C9}" destId="{C953E05B-EE95-4067-B024-8E120B531EC2}" srcOrd="1" destOrd="0" presId="urn:microsoft.com/office/officeart/2018/2/layout/IconVerticalSolidList"/>
    <dgm:cxn modelId="{1BE3097B-CD0A-4370-A476-FF6DF6ECC4BC}" type="presParOf" srcId="{65EE3BB4-AF8C-4A27-84F8-7C38D576D5C9}" destId="{EC20066E-A474-4FC1-8F51-609E87DF59AF}" srcOrd="2" destOrd="0" presId="urn:microsoft.com/office/officeart/2018/2/layout/IconVerticalSolidList"/>
    <dgm:cxn modelId="{818BE125-5F7C-4DD6-B545-A8CA7147393F}" type="presParOf" srcId="{65EE3BB4-AF8C-4A27-84F8-7C38D576D5C9}" destId="{BAF0354B-D49B-45FD-B21C-2C4D6B19FD07}" srcOrd="3" destOrd="0" presId="urn:microsoft.com/office/officeart/2018/2/layout/IconVerticalSolidList"/>
    <dgm:cxn modelId="{C8A93BC1-B9B2-4449-BAC5-8B45FF7F01A6}" type="presParOf" srcId="{65EE3BB4-AF8C-4A27-84F8-7C38D576D5C9}" destId="{CA905A95-4EAC-4FD2-82CC-D72C86C68EE3}" srcOrd="4" destOrd="0" presId="urn:microsoft.com/office/officeart/2018/2/layout/IconVerticalSolidList"/>
    <dgm:cxn modelId="{CF28897F-D1FF-4411-ACAD-3B471447C1A5}" type="presParOf" srcId="{0F619357-9EC8-4EF9-BCA2-747125BFC380}" destId="{F52BDAFF-F31D-45BD-AD54-EE30C2BEC6A6}" srcOrd="1" destOrd="0" presId="urn:microsoft.com/office/officeart/2018/2/layout/IconVerticalSolidList"/>
    <dgm:cxn modelId="{9C852109-5AEC-4D06-9574-498F9402A884}" type="presParOf" srcId="{0F619357-9EC8-4EF9-BCA2-747125BFC380}" destId="{0F31125E-5649-4C44-9783-950E909CA1EE}" srcOrd="2" destOrd="0" presId="urn:microsoft.com/office/officeart/2018/2/layout/IconVerticalSolidList"/>
    <dgm:cxn modelId="{76BB69D8-7104-4604-BFCF-BA89781EDCDF}" type="presParOf" srcId="{0F31125E-5649-4C44-9783-950E909CA1EE}" destId="{009461C6-E76C-4181-974F-6F147CD0E9D5}" srcOrd="0" destOrd="0" presId="urn:microsoft.com/office/officeart/2018/2/layout/IconVerticalSolidList"/>
    <dgm:cxn modelId="{19BA9085-0FC5-4420-B53D-20E270728763}" type="presParOf" srcId="{0F31125E-5649-4C44-9783-950E909CA1EE}" destId="{0D2ECA67-5C77-45D7-879A-EC3263A4E36F}" srcOrd="1" destOrd="0" presId="urn:microsoft.com/office/officeart/2018/2/layout/IconVerticalSolidList"/>
    <dgm:cxn modelId="{1FA34CE1-A80C-495B-B325-99A0A7F12383}" type="presParOf" srcId="{0F31125E-5649-4C44-9783-950E909CA1EE}" destId="{64805546-6124-4656-91F1-20F0853E6799}" srcOrd="2" destOrd="0" presId="urn:microsoft.com/office/officeart/2018/2/layout/IconVerticalSolidList"/>
    <dgm:cxn modelId="{371685D1-2913-49C7-9606-FC761586633A}" type="presParOf" srcId="{0F31125E-5649-4C44-9783-950E909CA1EE}" destId="{77D27AC5-DDBC-4F0F-BE7C-23D272122105}" srcOrd="3" destOrd="0" presId="urn:microsoft.com/office/officeart/2018/2/layout/IconVerticalSolidList"/>
    <dgm:cxn modelId="{42F6EEFD-C3B9-4677-B391-1153A13110E6}" type="presParOf" srcId="{0F31125E-5649-4C44-9783-950E909CA1EE}" destId="{4B74214A-AFAD-492F-87E4-60E275301A97}" srcOrd="4" destOrd="0" presId="urn:microsoft.com/office/officeart/2018/2/layout/IconVerticalSolidList"/>
    <dgm:cxn modelId="{E6699A95-CBA7-4668-AC5C-BE448EF3A9CA}" type="presParOf" srcId="{0F619357-9EC8-4EF9-BCA2-747125BFC380}" destId="{4D5FAC88-F014-499C-B02A-01D0D122EE31}" srcOrd="3" destOrd="0" presId="urn:microsoft.com/office/officeart/2018/2/layout/IconVerticalSolidList"/>
    <dgm:cxn modelId="{74B3519F-3D84-4C7E-B284-840E0B67964A}" type="presParOf" srcId="{0F619357-9EC8-4EF9-BCA2-747125BFC380}" destId="{40015853-65CE-42BD-8C5F-9CDBF00BA77D}" srcOrd="4" destOrd="0" presId="urn:microsoft.com/office/officeart/2018/2/layout/IconVerticalSolidList"/>
    <dgm:cxn modelId="{9E8D471F-4912-4212-BD0F-C3A05BDEE02F}" type="presParOf" srcId="{40015853-65CE-42BD-8C5F-9CDBF00BA77D}" destId="{12E87650-1A44-4D77-9314-F44D6A72F557}" srcOrd="0" destOrd="0" presId="urn:microsoft.com/office/officeart/2018/2/layout/IconVerticalSolidList"/>
    <dgm:cxn modelId="{D98BA7F0-49DF-4A13-BA0E-9E8FD15861A9}" type="presParOf" srcId="{40015853-65CE-42BD-8C5F-9CDBF00BA77D}" destId="{CD3623CD-A993-435F-BC61-58DFD2BFA1F1}" srcOrd="1" destOrd="0" presId="urn:microsoft.com/office/officeart/2018/2/layout/IconVerticalSolidList"/>
    <dgm:cxn modelId="{EADE838F-C25F-4D52-AA2E-90522E6EA581}" type="presParOf" srcId="{40015853-65CE-42BD-8C5F-9CDBF00BA77D}" destId="{5F9B0388-B1E0-4592-9929-E86F252BA146}" srcOrd="2" destOrd="0" presId="urn:microsoft.com/office/officeart/2018/2/layout/IconVerticalSolidList"/>
    <dgm:cxn modelId="{A647EC15-8B50-4F78-BA22-BD8BC301C383}" type="presParOf" srcId="{40015853-65CE-42BD-8C5F-9CDBF00BA77D}" destId="{BB1694B0-11D9-405F-BF93-ACA65EAECBAE}" srcOrd="3" destOrd="0" presId="urn:microsoft.com/office/officeart/2018/2/layout/IconVerticalSolidList"/>
    <dgm:cxn modelId="{DFFB1F8D-A498-4D7D-98F1-307B1FD1E6E6}" type="presParOf" srcId="{40015853-65CE-42BD-8C5F-9CDBF00BA77D}" destId="{4C645453-A4B1-405B-965E-4486BB2C193F}" srcOrd="4" destOrd="0" presId="urn:microsoft.com/office/officeart/2018/2/layout/IconVerticalSolidList"/>
    <dgm:cxn modelId="{33E88C91-5C58-43CC-9420-93A89F028453}" type="presParOf" srcId="{0F619357-9EC8-4EF9-BCA2-747125BFC380}" destId="{D33AACC0-6DC6-451E-B6D9-4C7E6AE4E23D}" srcOrd="5" destOrd="0" presId="urn:microsoft.com/office/officeart/2018/2/layout/IconVerticalSolidList"/>
    <dgm:cxn modelId="{6416001C-9F75-4009-A57B-38DBBED1DE09}" type="presParOf" srcId="{0F619357-9EC8-4EF9-BCA2-747125BFC380}" destId="{056DBC48-1581-4226-AE04-E64D485AAAD1}" srcOrd="6" destOrd="0" presId="urn:microsoft.com/office/officeart/2018/2/layout/IconVerticalSolidList"/>
    <dgm:cxn modelId="{57D68A76-5175-4A5E-8A1B-FF2EE6051BD0}" type="presParOf" srcId="{056DBC48-1581-4226-AE04-E64D485AAAD1}" destId="{B8B1A722-846E-4B5C-B040-7FFB0580E65B}" srcOrd="0" destOrd="0" presId="urn:microsoft.com/office/officeart/2018/2/layout/IconVerticalSolidList"/>
    <dgm:cxn modelId="{D826186F-5019-4511-83B6-EF5C175924AC}" type="presParOf" srcId="{056DBC48-1581-4226-AE04-E64D485AAAD1}" destId="{60345682-D101-49F8-9415-6CAEF5EB3912}" srcOrd="1" destOrd="0" presId="urn:microsoft.com/office/officeart/2018/2/layout/IconVerticalSolidList"/>
    <dgm:cxn modelId="{9BB770F4-B5F3-44D0-ADB4-0C788E40882C}" type="presParOf" srcId="{056DBC48-1581-4226-AE04-E64D485AAAD1}" destId="{EDD87E59-DDED-479B-B1CD-B758931CC1E5}" srcOrd="2" destOrd="0" presId="urn:microsoft.com/office/officeart/2018/2/layout/IconVerticalSolidList"/>
    <dgm:cxn modelId="{08BC34E4-158F-47BF-BC6B-9B2EA9D1B01F}" type="presParOf" srcId="{056DBC48-1581-4226-AE04-E64D485AAAD1}" destId="{A8EDE186-25E9-4823-813A-EDED332A35B4}" srcOrd="3" destOrd="0" presId="urn:microsoft.com/office/officeart/2018/2/layout/IconVerticalSolidList"/>
    <dgm:cxn modelId="{089D12DB-E892-43FB-9BF1-A9AC12F905CE}" type="presParOf" srcId="{056DBC48-1581-4226-AE04-E64D485AAAD1}" destId="{54EFDE00-17E4-4212-B114-87A1234BB554}" srcOrd="4" destOrd="0" presId="urn:microsoft.com/office/officeart/2018/2/layout/IconVerticalSolidList"/>
    <dgm:cxn modelId="{44AA9C3E-4251-4365-840F-86400E96D2D9}" type="presParOf" srcId="{0F619357-9EC8-4EF9-BCA2-747125BFC380}" destId="{7CDC7C74-55D7-4BA5-8B89-1BB5A995C5A4}" srcOrd="7" destOrd="0" presId="urn:microsoft.com/office/officeart/2018/2/layout/IconVerticalSolidList"/>
    <dgm:cxn modelId="{D65F4EF8-3E8B-4292-8F23-F60CCF2292C2}" type="presParOf" srcId="{0F619357-9EC8-4EF9-BCA2-747125BFC380}" destId="{FED04DDB-D864-46B9-8EA2-0CA232A4A798}" srcOrd="8" destOrd="0" presId="urn:microsoft.com/office/officeart/2018/2/layout/IconVerticalSolidList"/>
    <dgm:cxn modelId="{484C28AC-D31F-407E-AF97-F939614525DE}" type="presParOf" srcId="{FED04DDB-D864-46B9-8EA2-0CA232A4A798}" destId="{96274996-EE4A-4D86-99E7-50A26F52F421}" srcOrd="0" destOrd="0" presId="urn:microsoft.com/office/officeart/2018/2/layout/IconVerticalSolidList"/>
    <dgm:cxn modelId="{68CA4461-102D-4B1F-9C26-4FACACD9236A}" type="presParOf" srcId="{FED04DDB-D864-46B9-8EA2-0CA232A4A798}" destId="{677F02FE-B5F4-4621-9039-898A4FB3FEF4}" srcOrd="1" destOrd="0" presId="urn:microsoft.com/office/officeart/2018/2/layout/IconVerticalSolidList"/>
    <dgm:cxn modelId="{11633CBA-4953-4B67-AB00-7808FA8FCD37}" type="presParOf" srcId="{FED04DDB-D864-46B9-8EA2-0CA232A4A798}" destId="{20714F19-4F9F-4A01-AA23-7A46C2F475B0}" srcOrd="2" destOrd="0" presId="urn:microsoft.com/office/officeart/2018/2/layout/IconVerticalSolidList"/>
    <dgm:cxn modelId="{2BC90F3C-E4A6-4D50-B4DE-836319B02FEB}" type="presParOf" srcId="{FED04DDB-D864-46B9-8EA2-0CA232A4A798}" destId="{F797934E-DE84-41D0-9901-D19883E29D37}" srcOrd="3" destOrd="0" presId="urn:microsoft.com/office/officeart/2018/2/layout/IconVerticalSolidList"/>
    <dgm:cxn modelId="{41B262A2-A011-435F-9B5E-C04B1A1DDBD6}" type="presParOf" srcId="{FED04DDB-D864-46B9-8EA2-0CA232A4A798}" destId="{551B1306-E4D5-4D2F-83C5-0F9AE7FB89EB}" srcOrd="4" destOrd="0" presId="urn:microsoft.com/office/officeart/2018/2/layout/IconVerticalSolidList"/>
    <dgm:cxn modelId="{AF8C568C-F804-4D56-853D-B90D4AB7600D}" type="presParOf" srcId="{0F619357-9EC8-4EF9-BCA2-747125BFC380}" destId="{58DE45EC-54A3-434B-A9CD-1C8A5348D2D3}" srcOrd="9" destOrd="0" presId="urn:microsoft.com/office/officeart/2018/2/layout/IconVerticalSolidList"/>
    <dgm:cxn modelId="{AF6B9B3E-3F99-4E56-B9EE-FCFCD9F5AF8E}" type="presParOf" srcId="{0F619357-9EC8-4EF9-BCA2-747125BFC380}" destId="{58F75837-81BA-4773-992F-46E2EFB432A0}" srcOrd="10" destOrd="0" presId="urn:microsoft.com/office/officeart/2018/2/layout/IconVerticalSolidList"/>
    <dgm:cxn modelId="{263F5511-ABF6-4453-8800-7A196E5A48F2}" type="presParOf" srcId="{58F75837-81BA-4773-992F-46E2EFB432A0}" destId="{BE7AF805-5ED3-440D-AC6C-7DEEFEF1A047}" srcOrd="0" destOrd="0" presId="urn:microsoft.com/office/officeart/2018/2/layout/IconVerticalSolidList"/>
    <dgm:cxn modelId="{A654A439-0347-426D-85BA-2BEEE94F3040}" type="presParOf" srcId="{58F75837-81BA-4773-992F-46E2EFB432A0}" destId="{109D2D91-4DF8-4423-8E9D-05A6C0078EB8}" srcOrd="1" destOrd="0" presId="urn:microsoft.com/office/officeart/2018/2/layout/IconVerticalSolidList"/>
    <dgm:cxn modelId="{D1BC54A0-AC01-4113-BBB5-0ED2DB363BEB}" type="presParOf" srcId="{58F75837-81BA-4773-992F-46E2EFB432A0}" destId="{CBB7B4DE-5C61-4B61-9657-1BE7C65F1B75}" srcOrd="2" destOrd="0" presId="urn:microsoft.com/office/officeart/2018/2/layout/IconVerticalSolidList"/>
    <dgm:cxn modelId="{EAF4D1A4-464E-467D-8533-91C82745AD92}" type="presParOf" srcId="{58F75837-81BA-4773-992F-46E2EFB432A0}" destId="{8B114F9D-78D5-4694-99FC-2DB27CEAA415}" srcOrd="3" destOrd="0" presId="urn:microsoft.com/office/officeart/2018/2/layout/IconVerticalSolidList"/>
    <dgm:cxn modelId="{94361F92-E6B1-4CF7-B0EF-DB392BE87D03}" type="presParOf" srcId="{58F75837-81BA-4773-992F-46E2EFB432A0}" destId="{D4E905C8-0B5B-4718-AC39-29D43C575BB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3AE1B5-333A-44FA-8A4B-126E3FDBEA2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C79EB29-CFB5-4EA6-93D0-0E36B06243C2}">
      <dgm:prSet/>
      <dgm:spPr/>
      <dgm:t>
        <a:bodyPr/>
        <a:lstStyle/>
        <a:p>
          <a:pPr>
            <a:defRPr cap="all"/>
          </a:pPr>
          <a:r>
            <a:rPr lang="en-MY" b="1"/>
            <a:t>Create a Migration Strategy</a:t>
          </a:r>
          <a:endParaRPr lang="en-US"/>
        </a:p>
      </dgm:t>
    </dgm:pt>
    <dgm:pt modelId="{1B5F6410-1CBF-4268-87C2-5424D3F1A9D2}" type="parTrans" cxnId="{390CA809-E0C0-4B3F-A1B9-B95E3BB49291}">
      <dgm:prSet/>
      <dgm:spPr/>
      <dgm:t>
        <a:bodyPr/>
        <a:lstStyle/>
        <a:p>
          <a:endParaRPr lang="en-US"/>
        </a:p>
      </dgm:t>
    </dgm:pt>
    <dgm:pt modelId="{19C3E9D0-9B7D-4EFF-8A99-A2557583068D}" type="sibTrans" cxnId="{390CA809-E0C0-4B3F-A1B9-B95E3BB49291}">
      <dgm:prSet/>
      <dgm:spPr/>
      <dgm:t>
        <a:bodyPr/>
        <a:lstStyle/>
        <a:p>
          <a:endParaRPr lang="en-US"/>
        </a:p>
      </dgm:t>
    </dgm:pt>
    <dgm:pt modelId="{BFA3750D-B11D-448B-B1F3-450B08CF3C94}">
      <dgm:prSet/>
      <dgm:spPr/>
      <dgm:t>
        <a:bodyPr/>
        <a:lstStyle/>
        <a:p>
          <a:pPr>
            <a:defRPr cap="all"/>
          </a:pPr>
          <a:r>
            <a:rPr lang="en-MY" b="1"/>
            <a:t>Evaluate Applications and Data</a:t>
          </a:r>
          <a:endParaRPr lang="en-US"/>
        </a:p>
      </dgm:t>
    </dgm:pt>
    <dgm:pt modelId="{E90287DC-3907-4C36-9513-D57943FB9019}" type="parTrans" cxnId="{6F4E07F0-17CD-4EAE-AF53-40D2C4FDE17A}">
      <dgm:prSet/>
      <dgm:spPr/>
      <dgm:t>
        <a:bodyPr/>
        <a:lstStyle/>
        <a:p>
          <a:endParaRPr lang="en-US"/>
        </a:p>
      </dgm:t>
    </dgm:pt>
    <dgm:pt modelId="{45726C38-9B63-425D-BF51-56077C905C7B}" type="sibTrans" cxnId="{6F4E07F0-17CD-4EAE-AF53-40D2C4FDE17A}">
      <dgm:prSet/>
      <dgm:spPr/>
      <dgm:t>
        <a:bodyPr/>
        <a:lstStyle/>
        <a:p>
          <a:endParaRPr lang="en-US"/>
        </a:p>
      </dgm:t>
    </dgm:pt>
    <dgm:pt modelId="{DB9BDADB-5657-4289-AE28-51390745D491}">
      <dgm:prSet/>
      <dgm:spPr/>
      <dgm:t>
        <a:bodyPr/>
        <a:lstStyle/>
        <a:p>
          <a:pPr>
            <a:defRPr cap="all"/>
          </a:pPr>
          <a:r>
            <a:rPr lang="en-MY" b="1"/>
            <a:t>Choose the Right Cloud Provider</a:t>
          </a:r>
          <a:endParaRPr lang="en-US"/>
        </a:p>
      </dgm:t>
    </dgm:pt>
    <dgm:pt modelId="{FA4C6097-A60F-4089-9381-F278E99BEA15}" type="parTrans" cxnId="{18F28308-3558-4A4D-8D69-3B76877C5696}">
      <dgm:prSet/>
      <dgm:spPr/>
      <dgm:t>
        <a:bodyPr/>
        <a:lstStyle/>
        <a:p>
          <a:endParaRPr lang="en-US"/>
        </a:p>
      </dgm:t>
    </dgm:pt>
    <dgm:pt modelId="{8727F4BE-4902-463F-A869-B74146F4FAC3}" type="sibTrans" cxnId="{18F28308-3558-4A4D-8D69-3B76877C5696}">
      <dgm:prSet/>
      <dgm:spPr/>
      <dgm:t>
        <a:bodyPr/>
        <a:lstStyle/>
        <a:p>
          <a:endParaRPr lang="en-US"/>
        </a:p>
      </dgm:t>
    </dgm:pt>
    <dgm:pt modelId="{341FDC67-1514-4C9A-8DC1-9CE450A11D62}">
      <dgm:prSet/>
      <dgm:spPr/>
      <dgm:t>
        <a:bodyPr/>
        <a:lstStyle/>
        <a:p>
          <a:pPr>
            <a:defRPr cap="all"/>
          </a:pPr>
          <a:r>
            <a:rPr lang="en-MY" b="1"/>
            <a:t>Prepare the Environment</a:t>
          </a:r>
          <a:endParaRPr lang="en-US"/>
        </a:p>
      </dgm:t>
    </dgm:pt>
    <dgm:pt modelId="{2EB0A835-8EFB-4D0B-B9AD-68375664CB3F}" type="parTrans" cxnId="{865954A6-E13B-42AA-B3BE-FD825936314C}">
      <dgm:prSet/>
      <dgm:spPr/>
      <dgm:t>
        <a:bodyPr/>
        <a:lstStyle/>
        <a:p>
          <a:endParaRPr lang="en-US"/>
        </a:p>
      </dgm:t>
    </dgm:pt>
    <dgm:pt modelId="{D1AB3FEC-6C13-4D3A-9AD3-59902EA875CE}" type="sibTrans" cxnId="{865954A6-E13B-42AA-B3BE-FD825936314C}">
      <dgm:prSet/>
      <dgm:spPr/>
      <dgm:t>
        <a:bodyPr/>
        <a:lstStyle/>
        <a:p>
          <a:endParaRPr lang="en-US"/>
        </a:p>
      </dgm:t>
    </dgm:pt>
    <dgm:pt modelId="{2AA7DEA2-FAF0-4CE4-B634-03653F4FE7F7}">
      <dgm:prSet/>
      <dgm:spPr/>
      <dgm:t>
        <a:bodyPr/>
        <a:lstStyle/>
        <a:p>
          <a:pPr>
            <a:defRPr cap="all"/>
          </a:pPr>
          <a:r>
            <a:rPr lang="en-MY" b="1"/>
            <a:t>Migrate and Test</a:t>
          </a:r>
          <a:endParaRPr lang="en-US"/>
        </a:p>
      </dgm:t>
    </dgm:pt>
    <dgm:pt modelId="{29C706E8-6EE2-42A5-A027-AB561079898E}" type="parTrans" cxnId="{A8FE086F-D78E-4841-AE43-6455F879EFB2}">
      <dgm:prSet/>
      <dgm:spPr/>
      <dgm:t>
        <a:bodyPr/>
        <a:lstStyle/>
        <a:p>
          <a:endParaRPr lang="en-US"/>
        </a:p>
      </dgm:t>
    </dgm:pt>
    <dgm:pt modelId="{D015DE19-AD70-4AEB-8BE3-14910B0FEFC3}" type="sibTrans" cxnId="{A8FE086F-D78E-4841-AE43-6455F879EFB2}">
      <dgm:prSet/>
      <dgm:spPr/>
      <dgm:t>
        <a:bodyPr/>
        <a:lstStyle/>
        <a:p>
          <a:endParaRPr lang="en-US"/>
        </a:p>
      </dgm:t>
    </dgm:pt>
    <dgm:pt modelId="{B3C24F79-0EF8-466F-B169-585C21BF053A}">
      <dgm:prSet/>
      <dgm:spPr/>
      <dgm:t>
        <a:bodyPr/>
        <a:lstStyle/>
        <a:p>
          <a:pPr>
            <a:defRPr cap="all"/>
          </a:pPr>
          <a:r>
            <a:rPr lang="en-MY" b="1"/>
            <a:t>Monitor and Optimize</a:t>
          </a:r>
          <a:endParaRPr lang="en-US"/>
        </a:p>
      </dgm:t>
    </dgm:pt>
    <dgm:pt modelId="{8D9EFB22-80F3-46AF-B3A9-FAE578BD7D9C}" type="parTrans" cxnId="{7A3C53F7-2B9B-4A34-8BE2-91F58FD397EC}">
      <dgm:prSet/>
      <dgm:spPr/>
      <dgm:t>
        <a:bodyPr/>
        <a:lstStyle/>
        <a:p>
          <a:endParaRPr lang="en-US"/>
        </a:p>
      </dgm:t>
    </dgm:pt>
    <dgm:pt modelId="{C0922E1F-60A5-4905-A217-196F55C2BB07}" type="sibTrans" cxnId="{7A3C53F7-2B9B-4A34-8BE2-91F58FD397EC}">
      <dgm:prSet/>
      <dgm:spPr/>
      <dgm:t>
        <a:bodyPr/>
        <a:lstStyle/>
        <a:p>
          <a:endParaRPr lang="en-US"/>
        </a:p>
      </dgm:t>
    </dgm:pt>
    <dgm:pt modelId="{D4B02F97-5051-4F3D-B086-13ABC8877358}" type="pres">
      <dgm:prSet presAssocID="{F63AE1B5-333A-44FA-8A4B-126E3FDBEA23}" presName="root" presStyleCnt="0">
        <dgm:presLayoutVars>
          <dgm:dir/>
          <dgm:resizeHandles val="exact"/>
        </dgm:presLayoutVars>
      </dgm:prSet>
      <dgm:spPr/>
    </dgm:pt>
    <dgm:pt modelId="{A564F125-1464-4925-AD98-E74711686E9F}" type="pres">
      <dgm:prSet presAssocID="{5C79EB29-CFB5-4EA6-93D0-0E36B06243C2}" presName="compNode" presStyleCnt="0"/>
      <dgm:spPr/>
    </dgm:pt>
    <dgm:pt modelId="{FEA7C48F-6239-4586-9ECB-1496CE6CE817}" type="pres">
      <dgm:prSet presAssocID="{5C79EB29-CFB5-4EA6-93D0-0E36B06243C2}" presName="iconBgRect" presStyleLbl="bgShp" presStyleIdx="0" presStyleCnt="6"/>
      <dgm:spPr/>
    </dgm:pt>
    <dgm:pt modelId="{4353C53C-5F5F-4997-82AD-CCEECEF59C43}" type="pres">
      <dgm:prSet presAssocID="{5C79EB29-CFB5-4EA6-93D0-0E36B06243C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5F8F488-C08A-4113-80DF-5CC80A59AA2B}" type="pres">
      <dgm:prSet presAssocID="{5C79EB29-CFB5-4EA6-93D0-0E36B06243C2}" presName="spaceRect" presStyleCnt="0"/>
      <dgm:spPr/>
    </dgm:pt>
    <dgm:pt modelId="{55DC4EEF-D5A8-454C-8AEE-2E05C9247142}" type="pres">
      <dgm:prSet presAssocID="{5C79EB29-CFB5-4EA6-93D0-0E36B06243C2}" presName="textRect" presStyleLbl="revTx" presStyleIdx="0" presStyleCnt="6">
        <dgm:presLayoutVars>
          <dgm:chMax val="1"/>
          <dgm:chPref val="1"/>
        </dgm:presLayoutVars>
      </dgm:prSet>
      <dgm:spPr/>
    </dgm:pt>
    <dgm:pt modelId="{4C712039-5878-4D6B-A1F3-95915A5FDFAA}" type="pres">
      <dgm:prSet presAssocID="{19C3E9D0-9B7D-4EFF-8A99-A2557583068D}" presName="sibTrans" presStyleCnt="0"/>
      <dgm:spPr/>
    </dgm:pt>
    <dgm:pt modelId="{A526A84E-0D27-43A2-96AF-A8D547A85F19}" type="pres">
      <dgm:prSet presAssocID="{BFA3750D-B11D-448B-B1F3-450B08CF3C94}" presName="compNode" presStyleCnt="0"/>
      <dgm:spPr/>
    </dgm:pt>
    <dgm:pt modelId="{CA5B4D04-6DCF-4B39-81A9-4E1A619F14BD}" type="pres">
      <dgm:prSet presAssocID="{BFA3750D-B11D-448B-B1F3-450B08CF3C94}" presName="iconBgRect" presStyleLbl="bgShp" presStyleIdx="1" presStyleCnt="6"/>
      <dgm:spPr/>
    </dgm:pt>
    <dgm:pt modelId="{64913002-4B7E-460C-8A05-528BACBC20FD}" type="pres">
      <dgm:prSet presAssocID="{BFA3750D-B11D-448B-B1F3-450B08CF3C9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777A330-CB2C-4432-A2CF-FD83EAAA624C}" type="pres">
      <dgm:prSet presAssocID="{BFA3750D-B11D-448B-B1F3-450B08CF3C94}" presName="spaceRect" presStyleCnt="0"/>
      <dgm:spPr/>
    </dgm:pt>
    <dgm:pt modelId="{86ABEBC1-6F12-411F-B112-B8174069FF54}" type="pres">
      <dgm:prSet presAssocID="{BFA3750D-B11D-448B-B1F3-450B08CF3C94}" presName="textRect" presStyleLbl="revTx" presStyleIdx="1" presStyleCnt="6">
        <dgm:presLayoutVars>
          <dgm:chMax val="1"/>
          <dgm:chPref val="1"/>
        </dgm:presLayoutVars>
      </dgm:prSet>
      <dgm:spPr/>
    </dgm:pt>
    <dgm:pt modelId="{A1F1A226-B7CA-4A8D-BC59-016B37D75917}" type="pres">
      <dgm:prSet presAssocID="{45726C38-9B63-425D-BF51-56077C905C7B}" presName="sibTrans" presStyleCnt="0"/>
      <dgm:spPr/>
    </dgm:pt>
    <dgm:pt modelId="{F96591DD-DBEB-456A-AA76-9252D4B33BD8}" type="pres">
      <dgm:prSet presAssocID="{DB9BDADB-5657-4289-AE28-51390745D491}" presName="compNode" presStyleCnt="0"/>
      <dgm:spPr/>
    </dgm:pt>
    <dgm:pt modelId="{1E8063E4-6A6F-4C95-893D-6AD2F072F1AB}" type="pres">
      <dgm:prSet presAssocID="{DB9BDADB-5657-4289-AE28-51390745D491}" presName="iconBgRect" presStyleLbl="bgShp" presStyleIdx="2" presStyleCnt="6"/>
      <dgm:spPr/>
    </dgm:pt>
    <dgm:pt modelId="{3272CD8A-5312-4859-82B1-10E59BA7E0A6}" type="pres">
      <dgm:prSet presAssocID="{DB9BDADB-5657-4289-AE28-51390745D4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35DA72C-F577-4691-BBEC-CA4F1F8336CF}" type="pres">
      <dgm:prSet presAssocID="{DB9BDADB-5657-4289-AE28-51390745D491}" presName="spaceRect" presStyleCnt="0"/>
      <dgm:spPr/>
    </dgm:pt>
    <dgm:pt modelId="{C097A998-D8C0-4BE9-B61A-00CB9543305D}" type="pres">
      <dgm:prSet presAssocID="{DB9BDADB-5657-4289-AE28-51390745D491}" presName="textRect" presStyleLbl="revTx" presStyleIdx="2" presStyleCnt="6">
        <dgm:presLayoutVars>
          <dgm:chMax val="1"/>
          <dgm:chPref val="1"/>
        </dgm:presLayoutVars>
      </dgm:prSet>
      <dgm:spPr/>
    </dgm:pt>
    <dgm:pt modelId="{206135B5-5C7E-40A3-AF19-3481B684BDAF}" type="pres">
      <dgm:prSet presAssocID="{8727F4BE-4902-463F-A869-B74146F4FAC3}" presName="sibTrans" presStyleCnt="0"/>
      <dgm:spPr/>
    </dgm:pt>
    <dgm:pt modelId="{B275DC08-C129-45BB-9D42-C18F2BB97DC8}" type="pres">
      <dgm:prSet presAssocID="{341FDC67-1514-4C9A-8DC1-9CE450A11D62}" presName="compNode" presStyleCnt="0"/>
      <dgm:spPr/>
    </dgm:pt>
    <dgm:pt modelId="{B3446545-E9E1-46C0-A1A8-7B4F6AA736D0}" type="pres">
      <dgm:prSet presAssocID="{341FDC67-1514-4C9A-8DC1-9CE450A11D62}" presName="iconBgRect" presStyleLbl="bgShp" presStyleIdx="3" presStyleCnt="6"/>
      <dgm:spPr/>
    </dgm:pt>
    <dgm:pt modelId="{9C93BDA8-17B6-42CA-9288-C273AF7E2F19}" type="pres">
      <dgm:prSet presAssocID="{341FDC67-1514-4C9A-8DC1-9CE450A11D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8E9B885D-C7A5-4F73-8052-A3FFB3AC03B5}" type="pres">
      <dgm:prSet presAssocID="{341FDC67-1514-4C9A-8DC1-9CE450A11D62}" presName="spaceRect" presStyleCnt="0"/>
      <dgm:spPr/>
    </dgm:pt>
    <dgm:pt modelId="{755D8D82-1ED5-400E-9DEC-15FA1C1A1D35}" type="pres">
      <dgm:prSet presAssocID="{341FDC67-1514-4C9A-8DC1-9CE450A11D62}" presName="textRect" presStyleLbl="revTx" presStyleIdx="3" presStyleCnt="6">
        <dgm:presLayoutVars>
          <dgm:chMax val="1"/>
          <dgm:chPref val="1"/>
        </dgm:presLayoutVars>
      </dgm:prSet>
      <dgm:spPr/>
    </dgm:pt>
    <dgm:pt modelId="{2A2FC4D9-706A-4B88-84ED-B5F8A833E1F7}" type="pres">
      <dgm:prSet presAssocID="{D1AB3FEC-6C13-4D3A-9AD3-59902EA875CE}" presName="sibTrans" presStyleCnt="0"/>
      <dgm:spPr/>
    </dgm:pt>
    <dgm:pt modelId="{2AC39324-06A6-4336-8972-4A4DB84EE5FB}" type="pres">
      <dgm:prSet presAssocID="{2AA7DEA2-FAF0-4CE4-B634-03653F4FE7F7}" presName="compNode" presStyleCnt="0"/>
      <dgm:spPr/>
    </dgm:pt>
    <dgm:pt modelId="{A92EC736-CED0-48C1-AA00-CB1530A582B7}" type="pres">
      <dgm:prSet presAssocID="{2AA7DEA2-FAF0-4CE4-B634-03653F4FE7F7}" presName="iconBgRect" presStyleLbl="bgShp" presStyleIdx="4" presStyleCnt="6"/>
      <dgm:spPr/>
    </dgm:pt>
    <dgm:pt modelId="{C28398F3-9130-47A9-907F-0FF467F65018}" type="pres">
      <dgm:prSet presAssocID="{2AA7DEA2-FAF0-4CE4-B634-03653F4FE7F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0781AF53-E166-4EBC-82E4-A55D047152A8}" type="pres">
      <dgm:prSet presAssocID="{2AA7DEA2-FAF0-4CE4-B634-03653F4FE7F7}" presName="spaceRect" presStyleCnt="0"/>
      <dgm:spPr/>
    </dgm:pt>
    <dgm:pt modelId="{C52E4DDD-42B3-407E-B466-D3AFAD0352E1}" type="pres">
      <dgm:prSet presAssocID="{2AA7DEA2-FAF0-4CE4-B634-03653F4FE7F7}" presName="textRect" presStyleLbl="revTx" presStyleIdx="4" presStyleCnt="6">
        <dgm:presLayoutVars>
          <dgm:chMax val="1"/>
          <dgm:chPref val="1"/>
        </dgm:presLayoutVars>
      </dgm:prSet>
      <dgm:spPr/>
    </dgm:pt>
    <dgm:pt modelId="{9E3A4765-2695-49B6-A592-20D72063A917}" type="pres">
      <dgm:prSet presAssocID="{D015DE19-AD70-4AEB-8BE3-14910B0FEFC3}" presName="sibTrans" presStyleCnt="0"/>
      <dgm:spPr/>
    </dgm:pt>
    <dgm:pt modelId="{61690DDA-FA38-437E-BA61-36630D6E5CE1}" type="pres">
      <dgm:prSet presAssocID="{B3C24F79-0EF8-466F-B169-585C21BF053A}" presName="compNode" presStyleCnt="0"/>
      <dgm:spPr/>
    </dgm:pt>
    <dgm:pt modelId="{B05D4015-46A7-4805-AA5C-08B5D46BB21A}" type="pres">
      <dgm:prSet presAssocID="{B3C24F79-0EF8-466F-B169-585C21BF053A}" presName="iconBgRect" presStyleLbl="bgShp" presStyleIdx="5" presStyleCnt="6"/>
      <dgm:spPr/>
    </dgm:pt>
    <dgm:pt modelId="{8B63EC19-F204-4499-B988-46CC3226C6D4}" type="pres">
      <dgm:prSet presAssocID="{B3C24F79-0EF8-466F-B169-585C21BF053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E9F7111-815C-494F-A303-293BC53432C5}" type="pres">
      <dgm:prSet presAssocID="{B3C24F79-0EF8-466F-B169-585C21BF053A}" presName="spaceRect" presStyleCnt="0"/>
      <dgm:spPr/>
    </dgm:pt>
    <dgm:pt modelId="{7EEEF372-5B07-4DD8-ACD6-9421760B7C20}" type="pres">
      <dgm:prSet presAssocID="{B3C24F79-0EF8-466F-B169-585C21BF053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8F28308-3558-4A4D-8D69-3B76877C5696}" srcId="{F63AE1B5-333A-44FA-8A4B-126E3FDBEA23}" destId="{DB9BDADB-5657-4289-AE28-51390745D491}" srcOrd="2" destOrd="0" parTransId="{FA4C6097-A60F-4089-9381-F278E99BEA15}" sibTransId="{8727F4BE-4902-463F-A869-B74146F4FAC3}"/>
    <dgm:cxn modelId="{390CA809-E0C0-4B3F-A1B9-B95E3BB49291}" srcId="{F63AE1B5-333A-44FA-8A4B-126E3FDBEA23}" destId="{5C79EB29-CFB5-4EA6-93D0-0E36B06243C2}" srcOrd="0" destOrd="0" parTransId="{1B5F6410-1CBF-4268-87C2-5424D3F1A9D2}" sibTransId="{19C3E9D0-9B7D-4EFF-8A99-A2557583068D}"/>
    <dgm:cxn modelId="{7173133C-F6A2-4DC5-B9F9-BF50B887D83C}" type="presOf" srcId="{2AA7DEA2-FAF0-4CE4-B634-03653F4FE7F7}" destId="{C52E4DDD-42B3-407E-B466-D3AFAD0352E1}" srcOrd="0" destOrd="0" presId="urn:microsoft.com/office/officeart/2018/5/layout/IconCircleLabelList"/>
    <dgm:cxn modelId="{769CEC5A-FDF9-47FC-9E3A-F83491D1F803}" type="presOf" srcId="{5C79EB29-CFB5-4EA6-93D0-0E36B06243C2}" destId="{55DC4EEF-D5A8-454C-8AEE-2E05C9247142}" srcOrd="0" destOrd="0" presId="urn:microsoft.com/office/officeart/2018/5/layout/IconCircleLabelList"/>
    <dgm:cxn modelId="{C7660063-16FF-4627-B966-8F1CBA7CDD27}" type="presOf" srcId="{341FDC67-1514-4C9A-8DC1-9CE450A11D62}" destId="{755D8D82-1ED5-400E-9DEC-15FA1C1A1D35}" srcOrd="0" destOrd="0" presId="urn:microsoft.com/office/officeart/2018/5/layout/IconCircleLabelList"/>
    <dgm:cxn modelId="{A8FE086F-D78E-4841-AE43-6455F879EFB2}" srcId="{F63AE1B5-333A-44FA-8A4B-126E3FDBEA23}" destId="{2AA7DEA2-FAF0-4CE4-B634-03653F4FE7F7}" srcOrd="4" destOrd="0" parTransId="{29C706E8-6EE2-42A5-A027-AB561079898E}" sibTransId="{D015DE19-AD70-4AEB-8BE3-14910B0FEFC3}"/>
    <dgm:cxn modelId="{D8002992-D874-4041-889E-4BCC73D0DD91}" type="presOf" srcId="{B3C24F79-0EF8-466F-B169-585C21BF053A}" destId="{7EEEF372-5B07-4DD8-ACD6-9421760B7C20}" srcOrd="0" destOrd="0" presId="urn:microsoft.com/office/officeart/2018/5/layout/IconCircleLabelList"/>
    <dgm:cxn modelId="{3758319B-AB72-4541-9AE8-4EB931EDA52A}" type="presOf" srcId="{F63AE1B5-333A-44FA-8A4B-126E3FDBEA23}" destId="{D4B02F97-5051-4F3D-B086-13ABC8877358}" srcOrd="0" destOrd="0" presId="urn:microsoft.com/office/officeart/2018/5/layout/IconCircleLabelList"/>
    <dgm:cxn modelId="{6D7BC89D-B308-4101-8C06-033D65B8C1E3}" type="presOf" srcId="{DB9BDADB-5657-4289-AE28-51390745D491}" destId="{C097A998-D8C0-4BE9-B61A-00CB9543305D}" srcOrd="0" destOrd="0" presId="urn:microsoft.com/office/officeart/2018/5/layout/IconCircleLabelList"/>
    <dgm:cxn modelId="{5D13A99E-B042-4BE3-8A33-6D1E4160310D}" type="presOf" srcId="{BFA3750D-B11D-448B-B1F3-450B08CF3C94}" destId="{86ABEBC1-6F12-411F-B112-B8174069FF54}" srcOrd="0" destOrd="0" presId="urn:microsoft.com/office/officeart/2018/5/layout/IconCircleLabelList"/>
    <dgm:cxn modelId="{865954A6-E13B-42AA-B3BE-FD825936314C}" srcId="{F63AE1B5-333A-44FA-8A4B-126E3FDBEA23}" destId="{341FDC67-1514-4C9A-8DC1-9CE450A11D62}" srcOrd="3" destOrd="0" parTransId="{2EB0A835-8EFB-4D0B-B9AD-68375664CB3F}" sibTransId="{D1AB3FEC-6C13-4D3A-9AD3-59902EA875CE}"/>
    <dgm:cxn modelId="{6F4E07F0-17CD-4EAE-AF53-40D2C4FDE17A}" srcId="{F63AE1B5-333A-44FA-8A4B-126E3FDBEA23}" destId="{BFA3750D-B11D-448B-B1F3-450B08CF3C94}" srcOrd="1" destOrd="0" parTransId="{E90287DC-3907-4C36-9513-D57943FB9019}" sibTransId="{45726C38-9B63-425D-BF51-56077C905C7B}"/>
    <dgm:cxn modelId="{7A3C53F7-2B9B-4A34-8BE2-91F58FD397EC}" srcId="{F63AE1B5-333A-44FA-8A4B-126E3FDBEA23}" destId="{B3C24F79-0EF8-466F-B169-585C21BF053A}" srcOrd="5" destOrd="0" parTransId="{8D9EFB22-80F3-46AF-B3A9-FAE578BD7D9C}" sibTransId="{C0922E1F-60A5-4905-A217-196F55C2BB07}"/>
    <dgm:cxn modelId="{2404847E-FED3-48B8-96B2-2993C1FD6AC5}" type="presParOf" srcId="{D4B02F97-5051-4F3D-B086-13ABC8877358}" destId="{A564F125-1464-4925-AD98-E74711686E9F}" srcOrd="0" destOrd="0" presId="urn:microsoft.com/office/officeart/2018/5/layout/IconCircleLabelList"/>
    <dgm:cxn modelId="{184056B6-3B38-42B7-89C5-EC3CEE176061}" type="presParOf" srcId="{A564F125-1464-4925-AD98-E74711686E9F}" destId="{FEA7C48F-6239-4586-9ECB-1496CE6CE817}" srcOrd="0" destOrd="0" presId="urn:microsoft.com/office/officeart/2018/5/layout/IconCircleLabelList"/>
    <dgm:cxn modelId="{AE4F16AC-40BF-4D21-8761-BEB42345FB6D}" type="presParOf" srcId="{A564F125-1464-4925-AD98-E74711686E9F}" destId="{4353C53C-5F5F-4997-82AD-CCEECEF59C43}" srcOrd="1" destOrd="0" presId="urn:microsoft.com/office/officeart/2018/5/layout/IconCircleLabelList"/>
    <dgm:cxn modelId="{62EB301A-810B-4F2B-8AAE-9F954B8B0A38}" type="presParOf" srcId="{A564F125-1464-4925-AD98-E74711686E9F}" destId="{45F8F488-C08A-4113-80DF-5CC80A59AA2B}" srcOrd="2" destOrd="0" presId="urn:microsoft.com/office/officeart/2018/5/layout/IconCircleLabelList"/>
    <dgm:cxn modelId="{2C8C268C-97E1-4CED-81ED-70E407F67AD4}" type="presParOf" srcId="{A564F125-1464-4925-AD98-E74711686E9F}" destId="{55DC4EEF-D5A8-454C-8AEE-2E05C9247142}" srcOrd="3" destOrd="0" presId="urn:microsoft.com/office/officeart/2018/5/layout/IconCircleLabelList"/>
    <dgm:cxn modelId="{D5F4DD3A-63A6-4CE1-BBCC-1CC2D18FB707}" type="presParOf" srcId="{D4B02F97-5051-4F3D-B086-13ABC8877358}" destId="{4C712039-5878-4D6B-A1F3-95915A5FDFAA}" srcOrd="1" destOrd="0" presId="urn:microsoft.com/office/officeart/2018/5/layout/IconCircleLabelList"/>
    <dgm:cxn modelId="{AE63CFEB-93C6-42FF-BEF8-E483B1FB7041}" type="presParOf" srcId="{D4B02F97-5051-4F3D-B086-13ABC8877358}" destId="{A526A84E-0D27-43A2-96AF-A8D547A85F19}" srcOrd="2" destOrd="0" presId="urn:microsoft.com/office/officeart/2018/5/layout/IconCircleLabelList"/>
    <dgm:cxn modelId="{E194685F-D9D8-4177-A20A-84B5B3EF397F}" type="presParOf" srcId="{A526A84E-0D27-43A2-96AF-A8D547A85F19}" destId="{CA5B4D04-6DCF-4B39-81A9-4E1A619F14BD}" srcOrd="0" destOrd="0" presId="urn:microsoft.com/office/officeart/2018/5/layout/IconCircleLabelList"/>
    <dgm:cxn modelId="{3FDE52DC-35E6-4AB6-9581-3355E2A80E31}" type="presParOf" srcId="{A526A84E-0D27-43A2-96AF-A8D547A85F19}" destId="{64913002-4B7E-460C-8A05-528BACBC20FD}" srcOrd="1" destOrd="0" presId="urn:microsoft.com/office/officeart/2018/5/layout/IconCircleLabelList"/>
    <dgm:cxn modelId="{F8E08783-7FD6-47BD-87B5-96C28D81D8DF}" type="presParOf" srcId="{A526A84E-0D27-43A2-96AF-A8D547A85F19}" destId="{5777A330-CB2C-4432-A2CF-FD83EAAA624C}" srcOrd="2" destOrd="0" presId="urn:microsoft.com/office/officeart/2018/5/layout/IconCircleLabelList"/>
    <dgm:cxn modelId="{DEE6B513-4ACE-4173-9FF8-8B3E27F16E46}" type="presParOf" srcId="{A526A84E-0D27-43A2-96AF-A8D547A85F19}" destId="{86ABEBC1-6F12-411F-B112-B8174069FF54}" srcOrd="3" destOrd="0" presId="urn:microsoft.com/office/officeart/2018/5/layout/IconCircleLabelList"/>
    <dgm:cxn modelId="{BC43B1DA-A91D-4DD3-8EE4-C31627917049}" type="presParOf" srcId="{D4B02F97-5051-4F3D-B086-13ABC8877358}" destId="{A1F1A226-B7CA-4A8D-BC59-016B37D75917}" srcOrd="3" destOrd="0" presId="urn:microsoft.com/office/officeart/2018/5/layout/IconCircleLabelList"/>
    <dgm:cxn modelId="{E5835101-D784-4376-8CB2-60A754D304F3}" type="presParOf" srcId="{D4B02F97-5051-4F3D-B086-13ABC8877358}" destId="{F96591DD-DBEB-456A-AA76-9252D4B33BD8}" srcOrd="4" destOrd="0" presId="urn:microsoft.com/office/officeart/2018/5/layout/IconCircleLabelList"/>
    <dgm:cxn modelId="{0E13903E-8217-4CAC-A07A-0365CE895A8E}" type="presParOf" srcId="{F96591DD-DBEB-456A-AA76-9252D4B33BD8}" destId="{1E8063E4-6A6F-4C95-893D-6AD2F072F1AB}" srcOrd="0" destOrd="0" presId="urn:microsoft.com/office/officeart/2018/5/layout/IconCircleLabelList"/>
    <dgm:cxn modelId="{32FAFDAA-8F67-4506-AF2F-7CED8D69A869}" type="presParOf" srcId="{F96591DD-DBEB-456A-AA76-9252D4B33BD8}" destId="{3272CD8A-5312-4859-82B1-10E59BA7E0A6}" srcOrd="1" destOrd="0" presId="urn:microsoft.com/office/officeart/2018/5/layout/IconCircleLabelList"/>
    <dgm:cxn modelId="{18146042-48F9-4CD5-AC1E-869CB666ED26}" type="presParOf" srcId="{F96591DD-DBEB-456A-AA76-9252D4B33BD8}" destId="{935DA72C-F577-4691-BBEC-CA4F1F8336CF}" srcOrd="2" destOrd="0" presId="urn:microsoft.com/office/officeart/2018/5/layout/IconCircleLabelList"/>
    <dgm:cxn modelId="{8D7F7A71-6411-4963-ABB5-0C33AD128FCE}" type="presParOf" srcId="{F96591DD-DBEB-456A-AA76-9252D4B33BD8}" destId="{C097A998-D8C0-4BE9-B61A-00CB9543305D}" srcOrd="3" destOrd="0" presId="urn:microsoft.com/office/officeart/2018/5/layout/IconCircleLabelList"/>
    <dgm:cxn modelId="{3C13ABA0-BBE5-406E-A922-50AFE145E557}" type="presParOf" srcId="{D4B02F97-5051-4F3D-B086-13ABC8877358}" destId="{206135B5-5C7E-40A3-AF19-3481B684BDAF}" srcOrd="5" destOrd="0" presId="urn:microsoft.com/office/officeart/2018/5/layout/IconCircleLabelList"/>
    <dgm:cxn modelId="{8C604702-0F52-4F20-8297-5515341DAD9B}" type="presParOf" srcId="{D4B02F97-5051-4F3D-B086-13ABC8877358}" destId="{B275DC08-C129-45BB-9D42-C18F2BB97DC8}" srcOrd="6" destOrd="0" presId="urn:microsoft.com/office/officeart/2018/5/layout/IconCircleLabelList"/>
    <dgm:cxn modelId="{72CC5F85-24FE-43C6-9DE3-A330828E7CF0}" type="presParOf" srcId="{B275DC08-C129-45BB-9D42-C18F2BB97DC8}" destId="{B3446545-E9E1-46C0-A1A8-7B4F6AA736D0}" srcOrd="0" destOrd="0" presId="urn:microsoft.com/office/officeart/2018/5/layout/IconCircleLabelList"/>
    <dgm:cxn modelId="{D7AD2004-90A2-410A-84DC-AFDB1FFE0C18}" type="presParOf" srcId="{B275DC08-C129-45BB-9D42-C18F2BB97DC8}" destId="{9C93BDA8-17B6-42CA-9288-C273AF7E2F19}" srcOrd="1" destOrd="0" presId="urn:microsoft.com/office/officeart/2018/5/layout/IconCircleLabelList"/>
    <dgm:cxn modelId="{1E30588E-7BF9-4274-A359-92D161B4AEAA}" type="presParOf" srcId="{B275DC08-C129-45BB-9D42-C18F2BB97DC8}" destId="{8E9B885D-C7A5-4F73-8052-A3FFB3AC03B5}" srcOrd="2" destOrd="0" presId="urn:microsoft.com/office/officeart/2018/5/layout/IconCircleLabelList"/>
    <dgm:cxn modelId="{E547D79C-BCDB-4AFC-9189-9471494F3C5F}" type="presParOf" srcId="{B275DC08-C129-45BB-9D42-C18F2BB97DC8}" destId="{755D8D82-1ED5-400E-9DEC-15FA1C1A1D35}" srcOrd="3" destOrd="0" presId="urn:microsoft.com/office/officeart/2018/5/layout/IconCircleLabelList"/>
    <dgm:cxn modelId="{1740DAEF-6D07-467F-B878-D7D8972A0C17}" type="presParOf" srcId="{D4B02F97-5051-4F3D-B086-13ABC8877358}" destId="{2A2FC4D9-706A-4B88-84ED-B5F8A833E1F7}" srcOrd="7" destOrd="0" presId="urn:microsoft.com/office/officeart/2018/5/layout/IconCircleLabelList"/>
    <dgm:cxn modelId="{F9EEFCFE-1602-4E89-9802-3F581B99BB74}" type="presParOf" srcId="{D4B02F97-5051-4F3D-B086-13ABC8877358}" destId="{2AC39324-06A6-4336-8972-4A4DB84EE5FB}" srcOrd="8" destOrd="0" presId="urn:microsoft.com/office/officeart/2018/5/layout/IconCircleLabelList"/>
    <dgm:cxn modelId="{380C6834-824D-458D-84F4-8F7129CE504D}" type="presParOf" srcId="{2AC39324-06A6-4336-8972-4A4DB84EE5FB}" destId="{A92EC736-CED0-48C1-AA00-CB1530A582B7}" srcOrd="0" destOrd="0" presId="urn:microsoft.com/office/officeart/2018/5/layout/IconCircleLabelList"/>
    <dgm:cxn modelId="{634E30CF-1F6E-459E-9135-90678A70EF8D}" type="presParOf" srcId="{2AC39324-06A6-4336-8972-4A4DB84EE5FB}" destId="{C28398F3-9130-47A9-907F-0FF467F65018}" srcOrd="1" destOrd="0" presId="urn:microsoft.com/office/officeart/2018/5/layout/IconCircleLabelList"/>
    <dgm:cxn modelId="{8E98EE33-F13E-481A-AA03-7F0F34DE644F}" type="presParOf" srcId="{2AC39324-06A6-4336-8972-4A4DB84EE5FB}" destId="{0781AF53-E166-4EBC-82E4-A55D047152A8}" srcOrd="2" destOrd="0" presId="urn:microsoft.com/office/officeart/2018/5/layout/IconCircleLabelList"/>
    <dgm:cxn modelId="{7DFEFEB2-4D9F-4563-9AA9-090EBBC0DE54}" type="presParOf" srcId="{2AC39324-06A6-4336-8972-4A4DB84EE5FB}" destId="{C52E4DDD-42B3-407E-B466-D3AFAD0352E1}" srcOrd="3" destOrd="0" presId="urn:microsoft.com/office/officeart/2018/5/layout/IconCircleLabelList"/>
    <dgm:cxn modelId="{475098EE-A3CC-46D9-9321-52F8EE52F683}" type="presParOf" srcId="{D4B02F97-5051-4F3D-B086-13ABC8877358}" destId="{9E3A4765-2695-49B6-A592-20D72063A917}" srcOrd="9" destOrd="0" presId="urn:microsoft.com/office/officeart/2018/5/layout/IconCircleLabelList"/>
    <dgm:cxn modelId="{E9E8A3E8-A928-473E-BCAC-769B41B8EAC4}" type="presParOf" srcId="{D4B02F97-5051-4F3D-B086-13ABC8877358}" destId="{61690DDA-FA38-437E-BA61-36630D6E5CE1}" srcOrd="10" destOrd="0" presId="urn:microsoft.com/office/officeart/2018/5/layout/IconCircleLabelList"/>
    <dgm:cxn modelId="{4F487AC7-B906-49C4-BD4F-F1E726F4DE82}" type="presParOf" srcId="{61690DDA-FA38-437E-BA61-36630D6E5CE1}" destId="{B05D4015-46A7-4805-AA5C-08B5D46BB21A}" srcOrd="0" destOrd="0" presId="urn:microsoft.com/office/officeart/2018/5/layout/IconCircleLabelList"/>
    <dgm:cxn modelId="{032C6653-F221-4C4E-96AC-FBBC8C9A2657}" type="presParOf" srcId="{61690DDA-FA38-437E-BA61-36630D6E5CE1}" destId="{8B63EC19-F204-4499-B988-46CC3226C6D4}" srcOrd="1" destOrd="0" presId="urn:microsoft.com/office/officeart/2018/5/layout/IconCircleLabelList"/>
    <dgm:cxn modelId="{710CCA65-0AE6-4D7F-9395-BDBAED146947}" type="presParOf" srcId="{61690DDA-FA38-437E-BA61-36630D6E5CE1}" destId="{7E9F7111-815C-494F-A303-293BC53432C5}" srcOrd="2" destOrd="0" presId="urn:microsoft.com/office/officeart/2018/5/layout/IconCircleLabelList"/>
    <dgm:cxn modelId="{B8EF74CF-C0B9-4DA4-B1DB-1A4122DEDA02}" type="presParOf" srcId="{61690DDA-FA38-437E-BA61-36630D6E5CE1}" destId="{7EEEF372-5B07-4DD8-ACD6-9421760B7C2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DEA364-C6D1-4890-873C-C1A47D6826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23803C-DFB8-4711-A134-C6D478CEBE48}">
      <dgm:prSet/>
      <dgm:spPr/>
      <dgm:t>
        <a:bodyPr/>
        <a:lstStyle/>
        <a:p>
          <a:r>
            <a:rPr lang="en-MY"/>
            <a:t>Define the business objectives for moving to the cloud.</a:t>
          </a:r>
          <a:endParaRPr lang="en-US"/>
        </a:p>
      </dgm:t>
    </dgm:pt>
    <dgm:pt modelId="{32E128BE-4C1D-4BF5-8B1E-5BB15C66AD43}" type="parTrans" cxnId="{3A16A420-D928-4357-BCF4-80EB06312A97}">
      <dgm:prSet/>
      <dgm:spPr/>
      <dgm:t>
        <a:bodyPr/>
        <a:lstStyle/>
        <a:p>
          <a:endParaRPr lang="en-US"/>
        </a:p>
      </dgm:t>
    </dgm:pt>
    <dgm:pt modelId="{2161CC77-4943-4597-B4C3-FD326CBD9EE7}" type="sibTrans" cxnId="{3A16A420-D928-4357-BCF4-80EB06312A97}">
      <dgm:prSet/>
      <dgm:spPr/>
      <dgm:t>
        <a:bodyPr/>
        <a:lstStyle/>
        <a:p>
          <a:endParaRPr lang="en-US"/>
        </a:p>
      </dgm:t>
    </dgm:pt>
    <dgm:pt modelId="{4D3F5A17-11B8-4A15-A33E-92417CC1DE4C}">
      <dgm:prSet/>
      <dgm:spPr/>
      <dgm:t>
        <a:bodyPr/>
        <a:lstStyle/>
        <a:p>
          <a:r>
            <a:rPr lang="en-MY"/>
            <a:t>Determine scope, timeline, and budget.</a:t>
          </a:r>
          <a:endParaRPr lang="en-US"/>
        </a:p>
      </dgm:t>
    </dgm:pt>
    <dgm:pt modelId="{23E71D3E-BFC3-4641-B8AC-195D25991629}" type="parTrans" cxnId="{778D2748-6928-4763-8C2E-82015415C134}">
      <dgm:prSet/>
      <dgm:spPr/>
      <dgm:t>
        <a:bodyPr/>
        <a:lstStyle/>
        <a:p>
          <a:endParaRPr lang="en-US"/>
        </a:p>
      </dgm:t>
    </dgm:pt>
    <dgm:pt modelId="{D8BA4E5D-F492-4D73-AEC0-425DAF245266}" type="sibTrans" cxnId="{778D2748-6928-4763-8C2E-82015415C134}">
      <dgm:prSet/>
      <dgm:spPr/>
      <dgm:t>
        <a:bodyPr/>
        <a:lstStyle/>
        <a:p>
          <a:endParaRPr lang="en-US"/>
        </a:p>
      </dgm:t>
    </dgm:pt>
    <dgm:pt modelId="{A3BA2926-A734-4E83-A23B-3AC37491305A}">
      <dgm:prSet/>
      <dgm:spPr/>
      <dgm:t>
        <a:bodyPr/>
        <a:lstStyle/>
        <a:p>
          <a:r>
            <a:rPr lang="en-MY"/>
            <a:t>Identify stakeholders and assign responsibilities.</a:t>
          </a:r>
          <a:endParaRPr lang="en-US"/>
        </a:p>
      </dgm:t>
    </dgm:pt>
    <dgm:pt modelId="{9BE50D67-9B0E-4E2B-9E73-F53AEED1BAE0}" type="parTrans" cxnId="{EC8F86E4-095B-4E53-9EAF-EA99326DD37F}">
      <dgm:prSet/>
      <dgm:spPr/>
      <dgm:t>
        <a:bodyPr/>
        <a:lstStyle/>
        <a:p>
          <a:endParaRPr lang="en-US"/>
        </a:p>
      </dgm:t>
    </dgm:pt>
    <dgm:pt modelId="{7AA0761B-9220-49B8-9F05-E2113CE3FA41}" type="sibTrans" cxnId="{EC8F86E4-095B-4E53-9EAF-EA99326DD37F}">
      <dgm:prSet/>
      <dgm:spPr/>
      <dgm:t>
        <a:bodyPr/>
        <a:lstStyle/>
        <a:p>
          <a:endParaRPr lang="en-US"/>
        </a:p>
      </dgm:t>
    </dgm:pt>
    <dgm:pt modelId="{34C244AE-0CA0-4071-8246-73ECF65FC9B2}" type="pres">
      <dgm:prSet presAssocID="{85DEA364-C6D1-4890-873C-C1A47D682609}" presName="root" presStyleCnt="0">
        <dgm:presLayoutVars>
          <dgm:dir/>
          <dgm:resizeHandles val="exact"/>
        </dgm:presLayoutVars>
      </dgm:prSet>
      <dgm:spPr/>
    </dgm:pt>
    <dgm:pt modelId="{924A51A9-BFB3-471C-8FED-7782C7866DEB}" type="pres">
      <dgm:prSet presAssocID="{1F23803C-DFB8-4711-A134-C6D478CEBE48}" presName="compNode" presStyleCnt="0"/>
      <dgm:spPr/>
    </dgm:pt>
    <dgm:pt modelId="{2C63546A-22BB-4E81-A5F2-C1743155E9A5}" type="pres">
      <dgm:prSet presAssocID="{1F23803C-DFB8-4711-A134-C6D478CEBE48}" presName="bgRect" presStyleLbl="bgShp" presStyleIdx="0" presStyleCnt="3"/>
      <dgm:spPr/>
    </dgm:pt>
    <dgm:pt modelId="{341BEAF1-29F2-46E2-87F5-79F8AF75F7C0}" type="pres">
      <dgm:prSet presAssocID="{1F23803C-DFB8-4711-A134-C6D478CEBE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ACB0621-5725-49B4-8E65-F7A17C1A6DCE}" type="pres">
      <dgm:prSet presAssocID="{1F23803C-DFB8-4711-A134-C6D478CEBE48}" presName="spaceRect" presStyleCnt="0"/>
      <dgm:spPr/>
    </dgm:pt>
    <dgm:pt modelId="{B27EB252-0AE2-4A5B-9489-8A69D010050E}" type="pres">
      <dgm:prSet presAssocID="{1F23803C-DFB8-4711-A134-C6D478CEBE48}" presName="parTx" presStyleLbl="revTx" presStyleIdx="0" presStyleCnt="3">
        <dgm:presLayoutVars>
          <dgm:chMax val="0"/>
          <dgm:chPref val="0"/>
        </dgm:presLayoutVars>
      </dgm:prSet>
      <dgm:spPr/>
    </dgm:pt>
    <dgm:pt modelId="{CB3CAFD5-5851-41F0-B54D-C059B74D2CC8}" type="pres">
      <dgm:prSet presAssocID="{2161CC77-4943-4597-B4C3-FD326CBD9EE7}" presName="sibTrans" presStyleCnt="0"/>
      <dgm:spPr/>
    </dgm:pt>
    <dgm:pt modelId="{8FE23639-4DC2-4109-96F8-D410309B7F6A}" type="pres">
      <dgm:prSet presAssocID="{4D3F5A17-11B8-4A15-A33E-92417CC1DE4C}" presName="compNode" presStyleCnt="0"/>
      <dgm:spPr/>
    </dgm:pt>
    <dgm:pt modelId="{86A75B95-0C72-44CE-A31D-FF32ED78817E}" type="pres">
      <dgm:prSet presAssocID="{4D3F5A17-11B8-4A15-A33E-92417CC1DE4C}" presName="bgRect" presStyleLbl="bgShp" presStyleIdx="1" presStyleCnt="3"/>
      <dgm:spPr/>
    </dgm:pt>
    <dgm:pt modelId="{D9B89A57-C51C-4A4A-BEC5-AA0738790D55}" type="pres">
      <dgm:prSet presAssocID="{4D3F5A17-11B8-4A15-A33E-92417CC1DE4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D8FBA71-121E-42D5-9FDF-45F7E3BF0C43}" type="pres">
      <dgm:prSet presAssocID="{4D3F5A17-11B8-4A15-A33E-92417CC1DE4C}" presName="spaceRect" presStyleCnt="0"/>
      <dgm:spPr/>
    </dgm:pt>
    <dgm:pt modelId="{53ED3F92-0FFF-477B-B695-057A0C37754E}" type="pres">
      <dgm:prSet presAssocID="{4D3F5A17-11B8-4A15-A33E-92417CC1DE4C}" presName="parTx" presStyleLbl="revTx" presStyleIdx="1" presStyleCnt="3">
        <dgm:presLayoutVars>
          <dgm:chMax val="0"/>
          <dgm:chPref val="0"/>
        </dgm:presLayoutVars>
      </dgm:prSet>
      <dgm:spPr/>
    </dgm:pt>
    <dgm:pt modelId="{31E034F5-55AC-4423-9F1C-A4AD670D915D}" type="pres">
      <dgm:prSet presAssocID="{D8BA4E5D-F492-4D73-AEC0-425DAF245266}" presName="sibTrans" presStyleCnt="0"/>
      <dgm:spPr/>
    </dgm:pt>
    <dgm:pt modelId="{93ABAE7F-C442-45B0-97DE-CD874F98339F}" type="pres">
      <dgm:prSet presAssocID="{A3BA2926-A734-4E83-A23B-3AC37491305A}" presName="compNode" presStyleCnt="0"/>
      <dgm:spPr/>
    </dgm:pt>
    <dgm:pt modelId="{058C26CA-E603-4837-B996-8069B688E022}" type="pres">
      <dgm:prSet presAssocID="{A3BA2926-A734-4E83-A23B-3AC37491305A}" presName="bgRect" presStyleLbl="bgShp" presStyleIdx="2" presStyleCnt="3"/>
      <dgm:spPr/>
    </dgm:pt>
    <dgm:pt modelId="{2F970698-759A-4BC9-B065-E1B4E250B27F}" type="pres">
      <dgm:prSet presAssocID="{A3BA2926-A734-4E83-A23B-3AC3749130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6058A30-83F9-45E3-9E78-391768B82669}" type="pres">
      <dgm:prSet presAssocID="{A3BA2926-A734-4E83-A23B-3AC37491305A}" presName="spaceRect" presStyleCnt="0"/>
      <dgm:spPr/>
    </dgm:pt>
    <dgm:pt modelId="{CFF5E4CC-B8B5-4118-BE13-3F434B8C665C}" type="pres">
      <dgm:prSet presAssocID="{A3BA2926-A734-4E83-A23B-3AC3749130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A16A420-D928-4357-BCF4-80EB06312A97}" srcId="{85DEA364-C6D1-4890-873C-C1A47D682609}" destId="{1F23803C-DFB8-4711-A134-C6D478CEBE48}" srcOrd="0" destOrd="0" parTransId="{32E128BE-4C1D-4BF5-8B1E-5BB15C66AD43}" sibTransId="{2161CC77-4943-4597-B4C3-FD326CBD9EE7}"/>
    <dgm:cxn modelId="{778D2748-6928-4763-8C2E-82015415C134}" srcId="{85DEA364-C6D1-4890-873C-C1A47D682609}" destId="{4D3F5A17-11B8-4A15-A33E-92417CC1DE4C}" srcOrd="1" destOrd="0" parTransId="{23E71D3E-BFC3-4641-B8AC-195D25991629}" sibTransId="{D8BA4E5D-F492-4D73-AEC0-425DAF245266}"/>
    <dgm:cxn modelId="{C89BB56F-BD5B-4C07-BD5F-6116702F49B3}" type="presOf" srcId="{1F23803C-DFB8-4711-A134-C6D478CEBE48}" destId="{B27EB252-0AE2-4A5B-9489-8A69D010050E}" srcOrd="0" destOrd="0" presId="urn:microsoft.com/office/officeart/2018/2/layout/IconVerticalSolidList"/>
    <dgm:cxn modelId="{FCDA81C9-16D4-4BDC-ABB1-DC2FE3F03CF3}" type="presOf" srcId="{A3BA2926-A734-4E83-A23B-3AC37491305A}" destId="{CFF5E4CC-B8B5-4118-BE13-3F434B8C665C}" srcOrd="0" destOrd="0" presId="urn:microsoft.com/office/officeart/2018/2/layout/IconVerticalSolidList"/>
    <dgm:cxn modelId="{796418DF-76F1-41DE-8C30-62D67B50CD71}" type="presOf" srcId="{85DEA364-C6D1-4890-873C-C1A47D682609}" destId="{34C244AE-0CA0-4071-8246-73ECF65FC9B2}" srcOrd="0" destOrd="0" presId="urn:microsoft.com/office/officeart/2018/2/layout/IconVerticalSolidList"/>
    <dgm:cxn modelId="{B384D8E2-72E1-49D6-AD6F-0784337FD863}" type="presOf" srcId="{4D3F5A17-11B8-4A15-A33E-92417CC1DE4C}" destId="{53ED3F92-0FFF-477B-B695-057A0C37754E}" srcOrd="0" destOrd="0" presId="urn:microsoft.com/office/officeart/2018/2/layout/IconVerticalSolidList"/>
    <dgm:cxn modelId="{EC8F86E4-095B-4E53-9EAF-EA99326DD37F}" srcId="{85DEA364-C6D1-4890-873C-C1A47D682609}" destId="{A3BA2926-A734-4E83-A23B-3AC37491305A}" srcOrd="2" destOrd="0" parTransId="{9BE50D67-9B0E-4E2B-9E73-F53AEED1BAE0}" sibTransId="{7AA0761B-9220-49B8-9F05-E2113CE3FA41}"/>
    <dgm:cxn modelId="{88EE64FA-86E0-4E7A-B268-B912C7F15C92}" type="presParOf" srcId="{34C244AE-0CA0-4071-8246-73ECF65FC9B2}" destId="{924A51A9-BFB3-471C-8FED-7782C7866DEB}" srcOrd="0" destOrd="0" presId="urn:microsoft.com/office/officeart/2018/2/layout/IconVerticalSolidList"/>
    <dgm:cxn modelId="{A6458FE0-556F-47DE-A12D-678425444CB1}" type="presParOf" srcId="{924A51A9-BFB3-471C-8FED-7782C7866DEB}" destId="{2C63546A-22BB-4E81-A5F2-C1743155E9A5}" srcOrd="0" destOrd="0" presId="urn:microsoft.com/office/officeart/2018/2/layout/IconVerticalSolidList"/>
    <dgm:cxn modelId="{5FD866E5-D74B-44D9-B2C2-7177926A9FFF}" type="presParOf" srcId="{924A51A9-BFB3-471C-8FED-7782C7866DEB}" destId="{341BEAF1-29F2-46E2-87F5-79F8AF75F7C0}" srcOrd="1" destOrd="0" presId="urn:microsoft.com/office/officeart/2018/2/layout/IconVerticalSolidList"/>
    <dgm:cxn modelId="{C622E5E4-CF80-4E5B-9434-3876C318C934}" type="presParOf" srcId="{924A51A9-BFB3-471C-8FED-7782C7866DEB}" destId="{6ACB0621-5725-49B4-8E65-F7A17C1A6DCE}" srcOrd="2" destOrd="0" presId="urn:microsoft.com/office/officeart/2018/2/layout/IconVerticalSolidList"/>
    <dgm:cxn modelId="{296E4166-C4D7-4BFA-A5B4-8CDAFF09F02C}" type="presParOf" srcId="{924A51A9-BFB3-471C-8FED-7782C7866DEB}" destId="{B27EB252-0AE2-4A5B-9489-8A69D010050E}" srcOrd="3" destOrd="0" presId="urn:microsoft.com/office/officeart/2018/2/layout/IconVerticalSolidList"/>
    <dgm:cxn modelId="{D2E9BD19-807A-4A83-9C93-F3CF8A1AC144}" type="presParOf" srcId="{34C244AE-0CA0-4071-8246-73ECF65FC9B2}" destId="{CB3CAFD5-5851-41F0-B54D-C059B74D2CC8}" srcOrd="1" destOrd="0" presId="urn:microsoft.com/office/officeart/2018/2/layout/IconVerticalSolidList"/>
    <dgm:cxn modelId="{83DE9417-A14D-4732-AA11-5A94858F1824}" type="presParOf" srcId="{34C244AE-0CA0-4071-8246-73ECF65FC9B2}" destId="{8FE23639-4DC2-4109-96F8-D410309B7F6A}" srcOrd="2" destOrd="0" presId="urn:microsoft.com/office/officeart/2018/2/layout/IconVerticalSolidList"/>
    <dgm:cxn modelId="{6ED8F9D5-446E-4FA8-A644-F03071332C72}" type="presParOf" srcId="{8FE23639-4DC2-4109-96F8-D410309B7F6A}" destId="{86A75B95-0C72-44CE-A31D-FF32ED78817E}" srcOrd="0" destOrd="0" presId="urn:microsoft.com/office/officeart/2018/2/layout/IconVerticalSolidList"/>
    <dgm:cxn modelId="{BECB65C6-0AEC-40C2-AA0B-7B12DFF43153}" type="presParOf" srcId="{8FE23639-4DC2-4109-96F8-D410309B7F6A}" destId="{D9B89A57-C51C-4A4A-BEC5-AA0738790D55}" srcOrd="1" destOrd="0" presId="urn:microsoft.com/office/officeart/2018/2/layout/IconVerticalSolidList"/>
    <dgm:cxn modelId="{CF4DAF21-21E5-4C73-8CAC-4C2BF89B7A92}" type="presParOf" srcId="{8FE23639-4DC2-4109-96F8-D410309B7F6A}" destId="{BD8FBA71-121E-42D5-9FDF-45F7E3BF0C43}" srcOrd="2" destOrd="0" presId="urn:microsoft.com/office/officeart/2018/2/layout/IconVerticalSolidList"/>
    <dgm:cxn modelId="{E73AB803-DECD-43E7-A4CA-4278189FDEBA}" type="presParOf" srcId="{8FE23639-4DC2-4109-96F8-D410309B7F6A}" destId="{53ED3F92-0FFF-477B-B695-057A0C37754E}" srcOrd="3" destOrd="0" presId="urn:microsoft.com/office/officeart/2018/2/layout/IconVerticalSolidList"/>
    <dgm:cxn modelId="{B991AED4-5597-41FF-9A43-A97E1F40DEE1}" type="presParOf" srcId="{34C244AE-0CA0-4071-8246-73ECF65FC9B2}" destId="{31E034F5-55AC-4423-9F1C-A4AD670D915D}" srcOrd="3" destOrd="0" presId="urn:microsoft.com/office/officeart/2018/2/layout/IconVerticalSolidList"/>
    <dgm:cxn modelId="{F746D6A9-01F6-46CA-B4D6-8E2FA617FF16}" type="presParOf" srcId="{34C244AE-0CA0-4071-8246-73ECF65FC9B2}" destId="{93ABAE7F-C442-45B0-97DE-CD874F98339F}" srcOrd="4" destOrd="0" presId="urn:microsoft.com/office/officeart/2018/2/layout/IconVerticalSolidList"/>
    <dgm:cxn modelId="{F955C669-DC72-4A10-9948-56505624799E}" type="presParOf" srcId="{93ABAE7F-C442-45B0-97DE-CD874F98339F}" destId="{058C26CA-E603-4837-B996-8069B688E022}" srcOrd="0" destOrd="0" presId="urn:microsoft.com/office/officeart/2018/2/layout/IconVerticalSolidList"/>
    <dgm:cxn modelId="{E65728CC-A657-4EA4-8614-281E5AA997BD}" type="presParOf" srcId="{93ABAE7F-C442-45B0-97DE-CD874F98339F}" destId="{2F970698-759A-4BC9-B065-E1B4E250B27F}" srcOrd="1" destOrd="0" presId="urn:microsoft.com/office/officeart/2018/2/layout/IconVerticalSolidList"/>
    <dgm:cxn modelId="{0CD31585-8829-4DEE-9E30-0C1FD1D2C765}" type="presParOf" srcId="{93ABAE7F-C442-45B0-97DE-CD874F98339F}" destId="{D6058A30-83F9-45E3-9E78-391768B82669}" srcOrd="2" destOrd="0" presId="urn:microsoft.com/office/officeart/2018/2/layout/IconVerticalSolidList"/>
    <dgm:cxn modelId="{ACACD878-C974-481A-B75E-DA1A6A29353E}" type="presParOf" srcId="{93ABAE7F-C442-45B0-97DE-CD874F98339F}" destId="{CFF5E4CC-B8B5-4118-BE13-3F434B8C66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ED0358D-EC7B-4ACD-BC4F-2E5462CB7B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307F7A6-61DA-49A2-86CB-957AD7150E6F}">
      <dgm:prSet/>
      <dgm:spPr/>
      <dgm:t>
        <a:bodyPr/>
        <a:lstStyle/>
        <a:p>
          <a:r>
            <a:rPr lang="en-MY"/>
            <a:t>Audit existing infrastructure.</a:t>
          </a:r>
          <a:endParaRPr lang="en-US"/>
        </a:p>
      </dgm:t>
    </dgm:pt>
    <dgm:pt modelId="{FE545D04-B8CC-40FB-BEEC-96A10C8A6180}" type="parTrans" cxnId="{D575A8E5-7C13-485E-99E8-BC2BFD37493E}">
      <dgm:prSet/>
      <dgm:spPr/>
      <dgm:t>
        <a:bodyPr/>
        <a:lstStyle/>
        <a:p>
          <a:endParaRPr lang="en-US"/>
        </a:p>
      </dgm:t>
    </dgm:pt>
    <dgm:pt modelId="{B2915E3C-5CD0-460C-BBE6-3243FB4536AA}" type="sibTrans" cxnId="{D575A8E5-7C13-485E-99E8-BC2BFD37493E}">
      <dgm:prSet/>
      <dgm:spPr/>
      <dgm:t>
        <a:bodyPr/>
        <a:lstStyle/>
        <a:p>
          <a:endParaRPr lang="en-US"/>
        </a:p>
      </dgm:t>
    </dgm:pt>
    <dgm:pt modelId="{97BEE1CE-BD97-47C3-ACEB-4BE4CD17EBD0}">
      <dgm:prSet/>
      <dgm:spPr/>
      <dgm:t>
        <a:bodyPr/>
        <a:lstStyle/>
        <a:p>
          <a:r>
            <a:rPr lang="en-MY"/>
            <a:t>Classify applications based on criticality and complexity.</a:t>
          </a:r>
          <a:endParaRPr lang="en-US"/>
        </a:p>
      </dgm:t>
    </dgm:pt>
    <dgm:pt modelId="{09B30A99-CEF1-4927-980D-EF39075F5F2E}" type="parTrans" cxnId="{D6182FF1-DF79-41BE-9796-9E3E6739C882}">
      <dgm:prSet/>
      <dgm:spPr/>
      <dgm:t>
        <a:bodyPr/>
        <a:lstStyle/>
        <a:p>
          <a:endParaRPr lang="en-US"/>
        </a:p>
      </dgm:t>
    </dgm:pt>
    <dgm:pt modelId="{321A7817-ED32-44AA-9296-95B0B37694EB}" type="sibTrans" cxnId="{D6182FF1-DF79-41BE-9796-9E3E6739C882}">
      <dgm:prSet/>
      <dgm:spPr/>
      <dgm:t>
        <a:bodyPr/>
        <a:lstStyle/>
        <a:p>
          <a:endParaRPr lang="en-US"/>
        </a:p>
      </dgm:t>
    </dgm:pt>
    <dgm:pt modelId="{98AF3E18-D9B6-4F3D-A5E3-C27BF73CB173}">
      <dgm:prSet/>
      <dgm:spPr/>
      <dgm:t>
        <a:bodyPr/>
        <a:lstStyle/>
        <a:p>
          <a:r>
            <a:rPr lang="en-MY"/>
            <a:t>Identify dependencies and compliance requirements.</a:t>
          </a:r>
          <a:endParaRPr lang="en-US"/>
        </a:p>
      </dgm:t>
    </dgm:pt>
    <dgm:pt modelId="{A1BBB830-9540-4BF6-B291-D0D87DB78727}" type="parTrans" cxnId="{1059B20B-F7A1-42F7-BBEA-475E28D0E132}">
      <dgm:prSet/>
      <dgm:spPr/>
      <dgm:t>
        <a:bodyPr/>
        <a:lstStyle/>
        <a:p>
          <a:endParaRPr lang="en-US"/>
        </a:p>
      </dgm:t>
    </dgm:pt>
    <dgm:pt modelId="{4DC1CB70-843E-4953-85DC-0DF8508B78E1}" type="sibTrans" cxnId="{1059B20B-F7A1-42F7-BBEA-475E28D0E132}">
      <dgm:prSet/>
      <dgm:spPr/>
      <dgm:t>
        <a:bodyPr/>
        <a:lstStyle/>
        <a:p>
          <a:endParaRPr lang="en-US"/>
        </a:p>
      </dgm:t>
    </dgm:pt>
    <dgm:pt modelId="{8C0FBBAF-52E4-4292-9861-0BB4A0C414E3}" type="pres">
      <dgm:prSet presAssocID="{CED0358D-EC7B-4ACD-BC4F-2E5462CB7B20}" presName="root" presStyleCnt="0">
        <dgm:presLayoutVars>
          <dgm:dir/>
          <dgm:resizeHandles val="exact"/>
        </dgm:presLayoutVars>
      </dgm:prSet>
      <dgm:spPr/>
    </dgm:pt>
    <dgm:pt modelId="{91D696E1-5CA9-4807-88BD-69112D507ABE}" type="pres">
      <dgm:prSet presAssocID="{F307F7A6-61DA-49A2-86CB-957AD7150E6F}" presName="compNode" presStyleCnt="0"/>
      <dgm:spPr/>
    </dgm:pt>
    <dgm:pt modelId="{79E7B00D-DF65-42DA-A123-D1F92FA3584E}" type="pres">
      <dgm:prSet presAssocID="{F307F7A6-61DA-49A2-86CB-957AD7150E6F}" presName="bgRect" presStyleLbl="bgShp" presStyleIdx="0" presStyleCnt="3"/>
      <dgm:spPr/>
    </dgm:pt>
    <dgm:pt modelId="{CCF6C4CE-3C02-40B1-8368-CF38AE91A7F0}" type="pres">
      <dgm:prSet presAssocID="{F307F7A6-61DA-49A2-86CB-957AD7150E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ACCF731-B1CB-4395-99A8-2895BCA635EF}" type="pres">
      <dgm:prSet presAssocID="{F307F7A6-61DA-49A2-86CB-957AD7150E6F}" presName="spaceRect" presStyleCnt="0"/>
      <dgm:spPr/>
    </dgm:pt>
    <dgm:pt modelId="{150276EA-26E5-4C0B-92F7-F88B0F5134D8}" type="pres">
      <dgm:prSet presAssocID="{F307F7A6-61DA-49A2-86CB-957AD7150E6F}" presName="parTx" presStyleLbl="revTx" presStyleIdx="0" presStyleCnt="3">
        <dgm:presLayoutVars>
          <dgm:chMax val="0"/>
          <dgm:chPref val="0"/>
        </dgm:presLayoutVars>
      </dgm:prSet>
      <dgm:spPr/>
    </dgm:pt>
    <dgm:pt modelId="{FF1676BC-D70C-4722-82A3-EEF828CDC61E}" type="pres">
      <dgm:prSet presAssocID="{B2915E3C-5CD0-460C-BBE6-3243FB4536AA}" presName="sibTrans" presStyleCnt="0"/>
      <dgm:spPr/>
    </dgm:pt>
    <dgm:pt modelId="{1DE8BEC1-F717-41A7-86BB-FBBE2B6E7A53}" type="pres">
      <dgm:prSet presAssocID="{97BEE1CE-BD97-47C3-ACEB-4BE4CD17EBD0}" presName="compNode" presStyleCnt="0"/>
      <dgm:spPr/>
    </dgm:pt>
    <dgm:pt modelId="{E3C3F114-3AB0-4798-A731-4F756FB1A549}" type="pres">
      <dgm:prSet presAssocID="{97BEE1CE-BD97-47C3-ACEB-4BE4CD17EBD0}" presName="bgRect" presStyleLbl="bgShp" presStyleIdx="1" presStyleCnt="3"/>
      <dgm:spPr/>
    </dgm:pt>
    <dgm:pt modelId="{65856368-6405-4197-8CE7-D3C143A5B714}" type="pres">
      <dgm:prSet presAssocID="{97BEE1CE-BD97-47C3-ACEB-4BE4CD17EB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BEA9ED01-ACA1-499C-91D1-F49187E70BA8}" type="pres">
      <dgm:prSet presAssocID="{97BEE1CE-BD97-47C3-ACEB-4BE4CD17EBD0}" presName="spaceRect" presStyleCnt="0"/>
      <dgm:spPr/>
    </dgm:pt>
    <dgm:pt modelId="{6843F466-8394-47EA-99CE-4A3763924FDF}" type="pres">
      <dgm:prSet presAssocID="{97BEE1CE-BD97-47C3-ACEB-4BE4CD17EBD0}" presName="parTx" presStyleLbl="revTx" presStyleIdx="1" presStyleCnt="3">
        <dgm:presLayoutVars>
          <dgm:chMax val="0"/>
          <dgm:chPref val="0"/>
        </dgm:presLayoutVars>
      </dgm:prSet>
      <dgm:spPr/>
    </dgm:pt>
    <dgm:pt modelId="{5DFEF2D5-220F-4909-99E2-4D592DDC8D66}" type="pres">
      <dgm:prSet presAssocID="{321A7817-ED32-44AA-9296-95B0B37694EB}" presName="sibTrans" presStyleCnt="0"/>
      <dgm:spPr/>
    </dgm:pt>
    <dgm:pt modelId="{A6767F6E-AA72-43EE-8053-5B6B9377D2FC}" type="pres">
      <dgm:prSet presAssocID="{98AF3E18-D9B6-4F3D-A5E3-C27BF73CB173}" presName="compNode" presStyleCnt="0"/>
      <dgm:spPr/>
    </dgm:pt>
    <dgm:pt modelId="{7DCC8311-8FCF-4FEB-BB0D-AA32D79BA0AE}" type="pres">
      <dgm:prSet presAssocID="{98AF3E18-D9B6-4F3D-A5E3-C27BF73CB173}" presName="bgRect" presStyleLbl="bgShp" presStyleIdx="2" presStyleCnt="3"/>
      <dgm:spPr/>
    </dgm:pt>
    <dgm:pt modelId="{3DADD63B-0456-4A38-92B6-A1C83A9343CD}" type="pres">
      <dgm:prSet presAssocID="{98AF3E18-D9B6-4F3D-A5E3-C27BF73CB1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01962AC9-2C18-4F56-9BD2-162C93289960}" type="pres">
      <dgm:prSet presAssocID="{98AF3E18-D9B6-4F3D-A5E3-C27BF73CB173}" presName="spaceRect" presStyleCnt="0"/>
      <dgm:spPr/>
    </dgm:pt>
    <dgm:pt modelId="{EAA7BED8-9279-42BB-B555-F10D0A3B1919}" type="pres">
      <dgm:prSet presAssocID="{98AF3E18-D9B6-4F3D-A5E3-C27BF73CB17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280A200-FFBA-41D0-B1E4-822C72810B41}" type="presOf" srcId="{97BEE1CE-BD97-47C3-ACEB-4BE4CD17EBD0}" destId="{6843F466-8394-47EA-99CE-4A3763924FDF}" srcOrd="0" destOrd="0" presId="urn:microsoft.com/office/officeart/2018/2/layout/IconVerticalSolidList"/>
    <dgm:cxn modelId="{ED288809-C023-478A-BD2E-581352C2F63A}" type="presOf" srcId="{CED0358D-EC7B-4ACD-BC4F-2E5462CB7B20}" destId="{8C0FBBAF-52E4-4292-9861-0BB4A0C414E3}" srcOrd="0" destOrd="0" presId="urn:microsoft.com/office/officeart/2018/2/layout/IconVerticalSolidList"/>
    <dgm:cxn modelId="{1059B20B-F7A1-42F7-BBEA-475E28D0E132}" srcId="{CED0358D-EC7B-4ACD-BC4F-2E5462CB7B20}" destId="{98AF3E18-D9B6-4F3D-A5E3-C27BF73CB173}" srcOrd="2" destOrd="0" parTransId="{A1BBB830-9540-4BF6-B291-D0D87DB78727}" sibTransId="{4DC1CB70-843E-4953-85DC-0DF8508B78E1}"/>
    <dgm:cxn modelId="{A2AE656B-587E-41A7-84DE-E9FA39AC4844}" type="presOf" srcId="{F307F7A6-61DA-49A2-86CB-957AD7150E6F}" destId="{150276EA-26E5-4C0B-92F7-F88B0F5134D8}" srcOrd="0" destOrd="0" presId="urn:microsoft.com/office/officeart/2018/2/layout/IconVerticalSolidList"/>
    <dgm:cxn modelId="{D575A8E5-7C13-485E-99E8-BC2BFD37493E}" srcId="{CED0358D-EC7B-4ACD-BC4F-2E5462CB7B20}" destId="{F307F7A6-61DA-49A2-86CB-957AD7150E6F}" srcOrd="0" destOrd="0" parTransId="{FE545D04-B8CC-40FB-BEEC-96A10C8A6180}" sibTransId="{B2915E3C-5CD0-460C-BBE6-3243FB4536AA}"/>
    <dgm:cxn modelId="{D6182FF1-DF79-41BE-9796-9E3E6739C882}" srcId="{CED0358D-EC7B-4ACD-BC4F-2E5462CB7B20}" destId="{97BEE1CE-BD97-47C3-ACEB-4BE4CD17EBD0}" srcOrd="1" destOrd="0" parTransId="{09B30A99-CEF1-4927-980D-EF39075F5F2E}" sibTransId="{321A7817-ED32-44AA-9296-95B0B37694EB}"/>
    <dgm:cxn modelId="{5A763CF2-BC56-4BF2-82A9-F69284AC03EF}" type="presOf" srcId="{98AF3E18-D9B6-4F3D-A5E3-C27BF73CB173}" destId="{EAA7BED8-9279-42BB-B555-F10D0A3B1919}" srcOrd="0" destOrd="0" presId="urn:microsoft.com/office/officeart/2018/2/layout/IconVerticalSolidList"/>
    <dgm:cxn modelId="{EFE6C658-0480-4AC1-90C3-7F25854D15DE}" type="presParOf" srcId="{8C0FBBAF-52E4-4292-9861-0BB4A0C414E3}" destId="{91D696E1-5CA9-4807-88BD-69112D507ABE}" srcOrd="0" destOrd="0" presId="urn:microsoft.com/office/officeart/2018/2/layout/IconVerticalSolidList"/>
    <dgm:cxn modelId="{B39D53D3-16D1-4BAA-B614-FB3A4B54A195}" type="presParOf" srcId="{91D696E1-5CA9-4807-88BD-69112D507ABE}" destId="{79E7B00D-DF65-42DA-A123-D1F92FA3584E}" srcOrd="0" destOrd="0" presId="urn:microsoft.com/office/officeart/2018/2/layout/IconVerticalSolidList"/>
    <dgm:cxn modelId="{17C55643-6B19-4CC2-B8D0-66F8CAB57F08}" type="presParOf" srcId="{91D696E1-5CA9-4807-88BD-69112D507ABE}" destId="{CCF6C4CE-3C02-40B1-8368-CF38AE91A7F0}" srcOrd="1" destOrd="0" presId="urn:microsoft.com/office/officeart/2018/2/layout/IconVerticalSolidList"/>
    <dgm:cxn modelId="{BF29CAC0-5A6F-4CD6-8A74-66E70B11F7ED}" type="presParOf" srcId="{91D696E1-5CA9-4807-88BD-69112D507ABE}" destId="{BACCF731-B1CB-4395-99A8-2895BCA635EF}" srcOrd="2" destOrd="0" presId="urn:microsoft.com/office/officeart/2018/2/layout/IconVerticalSolidList"/>
    <dgm:cxn modelId="{995087C3-17E7-4BF2-AD27-D0B2DB5BBFF0}" type="presParOf" srcId="{91D696E1-5CA9-4807-88BD-69112D507ABE}" destId="{150276EA-26E5-4C0B-92F7-F88B0F5134D8}" srcOrd="3" destOrd="0" presId="urn:microsoft.com/office/officeart/2018/2/layout/IconVerticalSolidList"/>
    <dgm:cxn modelId="{CD89250B-A32C-4F8E-B4E4-67708E70784E}" type="presParOf" srcId="{8C0FBBAF-52E4-4292-9861-0BB4A0C414E3}" destId="{FF1676BC-D70C-4722-82A3-EEF828CDC61E}" srcOrd="1" destOrd="0" presId="urn:microsoft.com/office/officeart/2018/2/layout/IconVerticalSolidList"/>
    <dgm:cxn modelId="{3579EC32-7F73-4DB3-95B7-9DE62A90987D}" type="presParOf" srcId="{8C0FBBAF-52E4-4292-9861-0BB4A0C414E3}" destId="{1DE8BEC1-F717-41A7-86BB-FBBE2B6E7A53}" srcOrd="2" destOrd="0" presId="urn:microsoft.com/office/officeart/2018/2/layout/IconVerticalSolidList"/>
    <dgm:cxn modelId="{D965BA96-F11B-45ED-A1C1-9124F57D09E3}" type="presParOf" srcId="{1DE8BEC1-F717-41A7-86BB-FBBE2B6E7A53}" destId="{E3C3F114-3AB0-4798-A731-4F756FB1A549}" srcOrd="0" destOrd="0" presId="urn:microsoft.com/office/officeart/2018/2/layout/IconVerticalSolidList"/>
    <dgm:cxn modelId="{29C8084F-545E-4978-AB75-5684AAF24198}" type="presParOf" srcId="{1DE8BEC1-F717-41A7-86BB-FBBE2B6E7A53}" destId="{65856368-6405-4197-8CE7-D3C143A5B714}" srcOrd="1" destOrd="0" presId="urn:microsoft.com/office/officeart/2018/2/layout/IconVerticalSolidList"/>
    <dgm:cxn modelId="{90F00D29-305F-468E-ABA5-15B8251EBE43}" type="presParOf" srcId="{1DE8BEC1-F717-41A7-86BB-FBBE2B6E7A53}" destId="{BEA9ED01-ACA1-499C-91D1-F49187E70BA8}" srcOrd="2" destOrd="0" presId="urn:microsoft.com/office/officeart/2018/2/layout/IconVerticalSolidList"/>
    <dgm:cxn modelId="{E9A0C3D3-5136-464E-8C62-73237B1209BE}" type="presParOf" srcId="{1DE8BEC1-F717-41A7-86BB-FBBE2B6E7A53}" destId="{6843F466-8394-47EA-99CE-4A3763924FDF}" srcOrd="3" destOrd="0" presId="urn:microsoft.com/office/officeart/2018/2/layout/IconVerticalSolidList"/>
    <dgm:cxn modelId="{A359D450-A886-4277-B049-8713C906E33F}" type="presParOf" srcId="{8C0FBBAF-52E4-4292-9861-0BB4A0C414E3}" destId="{5DFEF2D5-220F-4909-99E2-4D592DDC8D66}" srcOrd="3" destOrd="0" presId="urn:microsoft.com/office/officeart/2018/2/layout/IconVerticalSolidList"/>
    <dgm:cxn modelId="{900135EB-ECA0-474B-B439-71C603C0674F}" type="presParOf" srcId="{8C0FBBAF-52E4-4292-9861-0BB4A0C414E3}" destId="{A6767F6E-AA72-43EE-8053-5B6B9377D2FC}" srcOrd="4" destOrd="0" presId="urn:microsoft.com/office/officeart/2018/2/layout/IconVerticalSolidList"/>
    <dgm:cxn modelId="{4258809A-0132-44C0-9B92-53AC47ED97EE}" type="presParOf" srcId="{A6767F6E-AA72-43EE-8053-5B6B9377D2FC}" destId="{7DCC8311-8FCF-4FEB-BB0D-AA32D79BA0AE}" srcOrd="0" destOrd="0" presId="urn:microsoft.com/office/officeart/2018/2/layout/IconVerticalSolidList"/>
    <dgm:cxn modelId="{5B9F5AE9-D210-4074-AC18-B62994D5C822}" type="presParOf" srcId="{A6767F6E-AA72-43EE-8053-5B6B9377D2FC}" destId="{3DADD63B-0456-4A38-92B6-A1C83A9343CD}" srcOrd="1" destOrd="0" presId="urn:microsoft.com/office/officeart/2018/2/layout/IconVerticalSolidList"/>
    <dgm:cxn modelId="{FA8F1B83-B0AA-462E-9C27-67731C5B2C5E}" type="presParOf" srcId="{A6767F6E-AA72-43EE-8053-5B6B9377D2FC}" destId="{01962AC9-2C18-4F56-9BD2-162C93289960}" srcOrd="2" destOrd="0" presId="urn:microsoft.com/office/officeart/2018/2/layout/IconVerticalSolidList"/>
    <dgm:cxn modelId="{A0349BD0-2B21-411D-B400-3EB4DDF34A54}" type="presParOf" srcId="{A6767F6E-AA72-43EE-8053-5B6B9377D2FC}" destId="{EAA7BED8-9279-42BB-B555-F10D0A3B19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DCDB96-8A7A-4627-9BC3-100B53CA6D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95D667-D595-4257-BE22-1F6C3CBFCB9C}">
      <dgm:prSet/>
      <dgm:spPr/>
      <dgm:t>
        <a:bodyPr/>
        <a:lstStyle/>
        <a:p>
          <a:r>
            <a:rPr lang="en-MY"/>
            <a:t>Compare pricing models, SLAs, and services offered.</a:t>
          </a:r>
          <a:endParaRPr lang="en-US"/>
        </a:p>
      </dgm:t>
    </dgm:pt>
    <dgm:pt modelId="{0327DDD0-A30E-482D-8774-369E97C621D9}" type="parTrans" cxnId="{D4353756-AD05-4C42-8A1B-DDAF9357E047}">
      <dgm:prSet/>
      <dgm:spPr/>
      <dgm:t>
        <a:bodyPr/>
        <a:lstStyle/>
        <a:p>
          <a:endParaRPr lang="en-US"/>
        </a:p>
      </dgm:t>
    </dgm:pt>
    <dgm:pt modelId="{8DCFE334-20EA-4CF9-B664-B8FAF2360CBB}" type="sibTrans" cxnId="{D4353756-AD05-4C42-8A1B-DDAF9357E047}">
      <dgm:prSet/>
      <dgm:spPr/>
      <dgm:t>
        <a:bodyPr/>
        <a:lstStyle/>
        <a:p>
          <a:endParaRPr lang="en-US"/>
        </a:p>
      </dgm:t>
    </dgm:pt>
    <dgm:pt modelId="{F861981F-2541-4B40-9E87-368F34D996AE}">
      <dgm:prSet/>
      <dgm:spPr/>
      <dgm:t>
        <a:bodyPr/>
        <a:lstStyle/>
        <a:p>
          <a:r>
            <a:rPr lang="en-MY"/>
            <a:t>Consider support, security features, and compliance certifications.</a:t>
          </a:r>
          <a:endParaRPr lang="en-US"/>
        </a:p>
      </dgm:t>
    </dgm:pt>
    <dgm:pt modelId="{2A822C0E-7CE9-4B83-BA5A-400087CE151F}" type="parTrans" cxnId="{715E66A1-1295-469A-9AF6-6726A1125A8D}">
      <dgm:prSet/>
      <dgm:spPr/>
      <dgm:t>
        <a:bodyPr/>
        <a:lstStyle/>
        <a:p>
          <a:endParaRPr lang="en-US"/>
        </a:p>
      </dgm:t>
    </dgm:pt>
    <dgm:pt modelId="{10193031-8038-4490-93B1-437F2044A63D}" type="sibTrans" cxnId="{715E66A1-1295-469A-9AF6-6726A1125A8D}">
      <dgm:prSet/>
      <dgm:spPr/>
      <dgm:t>
        <a:bodyPr/>
        <a:lstStyle/>
        <a:p>
          <a:endParaRPr lang="en-US"/>
        </a:p>
      </dgm:t>
    </dgm:pt>
    <dgm:pt modelId="{E8197C85-6011-44F3-A6AD-1430874FC9E3}">
      <dgm:prSet/>
      <dgm:spPr/>
      <dgm:t>
        <a:bodyPr/>
        <a:lstStyle/>
        <a:p>
          <a:r>
            <a:rPr lang="en-MY"/>
            <a:t>Evaluate existing provider integrations and ecosystem compatibility.</a:t>
          </a:r>
          <a:endParaRPr lang="en-US"/>
        </a:p>
      </dgm:t>
    </dgm:pt>
    <dgm:pt modelId="{27E1CE41-1C78-421A-90D6-977D5F828BE3}" type="parTrans" cxnId="{D8CC8DCA-857A-42C5-9532-B5FA5C50558E}">
      <dgm:prSet/>
      <dgm:spPr/>
      <dgm:t>
        <a:bodyPr/>
        <a:lstStyle/>
        <a:p>
          <a:endParaRPr lang="en-US"/>
        </a:p>
      </dgm:t>
    </dgm:pt>
    <dgm:pt modelId="{FF59E78E-B811-4928-923C-8FEC03FA0DDF}" type="sibTrans" cxnId="{D8CC8DCA-857A-42C5-9532-B5FA5C50558E}">
      <dgm:prSet/>
      <dgm:spPr/>
      <dgm:t>
        <a:bodyPr/>
        <a:lstStyle/>
        <a:p>
          <a:endParaRPr lang="en-US"/>
        </a:p>
      </dgm:t>
    </dgm:pt>
    <dgm:pt modelId="{FCBA9C67-560F-405A-B2C4-B6D5D7990B15}" type="pres">
      <dgm:prSet presAssocID="{EDDCDB96-8A7A-4627-9BC3-100B53CA6DB6}" presName="root" presStyleCnt="0">
        <dgm:presLayoutVars>
          <dgm:dir/>
          <dgm:resizeHandles val="exact"/>
        </dgm:presLayoutVars>
      </dgm:prSet>
      <dgm:spPr/>
    </dgm:pt>
    <dgm:pt modelId="{5D4D9AD7-6A9D-470C-880D-C314AC0D1414}" type="pres">
      <dgm:prSet presAssocID="{1995D667-D595-4257-BE22-1F6C3CBFCB9C}" presName="compNode" presStyleCnt="0"/>
      <dgm:spPr/>
    </dgm:pt>
    <dgm:pt modelId="{72B0F510-D7E8-4D5C-B701-6115EB0D1563}" type="pres">
      <dgm:prSet presAssocID="{1995D667-D595-4257-BE22-1F6C3CBFCB9C}" presName="bgRect" presStyleLbl="bgShp" presStyleIdx="0" presStyleCnt="3"/>
      <dgm:spPr/>
    </dgm:pt>
    <dgm:pt modelId="{4370E0ED-0B90-4F1B-BB1E-14E1410A481F}" type="pres">
      <dgm:prSet presAssocID="{1995D667-D595-4257-BE22-1F6C3CBFCB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AE878FA-B867-4C5E-90A4-1BE384947938}" type="pres">
      <dgm:prSet presAssocID="{1995D667-D595-4257-BE22-1F6C3CBFCB9C}" presName="spaceRect" presStyleCnt="0"/>
      <dgm:spPr/>
    </dgm:pt>
    <dgm:pt modelId="{53A19856-4315-4CD7-8C7D-3998F06B4407}" type="pres">
      <dgm:prSet presAssocID="{1995D667-D595-4257-BE22-1F6C3CBFCB9C}" presName="parTx" presStyleLbl="revTx" presStyleIdx="0" presStyleCnt="3">
        <dgm:presLayoutVars>
          <dgm:chMax val="0"/>
          <dgm:chPref val="0"/>
        </dgm:presLayoutVars>
      </dgm:prSet>
      <dgm:spPr/>
    </dgm:pt>
    <dgm:pt modelId="{05787981-0ABA-411C-8957-EDE2F1A2D034}" type="pres">
      <dgm:prSet presAssocID="{8DCFE334-20EA-4CF9-B664-B8FAF2360CBB}" presName="sibTrans" presStyleCnt="0"/>
      <dgm:spPr/>
    </dgm:pt>
    <dgm:pt modelId="{3CA9BDB5-0CFD-44F5-8F17-25950910A150}" type="pres">
      <dgm:prSet presAssocID="{F861981F-2541-4B40-9E87-368F34D996AE}" presName="compNode" presStyleCnt="0"/>
      <dgm:spPr/>
    </dgm:pt>
    <dgm:pt modelId="{30ABE8D8-6F6E-4363-8956-372EB65CAD12}" type="pres">
      <dgm:prSet presAssocID="{F861981F-2541-4B40-9E87-368F34D996AE}" presName="bgRect" presStyleLbl="bgShp" presStyleIdx="1" presStyleCnt="3"/>
      <dgm:spPr/>
    </dgm:pt>
    <dgm:pt modelId="{4AB71621-8B38-472F-8BBD-D71D9669883F}" type="pres">
      <dgm:prSet presAssocID="{F861981F-2541-4B40-9E87-368F34D996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72C9B49-A131-405E-B841-FFA528D9E3A0}" type="pres">
      <dgm:prSet presAssocID="{F861981F-2541-4B40-9E87-368F34D996AE}" presName="spaceRect" presStyleCnt="0"/>
      <dgm:spPr/>
    </dgm:pt>
    <dgm:pt modelId="{0A867C64-BA42-4524-B360-B4EBBEAF1BB2}" type="pres">
      <dgm:prSet presAssocID="{F861981F-2541-4B40-9E87-368F34D996AE}" presName="parTx" presStyleLbl="revTx" presStyleIdx="1" presStyleCnt="3">
        <dgm:presLayoutVars>
          <dgm:chMax val="0"/>
          <dgm:chPref val="0"/>
        </dgm:presLayoutVars>
      </dgm:prSet>
      <dgm:spPr/>
    </dgm:pt>
    <dgm:pt modelId="{FFB1BA53-5252-4F21-86CA-8A3572F9F7AE}" type="pres">
      <dgm:prSet presAssocID="{10193031-8038-4490-93B1-437F2044A63D}" presName="sibTrans" presStyleCnt="0"/>
      <dgm:spPr/>
    </dgm:pt>
    <dgm:pt modelId="{979CBE2C-CC18-4824-B330-352E7284A19D}" type="pres">
      <dgm:prSet presAssocID="{E8197C85-6011-44F3-A6AD-1430874FC9E3}" presName="compNode" presStyleCnt="0"/>
      <dgm:spPr/>
    </dgm:pt>
    <dgm:pt modelId="{200F081F-B410-467B-BDF0-71ED721C3C58}" type="pres">
      <dgm:prSet presAssocID="{E8197C85-6011-44F3-A6AD-1430874FC9E3}" presName="bgRect" presStyleLbl="bgShp" presStyleIdx="2" presStyleCnt="3"/>
      <dgm:spPr/>
    </dgm:pt>
    <dgm:pt modelId="{6D5F7E17-5242-4773-BBFB-EE53233C0064}" type="pres">
      <dgm:prSet presAssocID="{E8197C85-6011-44F3-A6AD-1430874FC9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DB05D7D-DFF5-49FE-AE01-CF961B5FD62E}" type="pres">
      <dgm:prSet presAssocID="{E8197C85-6011-44F3-A6AD-1430874FC9E3}" presName="spaceRect" presStyleCnt="0"/>
      <dgm:spPr/>
    </dgm:pt>
    <dgm:pt modelId="{DCBC5287-C5C3-44D6-8D37-F23186BDABE8}" type="pres">
      <dgm:prSet presAssocID="{E8197C85-6011-44F3-A6AD-1430874FC9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04EA30-58CB-470E-9883-C696933BE514}" type="presOf" srcId="{1995D667-D595-4257-BE22-1F6C3CBFCB9C}" destId="{53A19856-4315-4CD7-8C7D-3998F06B4407}" srcOrd="0" destOrd="0" presId="urn:microsoft.com/office/officeart/2018/2/layout/IconVerticalSolidList"/>
    <dgm:cxn modelId="{F746D948-0BC6-4B96-BB36-EAB8EA31E5FC}" type="presOf" srcId="{EDDCDB96-8A7A-4627-9BC3-100B53CA6DB6}" destId="{FCBA9C67-560F-405A-B2C4-B6D5D7990B15}" srcOrd="0" destOrd="0" presId="urn:microsoft.com/office/officeart/2018/2/layout/IconVerticalSolidList"/>
    <dgm:cxn modelId="{D4353756-AD05-4C42-8A1B-DDAF9357E047}" srcId="{EDDCDB96-8A7A-4627-9BC3-100B53CA6DB6}" destId="{1995D667-D595-4257-BE22-1F6C3CBFCB9C}" srcOrd="0" destOrd="0" parTransId="{0327DDD0-A30E-482D-8774-369E97C621D9}" sibTransId="{8DCFE334-20EA-4CF9-B664-B8FAF2360CBB}"/>
    <dgm:cxn modelId="{9AB23270-9179-4BAF-84E1-742C34097728}" type="presOf" srcId="{F861981F-2541-4B40-9E87-368F34D996AE}" destId="{0A867C64-BA42-4524-B360-B4EBBEAF1BB2}" srcOrd="0" destOrd="0" presId="urn:microsoft.com/office/officeart/2018/2/layout/IconVerticalSolidList"/>
    <dgm:cxn modelId="{7A5BE490-E492-4B24-AADB-5871C66A115D}" type="presOf" srcId="{E8197C85-6011-44F3-A6AD-1430874FC9E3}" destId="{DCBC5287-C5C3-44D6-8D37-F23186BDABE8}" srcOrd="0" destOrd="0" presId="urn:microsoft.com/office/officeart/2018/2/layout/IconVerticalSolidList"/>
    <dgm:cxn modelId="{715E66A1-1295-469A-9AF6-6726A1125A8D}" srcId="{EDDCDB96-8A7A-4627-9BC3-100B53CA6DB6}" destId="{F861981F-2541-4B40-9E87-368F34D996AE}" srcOrd="1" destOrd="0" parTransId="{2A822C0E-7CE9-4B83-BA5A-400087CE151F}" sibTransId="{10193031-8038-4490-93B1-437F2044A63D}"/>
    <dgm:cxn modelId="{D8CC8DCA-857A-42C5-9532-B5FA5C50558E}" srcId="{EDDCDB96-8A7A-4627-9BC3-100B53CA6DB6}" destId="{E8197C85-6011-44F3-A6AD-1430874FC9E3}" srcOrd="2" destOrd="0" parTransId="{27E1CE41-1C78-421A-90D6-977D5F828BE3}" sibTransId="{FF59E78E-B811-4928-923C-8FEC03FA0DDF}"/>
    <dgm:cxn modelId="{2C195BA4-1300-4BAE-B023-E3AD93EC4BBF}" type="presParOf" srcId="{FCBA9C67-560F-405A-B2C4-B6D5D7990B15}" destId="{5D4D9AD7-6A9D-470C-880D-C314AC0D1414}" srcOrd="0" destOrd="0" presId="urn:microsoft.com/office/officeart/2018/2/layout/IconVerticalSolidList"/>
    <dgm:cxn modelId="{627069B8-A251-490B-9864-0A789EC19264}" type="presParOf" srcId="{5D4D9AD7-6A9D-470C-880D-C314AC0D1414}" destId="{72B0F510-D7E8-4D5C-B701-6115EB0D1563}" srcOrd="0" destOrd="0" presId="urn:microsoft.com/office/officeart/2018/2/layout/IconVerticalSolidList"/>
    <dgm:cxn modelId="{E1EE8F7B-E51B-473C-B82E-BAD59C0073D4}" type="presParOf" srcId="{5D4D9AD7-6A9D-470C-880D-C314AC0D1414}" destId="{4370E0ED-0B90-4F1B-BB1E-14E1410A481F}" srcOrd="1" destOrd="0" presId="urn:microsoft.com/office/officeart/2018/2/layout/IconVerticalSolidList"/>
    <dgm:cxn modelId="{A0734AF4-2B54-4C68-8499-6C8A3A883408}" type="presParOf" srcId="{5D4D9AD7-6A9D-470C-880D-C314AC0D1414}" destId="{3AE878FA-B867-4C5E-90A4-1BE384947938}" srcOrd="2" destOrd="0" presId="urn:microsoft.com/office/officeart/2018/2/layout/IconVerticalSolidList"/>
    <dgm:cxn modelId="{871510B4-6326-4AD5-B2F6-A3B7E36009FD}" type="presParOf" srcId="{5D4D9AD7-6A9D-470C-880D-C314AC0D1414}" destId="{53A19856-4315-4CD7-8C7D-3998F06B4407}" srcOrd="3" destOrd="0" presId="urn:microsoft.com/office/officeart/2018/2/layout/IconVerticalSolidList"/>
    <dgm:cxn modelId="{4CD398BE-527F-48F6-8FC7-F246F5B68E3B}" type="presParOf" srcId="{FCBA9C67-560F-405A-B2C4-B6D5D7990B15}" destId="{05787981-0ABA-411C-8957-EDE2F1A2D034}" srcOrd="1" destOrd="0" presId="urn:microsoft.com/office/officeart/2018/2/layout/IconVerticalSolidList"/>
    <dgm:cxn modelId="{30BC821B-9C10-4A88-B3BF-3DD2DE2452F7}" type="presParOf" srcId="{FCBA9C67-560F-405A-B2C4-B6D5D7990B15}" destId="{3CA9BDB5-0CFD-44F5-8F17-25950910A150}" srcOrd="2" destOrd="0" presId="urn:microsoft.com/office/officeart/2018/2/layout/IconVerticalSolidList"/>
    <dgm:cxn modelId="{4D2D8A7E-7010-44DA-BF3B-E66B9564E26D}" type="presParOf" srcId="{3CA9BDB5-0CFD-44F5-8F17-25950910A150}" destId="{30ABE8D8-6F6E-4363-8956-372EB65CAD12}" srcOrd="0" destOrd="0" presId="urn:microsoft.com/office/officeart/2018/2/layout/IconVerticalSolidList"/>
    <dgm:cxn modelId="{095881CA-BBA2-4DB4-8BD2-3CC48D7A851B}" type="presParOf" srcId="{3CA9BDB5-0CFD-44F5-8F17-25950910A150}" destId="{4AB71621-8B38-472F-8BBD-D71D9669883F}" srcOrd="1" destOrd="0" presId="urn:microsoft.com/office/officeart/2018/2/layout/IconVerticalSolidList"/>
    <dgm:cxn modelId="{9F7F9BD4-7F6E-44B9-B385-028A7B8A6A1A}" type="presParOf" srcId="{3CA9BDB5-0CFD-44F5-8F17-25950910A150}" destId="{972C9B49-A131-405E-B841-FFA528D9E3A0}" srcOrd="2" destOrd="0" presId="urn:microsoft.com/office/officeart/2018/2/layout/IconVerticalSolidList"/>
    <dgm:cxn modelId="{D91CD1F5-6DDD-4464-AD65-FFFE79D9E71C}" type="presParOf" srcId="{3CA9BDB5-0CFD-44F5-8F17-25950910A150}" destId="{0A867C64-BA42-4524-B360-B4EBBEAF1BB2}" srcOrd="3" destOrd="0" presId="urn:microsoft.com/office/officeart/2018/2/layout/IconVerticalSolidList"/>
    <dgm:cxn modelId="{BFE1C257-8AD5-407A-8648-D89BE0FE7C28}" type="presParOf" srcId="{FCBA9C67-560F-405A-B2C4-B6D5D7990B15}" destId="{FFB1BA53-5252-4F21-86CA-8A3572F9F7AE}" srcOrd="3" destOrd="0" presId="urn:microsoft.com/office/officeart/2018/2/layout/IconVerticalSolidList"/>
    <dgm:cxn modelId="{722D0545-3DA5-444F-8BA1-66C62B07EC5B}" type="presParOf" srcId="{FCBA9C67-560F-405A-B2C4-B6D5D7990B15}" destId="{979CBE2C-CC18-4824-B330-352E7284A19D}" srcOrd="4" destOrd="0" presId="urn:microsoft.com/office/officeart/2018/2/layout/IconVerticalSolidList"/>
    <dgm:cxn modelId="{8A36D3C5-ACE5-485C-859E-31F42D570E54}" type="presParOf" srcId="{979CBE2C-CC18-4824-B330-352E7284A19D}" destId="{200F081F-B410-467B-BDF0-71ED721C3C58}" srcOrd="0" destOrd="0" presId="urn:microsoft.com/office/officeart/2018/2/layout/IconVerticalSolidList"/>
    <dgm:cxn modelId="{87595D6D-824B-4BC0-9721-2AB022E9E7AE}" type="presParOf" srcId="{979CBE2C-CC18-4824-B330-352E7284A19D}" destId="{6D5F7E17-5242-4773-BBFB-EE53233C0064}" srcOrd="1" destOrd="0" presId="urn:microsoft.com/office/officeart/2018/2/layout/IconVerticalSolidList"/>
    <dgm:cxn modelId="{656F9D47-2CB7-40C7-A815-5875811AF02E}" type="presParOf" srcId="{979CBE2C-CC18-4824-B330-352E7284A19D}" destId="{FDB05D7D-DFF5-49FE-AE01-CF961B5FD62E}" srcOrd="2" destOrd="0" presId="urn:microsoft.com/office/officeart/2018/2/layout/IconVerticalSolidList"/>
    <dgm:cxn modelId="{80CF4B38-4852-4EB3-8247-CEF1F97F7546}" type="presParOf" srcId="{979CBE2C-CC18-4824-B330-352E7284A19D}" destId="{DCBC5287-C5C3-44D6-8D37-F23186BDAB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9440BBE-8043-490B-84FF-C4BA11BB621B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4C4B14-AECB-478C-AB43-9BAC6BA1CE9A}">
      <dgm:prSet/>
      <dgm:spPr/>
      <dgm:t>
        <a:bodyPr/>
        <a:lstStyle/>
        <a:p>
          <a:r>
            <a:rPr lang="en-US"/>
            <a:t>Set up</a:t>
          </a:r>
        </a:p>
      </dgm:t>
    </dgm:pt>
    <dgm:pt modelId="{6F8E1A89-152F-414E-97C8-2FB77538BFB2}" type="parTrans" cxnId="{3F15E401-81CD-45C1-8118-B79B9DEC43F6}">
      <dgm:prSet/>
      <dgm:spPr/>
      <dgm:t>
        <a:bodyPr/>
        <a:lstStyle/>
        <a:p>
          <a:endParaRPr lang="en-US"/>
        </a:p>
      </dgm:t>
    </dgm:pt>
    <dgm:pt modelId="{26784D91-0B8A-4F8E-BF0C-7CC100C089C1}" type="sibTrans" cxnId="{3F15E401-81CD-45C1-8118-B79B9DEC43F6}">
      <dgm:prSet/>
      <dgm:spPr/>
      <dgm:t>
        <a:bodyPr/>
        <a:lstStyle/>
        <a:p>
          <a:endParaRPr lang="en-US"/>
        </a:p>
      </dgm:t>
    </dgm:pt>
    <dgm:pt modelId="{8A35F1ED-DD89-4A16-9E0A-34C90CF18CE0}">
      <dgm:prSet/>
      <dgm:spPr/>
      <dgm:t>
        <a:bodyPr/>
        <a:lstStyle/>
        <a:p>
          <a:r>
            <a:rPr lang="en-US"/>
            <a:t>Set up accounts, access policies, and permissions.</a:t>
          </a:r>
        </a:p>
      </dgm:t>
    </dgm:pt>
    <dgm:pt modelId="{8468BE20-09AA-4A81-896D-DB2B49E49B68}" type="parTrans" cxnId="{FC07292A-DC18-418F-ACD5-F9A5BE777717}">
      <dgm:prSet/>
      <dgm:spPr/>
      <dgm:t>
        <a:bodyPr/>
        <a:lstStyle/>
        <a:p>
          <a:endParaRPr lang="en-US"/>
        </a:p>
      </dgm:t>
    </dgm:pt>
    <dgm:pt modelId="{4490E026-DAE8-4AB7-95D3-A39A6DC3A7AD}" type="sibTrans" cxnId="{FC07292A-DC18-418F-ACD5-F9A5BE777717}">
      <dgm:prSet/>
      <dgm:spPr/>
      <dgm:t>
        <a:bodyPr/>
        <a:lstStyle/>
        <a:p>
          <a:endParaRPr lang="en-US"/>
        </a:p>
      </dgm:t>
    </dgm:pt>
    <dgm:pt modelId="{67D2C8BB-397D-44B6-B894-CE311EADF6B9}">
      <dgm:prSet/>
      <dgm:spPr/>
      <dgm:t>
        <a:bodyPr/>
        <a:lstStyle/>
        <a:p>
          <a:r>
            <a:rPr lang="en-US"/>
            <a:t>Design</a:t>
          </a:r>
        </a:p>
      </dgm:t>
    </dgm:pt>
    <dgm:pt modelId="{903770BA-DE80-402E-8CF6-0914C68736FA}" type="parTrans" cxnId="{0103E8E3-DCC5-4C2E-A075-3AB437B961FF}">
      <dgm:prSet/>
      <dgm:spPr/>
      <dgm:t>
        <a:bodyPr/>
        <a:lstStyle/>
        <a:p>
          <a:endParaRPr lang="en-US"/>
        </a:p>
      </dgm:t>
    </dgm:pt>
    <dgm:pt modelId="{B65D8FFB-98C8-4928-9E69-B19AEA7CB66D}" type="sibTrans" cxnId="{0103E8E3-DCC5-4C2E-A075-3AB437B961FF}">
      <dgm:prSet/>
      <dgm:spPr/>
      <dgm:t>
        <a:bodyPr/>
        <a:lstStyle/>
        <a:p>
          <a:endParaRPr lang="en-US"/>
        </a:p>
      </dgm:t>
    </dgm:pt>
    <dgm:pt modelId="{F397692A-4637-492A-A83A-0F28EDCCD2BA}">
      <dgm:prSet/>
      <dgm:spPr/>
      <dgm:t>
        <a:bodyPr/>
        <a:lstStyle/>
        <a:p>
          <a:r>
            <a:rPr lang="en-US"/>
            <a:t>Design network architecture and storage.</a:t>
          </a:r>
        </a:p>
      </dgm:t>
    </dgm:pt>
    <dgm:pt modelId="{0254C414-5E7E-425F-BA9F-268C91A08AAE}" type="parTrans" cxnId="{173F7494-24D1-405F-88FC-270B20C06B11}">
      <dgm:prSet/>
      <dgm:spPr/>
      <dgm:t>
        <a:bodyPr/>
        <a:lstStyle/>
        <a:p>
          <a:endParaRPr lang="en-US"/>
        </a:p>
      </dgm:t>
    </dgm:pt>
    <dgm:pt modelId="{284DCF0F-1C1E-4B94-9989-207E2410EDAA}" type="sibTrans" cxnId="{173F7494-24D1-405F-88FC-270B20C06B11}">
      <dgm:prSet/>
      <dgm:spPr/>
      <dgm:t>
        <a:bodyPr/>
        <a:lstStyle/>
        <a:p>
          <a:endParaRPr lang="en-US"/>
        </a:p>
      </dgm:t>
    </dgm:pt>
    <dgm:pt modelId="{45FC52EC-9CF1-410F-A977-8D2049686391}">
      <dgm:prSet/>
      <dgm:spPr/>
      <dgm:t>
        <a:bodyPr/>
        <a:lstStyle/>
        <a:p>
          <a:r>
            <a:rPr lang="en-US"/>
            <a:t>Implement</a:t>
          </a:r>
        </a:p>
      </dgm:t>
    </dgm:pt>
    <dgm:pt modelId="{5A19A089-F9AC-4587-A7A7-FA7EF1260869}" type="parTrans" cxnId="{D27366A5-AE98-45AB-8E43-59C7D4F8809A}">
      <dgm:prSet/>
      <dgm:spPr/>
      <dgm:t>
        <a:bodyPr/>
        <a:lstStyle/>
        <a:p>
          <a:endParaRPr lang="en-US"/>
        </a:p>
      </dgm:t>
    </dgm:pt>
    <dgm:pt modelId="{F9001F32-8B3A-4001-99C0-B2B6AC984AF7}" type="sibTrans" cxnId="{D27366A5-AE98-45AB-8E43-59C7D4F8809A}">
      <dgm:prSet/>
      <dgm:spPr/>
      <dgm:t>
        <a:bodyPr/>
        <a:lstStyle/>
        <a:p>
          <a:endParaRPr lang="en-US"/>
        </a:p>
      </dgm:t>
    </dgm:pt>
    <dgm:pt modelId="{54D10DBC-E33B-45FD-BB09-C8654E203BA2}">
      <dgm:prSet/>
      <dgm:spPr/>
      <dgm:t>
        <a:bodyPr/>
        <a:lstStyle/>
        <a:p>
          <a:r>
            <a:rPr lang="en-US"/>
            <a:t>Implement identity and access management (IAM).</a:t>
          </a:r>
        </a:p>
      </dgm:t>
    </dgm:pt>
    <dgm:pt modelId="{C658EBD1-831D-4969-9380-F2E02A3E4C2B}" type="parTrans" cxnId="{D15C351C-6EF4-47EE-8A26-27592BC79046}">
      <dgm:prSet/>
      <dgm:spPr/>
      <dgm:t>
        <a:bodyPr/>
        <a:lstStyle/>
        <a:p>
          <a:endParaRPr lang="en-US"/>
        </a:p>
      </dgm:t>
    </dgm:pt>
    <dgm:pt modelId="{82620D50-0A16-44FA-AD0D-09C382DEC7BA}" type="sibTrans" cxnId="{D15C351C-6EF4-47EE-8A26-27592BC79046}">
      <dgm:prSet/>
      <dgm:spPr/>
      <dgm:t>
        <a:bodyPr/>
        <a:lstStyle/>
        <a:p>
          <a:endParaRPr lang="en-US"/>
        </a:p>
      </dgm:t>
    </dgm:pt>
    <dgm:pt modelId="{92E6939D-F784-AA43-97C2-9E59284DA73E}" type="pres">
      <dgm:prSet presAssocID="{D9440BBE-8043-490B-84FF-C4BA11BB621B}" presName="Name0" presStyleCnt="0">
        <dgm:presLayoutVars>
          <dgm:dir/>
          <dgm:animLvl val="lvl"/>
          <dgm:resizeHandles val="exact"/>
        </dgm:presLayoutVars>
      </dgm:prSet>
      <dgm:spPr/>
    </dgm:pt>
    <dgm:pt modelId="{F38E52CF-2CF0-CC49-B4D9-97CE47F0FB1D}" type="pres">
      <dgm:prSet presAssocID="{F84C4B14-AECB-478C-AB43-9BAC6BA1CE9A}" presName="linNode" presStyleCnt="0"/>
      <dgm:spPr/>
    </dgm:pt>
    <dgm:pt modelId="{AC3B5CE1-B81D-934D-88F6-65C339BB90C4}" type="pres">
      <dgm:prSet presAssocID="{F84C4B14-AECB-478C-AB43-9BAC6BA1CE9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B767D0A-777E-5147-A663-6CB006F6C338}" type="pres">
      <dgm:prSet presAssocID="{F84C4B14-AECB-478C-AB43-9BAC6BA1CE9A}" presName="descendantText" presStyleLbl="alignAccFollowNode1" presStyleIdx="0" presStyleCnt="3">
        <dgm:presLayoutVars>
          <dgm:bulletEnabled val="1"/>
        </dgm:presLayoutVars>
      </dgm:prSet>
      <dgm:spPr/>
    </dgm:pt>
    <dgm:pt modelId="{6E558EE4-E70C-BD4A-AFF4-C440259CF5E2}" type="pres">
      <dgm:prSet presAssocID="{26784D91-0B8A-4F8E-BF0C-7CC100C089C1}" presName="sp" presStyleCnt="0"/>
      <dgm:spPr/>
    </dgm:pt>
    <dgm:pt modelId="{612194EE-E39D-1F42-A44E-47C9ADE07A8B}" type="pres">
      <dgm:prSet presAssocID="{67D2C8BB-397D-44B6-B894-CE311EADF6B9}" presName="linNode" presStyleCnt="0"/>
      <dgm:spPr/>
    </dgm:pt>
    <dgm:pt modelId="{FD876C6C-D797-AB44-8952-243FD376920D}" type="pres">
      <dgm:prSet presAssocID="{67D2C8BB-397D-44B6-B894-CE311EADF6B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B8E28B8-40BE-C546-89F0-DFD541AE0C05}" type="pres">
      <dgm:prSet presAssocID="{67D2C8BB-397D-44B6-B894-CE311EADF6B9}" presName="descendantText" presStyleLbl="alignAccFollowNode1" presStyleIdx="1" presStyleCnt="3">
        <dgm:presLayoutVars>
          <dgm:bulletEnabled val="1"/>
        </dgm:presLayoutVars>
      </dgm:prSet>
      <dgm:spPr/>
    </dgm:pt>
    <dgm:pt modelId="{0DCAD194-2D7A-0E41-95F2-0BDF78D8F8F6}" type="pres">
      <dgm:prSet presAssocID="{B65D8FFB-98C8-4928-9E69-B19AEA7CB66D}" presName="sp" presStyleCnt="0"/>
      <dgm:spPr/>
    </dgm:pt>
    <dgm:pt modelId="{0AF7E4C2-7DA1-534D-9E79-AFC26DEBCE22}" type="pres">
      <dgm:prSet presAssocID="{45FC52EC-9CF1-410F-A977-8D2049686391}" presName="linNode" presStyleCnt="0"/>
      <dgm:spPr/>
    </dgm:pt>
    <dgm:pt modelId="{648FE998-7D20-9D48-BF72-1ECFB1FC0179}" type="pres">
      <dgm:prSet presAssocID="{45FC52EC-9CF1-410F-A977-8D204968639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2F43219-E64A-4141-A2E8-0844E1072172}" type="pres">
      <dgm:prSet presAssocID="{45FC52EC-9CF1-410F-A977-8D204968639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F15E401-81CD-45C1-8118-B79B9DEC43F6}" srcId="{D9440BBE-8043-490B-84FF-C4BA11BB621B}" destId="{F84C4B14-AECB-478C-AB43-9BAC6BA1CE9A}" srcOrd="0" destOrd="0" parTransId="{6F8E1A89-152F-414E-97C8-2FB77538BFB2}" sibTransId="{26784D91-0B8A-4F8E-BF0C-7CC100C089C1}"/>
    <dgm:cxn modelId="{6EF1E11A-A8A6-0A40-A97E-161C2C7AF6E1}" type="presOf" srcId="{45FC52EC-9CF1-410F-A977-8D2049686391}" destId="{648FE998-7D20-9D48-BF72-1ECFB1FC0179}" srcOrd="0" destOrd="0" presId="urn:microsoft.com/office/officeart/2005/8/layout/vList5"/>
    <dgm:cxn modelId="{D15C351C-6EF4-47EE-8A26-27592BC79046}" srcId="{45FC52EC-9CF1-410F-A977-8D2049686391}" destId="{54D10DBC-E33B-45FD-BB09-C8654E203BA2}" srcOrd="0" destOrd="0" parTransId="{C658EBD1-831D-4969-9380-F2E02A3E4C2B}" sibTransId="{82620D50-0A16-44FA-AD0D-09C382DEC7BA}"/>
    <dgm:cxn modelId="{FC07292A-DC18-418F-ACD5-F9A5BE777717}" srcId="{F84C4B14-AECB-478C-AB43-9BAC6BA1CE9A}" destId="{8A35F1ED-DD89-4A16-9E0A-34C90CF18CE0}" srcOrd="0" destOrd="0" parTransId="{8468BE20-09AA-4A81-896D-DB2B49E49B68}" sibTransId="{4490E026-DAE8-4AB7-95D3-A39A6DC3A7AD}"/>
    <dgm:cxn modelId="{90F5ED3C-1D2B-DE41-9F52-4266FC93F687}" type="presOf" srcId="{8A35F1ED-DD89-4A16-9E0A-34C90CF18CE0}" destId="{1B767D0A-777E-5147-A663-6CB006F6C338}" srcOrd="0" destOrd="0" presId="urn:microsoft.com/office/officeart/2005/8/layout/vList5"/>
    <dgm:cxn modelId="{92B26359-DC68-E342-91E7-9EA5A9699AC3}" type="presOf" srcId="{54D10DBC-E33B-45FD-BB09-C8654E203BA2}" destId="{B2F43219-E64A-4141-A2E8-0844E1072172}" srcOrd="0" destOrd="0" presId="urn:microsoft.com/office/officeart/2005/8/layout/vList5"/>
    <dgm:cxn modelId="{173F7494-24D1-405F-88FC-270B20C06B11}" srcId="{67D2C8BB-397D-44B6-B894-CE311EADF6B9}" destId="{F397692A-4637-492A-A83A-0F28EDCCD2BA}" srcOrd="0" destOrd="0" parTransId="{0254C414-5E7E-425F-BA9F-268C91A08AAE}" sibTransId="{284DCF0F-1C1E-4B94-9989-207E2410EDAA}"/>
    <dgm:cxn modelId="{4C339494-4A75-4D40-AA80-A65BAA1D42C0}" type="presOf" srcId="{D9440BBE-8043-490B-84FF-C4BA11BB621B}" destId="{92E6939D-F784-AA43-97C2-9E59284DA73E}" srcOrd="0" destOrd="0" presId="urn:microsoft.com/office/officeart/2005/8/layout/vList5"/>
    <dgm:cxn modelId="{D27366A5-AE98-45AB-8E43-59C7D4F8809A}" srcId="{D9440BBE-8043-490B-84FF-C4BA11BB621B}" destId="{45FC52EC-9CF1-410F-A977-8D2049686391}" srcOrd="2" destOrd="0" parTransId="{5A19A089-F9AC-4587-A7A7-FA7EF1260869}" sibTransId="{F9001F32-8B3A-4001-99C0-B2B6AC984AF7}"/>
    <dgm:cxn modelId="{A8A498B2-C5A4-0D46-A27F-0672F9346287}" type="presOf" srcId="{F84C4B14-AECB-478C-AB43-9BAC6BA1CE9A}" destId="{AC3B5CE1-B81D-934D-88F6-65C339BB90C4}" srcOrd="0" destOrd="0" presId="urn:microsoft.com/office/officeart/2005/8/layout/vList5"/>
    <dgm:cxn modelId="{B0AD15DE-7A2E-DF44-8603-21180E8F6332}" type="presOf" srcId="{67D2C8BB-397D-44B6-B894-CE311EADF6B9}" destId="{FD876C6C-D797-AB44-8952-243FD376920D}" srcOrd="0" destOrd="0" presId="urn:microsoft.com/office/officeart/2005/8/layout/vList5"/>
    <dgm:cxn modelId="{E41D23DE-8E9D-C04E-91B7-3F1FCB05EABB}" type="presOf" srcId="{F397692A-4637-492A-A83A-0F28EDCCD2BA}" destId="{EB8E28B8-40BE-C546-89F0-DFD541AE0C05}" srcOrd="0" destOrd="0" presId="urn:microsoft.com/office/officeart/2005/8/layout/vList5"/>
    <dgm:cxn modelId="{0103E8E3-DCC5-4C2E-A075-3AB437B961FF}" srcId="{D9440BBE-8043-490B-84FF-C4BA11BB621B}" destId="{67D2C8BB-397D-44B6-B894-CE311EADF6B9}" srcOrd="1" destOrd="0" parTransId="{903770BA-DE80-402E-8CF6-0914C68736FA}" sibTransId="{B65D8FFB-98C8-4928-9E69-B19AEA7CB66D}"/>
    <dgm:cxn modelId="{BBBF8279-3D4A-E84F-BEAC-450B431F4ADD}" type="presParOf" srcId="{92E6939D-F784-AA43-97C2-9E59284DA73E}" destId="{F38E52CF-2CF0-CC49-B4D9-97CE47F0FB1D}" srcOrd="0" destOrd="0" presId="urn:microsoft.com/office/officeart/2005/8/layout/vList5"/>
    <dgm:cxn modelId="{245FA2F8-F23D-C645-A4FF-B477AF35CC4E}" type="presParOf" srcId="{F38E52CF-2CF0-CC49-B4D9-97CE47F0FB1D}" destId="{AC3B5CE1-B81D-934D-88F6-65C339BB90C4}" srcOrd="0" destOrd="0" presId="urn:microsoft.com/office/officeart/2005/8/layout/vList5"/>
    <dgm:cxn modelId="{4EC363C3-C964-CC44-BDBF-B460C52C76F3}" type="presParOf" srcId="{F38E52CF-2CF0-CC49-B4D9-97CE47F0FB1D}" destId="{1B767D0A-777E-5147-A663-6CB006F6C338}" srcOrd="1" destOrd="0" presId="urn:microsoft.com/office/officeart/2005/8/layout/vList5"/>
    <dgm:cxn modelId="{FE00B702-3AD6-5D44-979A-C802050B4D75}" type="presParOf" srcId="{92E6939D-F784-AA43-97C2-9E59284DA73E}" destId="{6E558EE4-E70C-BD4A-AFF4-C440259CF5E2}" srcOrd="1" destOrd="0" presId="urn:microsoft.com/office/officeart/2005/8/layout/vList5"/>
    <dgm:cxn modelId="{AD1980F5-1FF4-D849-B105-CEE53A224CA2}" type="presParOf" srcId="{92E6939D-F784-AA43-97C2-9E59284DA73E}" destId="{612194EE-E39D-1F42-A44E-47C9ADE07A8B}" srcOrd="2" destOrd="0" presId="urn:microsoft.com/office/officeart/2005/8/layout/vList5"/>
    <dgm:cxn modelId="{DC0E5F58-262E-9540-9ABA-0892CBEAE9C0}" type="presParOf" srcId="{612194EE-E39D-1F42-A44E-47C9ADE07A8B}" destId="{FD876C6C-D797-AB44-8952-243FD376920D}" srcOrd="0" destOrd="0" presId="urn:microsoft.com/office/officeart/2005/8/layout/vList5"/>
    <dgm:cxn modelId="{2EE9C23B-D5B3-7C49-9723-99B37689606A}" type="presParOf" srcId="{612194EE-E39D-1F42-A44E-47C9ADE07A8B}" destId="{EB8E28B8-40BE-C546-89F0-DFD541AE0C05}" srcOrd="1" destOrd="0" presId="urn:microsoft.com/office/officeart/2005/8/layout/vList5"/>
    <dgm:cxn modelId="{0D3FEB8F-C3B1-B144-A8A5-7961924A1842}" type="presParOf" srcId="{92E6939D-F784-AA43-97C2-9E59284DA73E}" destId="{0DCAD194-2D7A-0E41-95F2-0BDF78D8F8F6}" srcOrd="3" destOrd="0" presId="urn:microsoft.com/office/officeart/2005/8/layout/vList5"/>
    <dgm:cxn modelId="{1B3DBAC3-96A4-6843-BC99-53D63041EF9B}" type="presParOf" srcId="{92E6939D-F784-AA43-97C2-9E59284DA73E}" destId="{0AF7E4C2-7DA1-534D-9E79-AFC26DEBCE22}" srcOrd="4" destOrd="0" presId="urn:microsoft.com/office/officeart/2005/8/layout/vList5"/>
    <dgm:cxn modelId="{986CE2F1-2A42-D344-8332-F3EA15324FAD}" type="presParOf" srcId="{0AF7E4C2-7DA1-534D-9E79-AFC26DEBCE22}" destId="{648FE998-7D20-9D48-BF72-1ECFB1FC0179}" srcOrd="0" destOrd="0" presId="urn:microsoft.com/office/officeart/2005/8/layout/vList5"/>
    <dgm:cxn modelId="{D64C3D27-38D2-9643-BAF3-7A1947272CBB}" type="presParOf" srcId="{0AF7E4C2-7DA1-534D-9E79-AFC26DEBCE22}" destId="{B2F43219-E64A-4141-A2E8-0844E107217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180025C-53C3-4F48-A7C5-C87966E446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77C704-1255-4C5F-9018-08AC9323736E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Begin with low-risk applications as a pilot.</a:t>
          </a:r>
          <a:endParaRPr lang="en-US"/>
        </a:p>
      </dgm:t>
    </dgm:pt>
    <dgm:pt modelId="{5BD52257-D400-463F-9BF8-0344AC9ECA51}" type="parTrans" cxnId="{736CFFDD-90B4-479C-84BC-989B15FC7EB8}">
      <dgm:prSet/>
      <dgm:spPr/>
      <dgm:t>
        <a:bodyPr/>
        <a:lstStyle/>
        <a:p>
          <a:endParaRPr lang="en-US"/>
        </a:p>
      </dgm:t>
    </dgm:pt>
    <dgm:pt modelId="{CADA88AD-4781-409C-B056-905C737C92C6}" type="sibTrans" cxnId="{736CFFDD-90B4-479C-84BC-989B15FC7EB8}">
      <dgm:prSet/>
      <dgm:spPr/>
      <dgm:t>
        <a:bodyPr/>
        <a:lstStyle/>
        <a:p>
          <a:endParaRPr lang="en-US"/>
        </a:p>
      </dgm:t>
    </dgm:pt>
    <dgm:pt modelId="{B5C50AA0-A3CB-4B62-B852-7B42B28E8D0C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Execute the migration using tools and automation.</a:t>
          </a:r>
          <a:endParaRPr lang="en-US"/>
        </a:p>
      </dgm:t>
    </dgm:pt>
    <dgm:pt modelId="{1552EAAE-69D5-4906-B0F9-9804133B570E}" type="parTrans" cxnId="{ABDEAC68-6F8A-40AA-BFA6-02F4FB3A46D1}">
      <dgm:prSet/>
      <dgm:spPr/>
      <dgm:t>
        <a:bodyPr/>
        <a:lstStyle/>
        <a:p>
          <a:endParaRPr lang="en-US"/>
        </a:p>
      </dgm:t>
    </dgm:pt>
    <dgm:pt modelId="{B88B0EFE-0864-44DE-8D7F-99822F3EAC74}" type="sibTrans" cxnId="{ABDEAC68-6F8A-40AA-BFA6-02F4FB3A46D1}">
      <dgm:prSet/>
      <dgm:spPr/>
      <dgm:t>
        <a:bodyPr/>
        <a:lstStyle/>
        <a:p>
          <a:endParaRPr lang="en-US"/>
        </a:p>
      </dgm:t>
    </dgm:pt>
    <dgm:pt modelId="{D04DEB7B-6B16-46B8-A1CD-8ABF1CC9FA70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Validate the system functionality through rigorous testing.</a:t>
          </a:r>
          <a:endParaRPr lang="en-US"/>
        </a:p>
      </dgm:t>
    </dgm:pt>
    <dgm:pt modelId="{08F0B663-BFDB-4370-8A98-3DDE7F24FA1D}" type="parTrans" cxnId="{A804FDC8-8CF7-4DB4-8FC7-5313CF76159B}">
      <dgm:prSet/>
      <dgm:spPr/>
      <dgm:t>
        <a:bodyPr/>
        <a:lstStyle/>
        <a:p>
          <a:endParaRPr lang="en-US"/>
        </a:p>
      </dgm:t>
    </dgm:pt>
    <dgm:pt modelId="{1F228659-D934-4948-808A-945F0DDB4F2F}" type="sibTrans" cxnId="{A804FDC8-8CF7-4DB4-8FC7-5313CF76159B}">
      <dgm:prSet/>
      <dgm:spPr/>
      <dgm:t>
        <a:bodyPr/>
        <a:lstStyle/>
        <a:p>
          <a:endParaRPr lang="en-US"/>
        </a:p>
      </dgm:t>
    </dgm:pt>
    <dgm:pt modelId="{183A2F54-0875-42F7-9B28-78566CCB275C}" type="pres">
      <dgm:prSet presAssocID="{8180025C-53C3-4F48-A7C5-C87966E446C4}" presName="root" presStyleCnt="0">
        <dgm:presLayoutVars>
          <dgm:dir/>
          <dgm:resizeHandles val="exact"/>
        </dgm:presLayoutVars>
      </dgm:prSet>
      <dgm:spPr/>
    </dgm:pt>
    <dgm:pt modelId="{B923C05E-3FAB-4F30-9A9A-D19E5233090E}" type="pres">
      <dgm:prSet presAssocID="{8277C704-1255-4C5F-9018-08AC9323736E}" presName="compNode" presStyleCnt="0"/>
      <dgm:spPr/>
    </dgm:pt>
    <dgm:pt modelId="{EB754C95-5D56-40CB-811A-1ECB79C62F98}" type="pres">
      <dgm:prSet presAssocID="{8277C704-1255-4C5F-9018-08AC9323736E}" presName="bgRect" presStyleLbl="bgShp" presStyleIdx="0" presStyleCnt="3"/>
      <dgm:spPr/>
    </dgm:pt>
    <dgm:pt modelId="{21BF260E-885A-43AC-B4FB-180D80420AE8}" type="pres">
      <dgm:prSet presAssocID="{8277C704-1255-4C5F-9018-08AC932373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B350D81C-7570-4E9A-B2D6-74D1451CBC6B}" type="pres">
      <dgm:prSet presAssocID="{8277C704-1255-4C5F-9018-08AC9323736E}" presName="spaceRect" presStyleCnt="0"/>
      <dgm:spPr/>
    </dgm:pt>
    <dgm:pt modelId="{D722904E-5A7B-4825-B05F-CC367B0B342A}" type="pres">
      <dgm:prSet presAssocID="{8277C704-1255-4C5F-9018-08AC9323736E}" presName="parTx" presStyleLbl="revTx" presStyleIdx="0" presStyleCnt="3">
        <dgm:presLayoutVars>
          <dgm:chMax val="0"/>
          <dgm:chPref val="0"/>
        </dgm:presLayoutVars>
      </dgm:prSet>
      <dgm:spPr/>
    </dgm:pt>
    <dgm:pt modelId="{3ACCF1E8-C941-41D0-81CB-E4799C294FB4}" type="pres">
      <dgm:prSet presAssocID="{CADA88AD-4781-409C-B056-905C737C92C6}" presName="sibTrans" presStyleCnt="0"/>
      <dgm:spPr/>
    </dgm:pt>
    <dgm:pt modelId="{406DD41C-4792-42DE-91E6-C5672AC324F9}" type="pres">
      <dgm:prSet presAssocID="{B5C50AA0-A3CB-4B62-B852-7B42B28E8D0C}" presName="compNode" presStyleCnt="0"/>
      <dgm:spPr/>
    </dgm:pt>
    <dgm:pt modelId="{A2CC341B-5297-470B-9360-67E0A753BB9C}" type="pres">
      <dgm:prSet presAssocID="{B5C50AA0-A3CB-4B62-B852-7B42B28E8D0C}" presName="bgRect" presStyleLbl="bgShp" presStyleIdx="1" presStyleCnt="3"/>
      <dgm:spPr/>
    </dgm:pt>
    <dgm:pt modelId="{0B278C54-0F8C-410A-BA2C-D2F3258B84BF}" type="pres">
      <dgm:prSet presAssocID="{B5C50AA0-A3CB-4B62-B852-7B42B28E8D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2E2E1DD-137E-4AC0-8A01-E57F0CBEC969}" type="pres">
      <dgm:prSet presAssocID="{B5C50AA0-A3CB-4B62-B852-7B42B28E8D0C}" presName="spaceRect" presStyleCnt="0"/>
      <dgm:spPr/>
    </dgm:pt>
    <dgm:pt modelId="{163ADD7D-5864-4647-A153-CA4AD0C52B38}" type="pres">
      <dgm:prSet presAssocID="{B5C50AA0-A3CB-4B62-B852-7B42B28E8D0C}" presName="parTx" presStyleLbl="revTx" presStyleIdx="1" presStyleCnt="3">
        <dgm:presLayoutVars>
          <dgm:chMax val="0"/>
          <dgm:chPref val="0"/>
        </dgm:presLayoutVars>
      </dgm:prSet>
      <dgm:spPr/>
    </dgm:pt>
    <dgm:pt modelId="{EE230207-C9FB-487A-B424-6B3E7C70460A}" type="pres">
      <dgm:prSet presAssocID="{B88B0EFE-0864-44DE-8D7F-99822F3EAC74}" presName="sibTrans" presStyleCnt="0"/>
      <dgm:spPr/>
    </dgm:pt>
    <dgm:pt modelId="{1F5165CF-1998-4417-AFA3-A1584DE8793B}" type="pres">
      <dgm:prSet presAssocID="{D04DEB7B-6B16-46B8-A1CD-8ABF1CC9FA70}" presName="compNode" presStyleCnt="0"/>
      <dgm:spPr/>
    </dgm:pt>
    <dgm:pt modelId="{011DEB52-A68A-4147-B6DE-E9391632C844}" type="pres">
      <dgm:prSet presAssocID="{D04DEB7B-6B16-46B8-A1CD-8ABF1CC9FA70}" presName="bgRect" presStyleLbl="bgShp" presStyleIdx="2" presStyleCnt="3"/>
      <dgm:spPr/>
    </dgm:pt>
    <dgm:pt modelId="{33675F7A-D01E-4920-A8FB-6FE3A5544605}" type="pres">
      <dgm:prSet presAssocID="{D04DEB7B-6B16-46B8-A1CD-8ABF1CC9FA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497B8CC1-1BED-48AA-B025-3A4D85A49B7A}" type="pres">
      <dgm:prSet presAssocID="{D04DEB7B-6B16-46B8-A1CD-8ABF1CC9FA70}" presName="spaceRect" presStyleCnt="0"/>
      <dgm:spPr/>
    </dgm:pt>
    <dgm:pt modelId="{68A1B62B-B154-4C23-A5E9-A11CCA0B4A13}" type="pres">
      <dgm:prSet presAssocID="{D04DEB7B-6B16-46B8-A1CD-8ABF1CC9FA7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497C447-3ECC-9345-AEC3-7601C6FA500D}" type="presOf" srcId="{8180025C-53C3-4F48-A7C5-C87966E446C4}" destId="{183A2F54-0875-42F7-9B28-78566CCB275C}" srcOrd="0" destOrd="0" presId="urn:microsoft.com/office/officeart/2018/2/layout/IconVerticalSolidList"/>
    <dgm:cxn modelId="{ABDEAC68-6F8A-40AA-BFA6-02F4FB3A46D1}" srcId="{8180025C-53C3-4F48-A7C5-C87966E446C4}" destId="{B5C50AA0-A3CB-4B62-B852-7B42B28E8D0C}" srcOrd="1" destOrd="0" parTransId="{1552EAAE-69D5-4906-B0F9-9804133B570E}" sibTransId="{B88B0EFE-0864-44DE-8D7F-99822F3EAC74}"/>
    <dgm:cxn modelId="{A804FDC8-8CF7-4DB4-8FC7-5313CF76159B}" srcId="{8180025C-53C3-4F48-A7C5-C87966E446C4}" destId="{D04DEB7B-6B16-46B8-A1CD-8ABF1CC9FA70}" srcOrd="2" destOrd="0" parTransId="{08F0B663-BFDB-4370-8A98-3DDE7F24FA1D}" sibTransId="{1F228659-D934-4948-808A-945F0DDB4F2F}"/>
    <dgm:cxn modelId="{1E3952D2-CF9E-554F-9D50-F6ED2B4E0B39}" type="presOf" srcId="{B5C50AA0-A3CB-4B62-B852-7B42B28E8D0C}" destId="{163ADD7D-5864-4647-A153-CA4AD0C52B38}" srcOrd="0" destOrd="0" presId="urn:microsoft.com/office/officeart/2018/2/layout/IconVerticalSolidList"/>
    <dgm:cxn modelId="{736CFFDD-90B4-479C-84BC-989B15FC7EB8}" srcId="{8180025C-53C3-4F48-A7C5-C87966E446C4}" destId="{8277C704-1255-4C5F-9018-08AC9323736E}" srcOrd="0" destOrd="0" parTransId="{5BD52257-D400-463F-9BF8-0344AC9ECA51}" sibTransId="{CADA88AD-4781-409C-B056-905C737C92C6}"/>
    <dgm:cxn modelId="{3049AFE5-3844-DC48-8E2E-AA2864306C80}" type="presOf" srcId="{8277C704-1255-4C5F-9018-08AC9323736E}" destId="{D722904E-5A7B-4825-B05F-CC367B0B342A}" srcOrd="0" destOrd="0" presId="urn:microsoft.com/office/officeart/2018/2/layout/IconVerticalSolidList"/>
    <dgm:cxn modelId="{B5FFCDFA-2560-0C48-8EE7-16F92B8E4829}" type="presOf" srcId="{D04DEB7B-6B16-46B8-A1CD-8ABF1CC9FA70}" destId="{68A1B62B-B154-4C23-A5E9-A11CCA0B4A13}" srcOrd="0" destOrd="0" presId="urn:microsoft.com/office/officeart/2018/2/layout/IconVerticalSolidList"/>
    <dgm:cxn modelId="{309A2435-2DD9-8F46-B404-7CD544B3A665}" type="presParOf" srcId="{183A2F54-0875-42F7-9B28-78566CCB275C}" destId="{B923C05E-3FAB-4F30-9A9A-D19E5233090E}" srcOrd="0" destOrd="0" presId="urn:microsoft.com/office/officeart/2018/2/layout/IconVerticalSolidList"/>
    <dgm:cxn modelId="{17629AB1-F5E9-724A-A190-F8A301D4CBE9}" type="presParOf" srcId="{B923C05E-3FAB-4F30-9A9A-D19E5233090E}" destId="{EB754C95-5D56-40CB-811A-1ECB79C62F98}" srcOrd="0" destOrd="0" presId="urn:microsoft.com/office/officeart/2018/2/layout/IconVerticalSolidList"/>
    <dgm:cxn modelId="{5FF899C7-EF79-4A43-8E9F-7D5868D844AB}" type="presParOf" srcId="{B923C05E-3FAB-4F30-9A9A-D19E5233090E}" destId="{21BF260E-885A-43AC-B4FB-180D80420AE8}" srcOrd="1" destOrd="0" presId="urn:microsoft.com/office/officeart/2018/2/layout/IconVerticalSolidList"/>
    <dgm:cxn modelId="{138C5BBF-B785-E948-900D-6F195CD01A4C}" type="presParOf" srcId="{B923C05E-3FAB-4F30-9A9A-D19E5233090E}" destId="{B350D81C-7570-4E9A-B2D6-74D1451CBC6B}" srcOrd="2" destOrd="0" presId="urn:microsoft.com/office/officeart/2018/2/layout/IconVerticalSolidList"/>
    <dgm:cxn modelId="{0F0ECF7E-611B-EB45-9C5E-DB24CDB96282}" type="presParOf" srcId="{B923C05E-3FAB-4F30-9A9A-D19E5233090E}" destId="{D722904E-5A7B-4825-B05F-CC367B0B342A}" srcOrd="3" destOrd="0" presId="urn:microsoft.com/office/officeart/2018/2/layout/IconVerticalSolidList"/>
    <dgm:cxn modelId="{68421ABD-3499-E142-816D-243EC310713A}" type="presParOf" srcId="{183A2F54-0875-42F7-9B28-78566CCB275C}" destId="{3ACCF1E8-C941-41D0-81CB-E4799C294FB4}" srcOrd="1" destOrd="0" presId="urn:microsoft.com/office/officeart/2018/2/layout/IconVerticalSolidList"/>
    <dgm:cxn modelId="{FB6BB801-FA58-A547-8F9E-99956B52A536}" type="presParOf" srcId="{183A2F54-0875-42F7-9B28-78566CCB275C}" destId="{406DD41C-4792-42DE-91E6-C5672AC324F9}" srcOrd="2" destOrd="0" presId="urn:microsoft.com/office/officeart/2018/2/layout/IconVerticalSolidList"/>
    <dgm:cxn modelId="{8C2EA049-D1A0-5240-9BD1-DE91CF09153F}" type="presParOf" srcId="{406DD41C-4792-42DE-91E6-C5672AC324F9}" destId="{A2CC341B-5297-470B-9360-67E0A753BB9C}" srcOrd="0" destOrd="0" presId="urn:microsoft.com/office/officeart/2018/2/layout/IconVerticalSolidList"/>
    <dgm:cxn modelId="{14402067-F1B2-064E-B0F6-C15ED0051F5B}" type="presParOf" srcId="{406DD41C-4792-42DE-91E6-C5672AC324F9}" destId="{0B278C54-0F8C-410A-BA2C-D2F3258B84BF}" srcOrd="1" destOrd="0" presId="urn:microsoft.com/office/officeart/2018/2/layout/IconVerticalSolidList"/>
    <dgm:cxn modelId="{0C6A2CA0-8F2B-5845-8CC0-B636440B9223}" type="presParOf" srcId="{406DD41C-4792-42DE-91E6-C5672AC324F9}" destId="{72E2E1DD-137E-4AC0-8A01-E57F0CBEC969}" srcOrd="2" destOrd="0" presId="urn:microsoft.com/office/officeart/2018/2/layout/IconVerticalSolidList"/>
    <dgm:cxn modelId="{70AC9B0B-6B90-EC48-B5DC-39B93C717D93}" type="presParOf" srcId="{406DD41C-4792-42DE-91E6-C5672AC324F9}" destId="{163ADD7D-5864-4647-A153-CA4AD0C52B38}" srcOrd="3" destOrd="0" presId="urn:microsoft.com/office/officeart/2018/2/layout/IconVerticalSolidList"/>
    <dgm:cxn modelId="{B6F8FC34-10C5-864C-A7D9-4A637B41ACAE}" type="presParOf" srcId="{183A2F54-0875-42F7-9B28-78566CCB275C}" destId="{EE230207-C9FB-487A-B424-6B3E7C70460A}" srcOrd="3" destOrd="0" presId="urn:microsoft.com/office/officeart/2018/2/layout/IconVerticalSolidList"/>
    <dgm:cxn modelId="{83FC3C8F-74C6-DF44-9521-1EB98D773958}" type="presParOf" srcId="{183A2F54-0875-42F7-9B28-78566CCB275C}" destId="{1F5165CF-1998-4417-AFA3-A1584DE8793B}" srcOrd="4" destOrd="0" presId="urn:microsoft.com/office/officeart/2018/2/layout/IconVerticalSolidList"/>
    <dgm:cxn modelId="{8AEDBA63-D015-DB4B-9649-F3F46E8DFACB}" type="presParOf" srcId="{1F5165CF-1998-4417-AFA3-A1584DE8793B}" destId="{011DEB52-A68A-4147-B6DE-E9391632C844}" srcOrd="0" destOrd="0" presId="urn:microsoft.com/office/officeart/2018/2/layout/IconVerticalSolidList"/>
    <dgm:cxn modelId="{2A0CDB8A-45D7-F442-9840-09212F0A3B47}" type="presParOf" srcId="{1F5165CF-1998-4417-AFA3-A1584DE8793B}" destId="{33675F7A-D01E-4920-A8FB-6FE3A5544605}" srcOrd="1" destOrd="0" presId="urn:microsoft.com/office/officeart/2018/2/layout/IconVerticalSolidList"/>
    <dgm:cxn modelId="{B235FB46-3746-404B-B350-0050830C0F8E}" type="presParOf" srcId="{1F5165CF-1998-4417-AFA3-A1584DE8793B}" destId="{497B8CC1-1BED-48AA-B025-3A4D85A49B7A}" srcOrd="2" destOrd="0" presId="urn:microsoft.com/office/officeart/2018/2/layout/IconVerticalSolidList"/>
    <dgm:cxn modelId="{DF305F7C-F550-EB44-BCA2-E5139FEF518D}" type="presParOf" srcId="{1F5165CF-1998-4417-AFA3-A1584DE8793B}" destId="{68A1B62B-B154-4C23-A5E9-A11CCA0B4A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C78B0B0-8A5F-418F-BF04-623BC80089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432370-69EA-451B-AEA3-FFE01C873540}">
      <dgm:prSet/>
      <dgm:spPr/>
      <dgm:t>
        <a:bodyPr/>
        <a:lstStyle/>
        <a:p>
          <a:r>
            <a:rPr lang="en-MY"/>
            <a:t>Monitor usage, performance, and security.</a:t>
          </a:r>
          <a:endParaRPr lang="en-US"/>
        </a:p>
      </dgm:t>
    </dgm:pt>
    <dgm:pt modelId="{51143D10-AC70-494D-86AA-34C1D97841F9}" type="parTrans" cxnId="{0471312C-4DCD-49E1-992C-99B3CC76C29F}">
      <dgm:prSet/>
      <dgm:spPr/>
      <dgm:t>
        <a:bodyPr/>
        <a:lstStyle/>
        <a:p>
          <a:endParaRPr lang="en-US"/>
        </a:p>
      </dgm:t>
    </dgm:pt>
    <dgm:pt modelId="{5C2978A2-D568-4F6A-8E5E-321BD70B77D8}" type="sibTrans" cxnId="{0471312C-4DCD-49E1-992C-99B3CC76C29F}">
      <dgm:prSet/>
      <dgm:spPr/>
      <dgm:t>
        <a:bodyPr/>
        <a:lstStyle/>
        <a:p>
          <a:endParaRPr lang="en-US"/>
        </a:p>
      </dgm:t>
    </dgm:pt>
    <dgm:pt modelId="{08AC0E49-B40E-417B-AAAC-F9EE24B922DC}">
      <dgm:prSet/>
      <dgm:spPr/>
      <dgm:t>
        <a:bodyPr/>
        <a:lstStyle/>
        <a:p>
          <a:r>
            <a:rPr lang="en-MY"/>
            <a:t>Tune systems for cost and performance efficiency.</a:t>
          </a:r>
          <a:endParaRPr lang="en-US"/>
        </a:p>
      </dgm:t>
    </dgm:pt>
    <dgm:pt modelId="{33CA5EBA-9FF2-4C7D-B192-FDFADC3BFBA6}" type="parTrans" cxnId="{A5D1C013-E194-4FBC-B57C-452FB48D943C}">
      <dgm:prSet/>
      <dgm:spPr/>
      <dgm:t>
        <a:bodyPr/>
        <a:lstStyle/>
        <a:p>
          <a:endParaRPr lang="en-US"/>
        </a:p>
      </dgm:t>
    </dgm:pt>
    <dgm:pt modelId="{7CC2B212-3A0A-4449-B22A-8AB890B76425}" type="sibTrans" cxnId="{A5D1C013-E194-4FBC-B57C-452FB48D943C}">
      <dgm:prSet/>
      <dgm:spPr/>
      <dgm:t>
        <a:bodyPr/>
        <a:lstStyle/>
        <a:p>
          <a:endParaRPr lang="en-US"/>
        </a:p>
      </dgm:t>
    </dgm:pt>
    <dgm:pt modelId="{8F283B10-A763-46AD-A2FB-68174E79E538}">
      <dgm:prSet/>
      <dgm:spPr/>
      <dgm:t>
        <a:bodyPr/>
        <a:lstStyle/>
        <a:p>
          <a:r>
            <a:rPr lang="en-MY"/>
            <a:t>Implement alerts and analytics dashboards.</a:t>
          </a:r>
          <a:endParaRPr lang="en-US"/>
        </a:p>
      </dgm:t>
    </dgm:pt>
    <dgm:pt modelId="{05B5BC78-F010-4AFA-B68F-65738F9B9408}" type="parTrans" cxnId="{8EC8252A-64F5-448A-90BE-5819E02DF8C2}">
      <dgm:prSet/>
      <dgm:spPr/>
      <dgm:t>
        <a:bodyPr/>
        <a:lstStyle/>
        <a:p>
          <a:endParaRPr lang="en-US"/>
        </a:p>
      </dgm:t>
    </dgm:pt>
    <dgm:pt modelId="{1EDB067B-BD57-4ADA-87DB-9EF9C6A8BC7A}" type="sibTrans" cxnId="{8EC8252A-64F5-448A-90BE-5819E02DF8C2}">
      <dgm:prSet/>
      <dgm:spPr/>
      <dgm:t>
        <a:bodyPr/>
        <a:lstStyle/>
        <a:p>
          <a:endParaRPr lang="en-US"/>
        </a:p>
      </dgm:t>
    </dgm:pt>
    <dgm:pt modelId="{862A6DBF-F549-473B-A9E5-E3C61385CEF9}" type="pres">
      <dgm:prSet presAssocID="{BC78B0B0-8A5F-418F-BF04-623BC8008974}" presName="root" presStyleCnt="0">
        <dgm:presLayoutVars>
          <dgm:dir/>
          <dgm:resizeHandles val="exact"/>
        </dgm:presLayoutVars>
      </dgm:prSet>
      <dgm:spPr/>
    </dgm:pt>
    <dgm:pt modelId="{A436E4DD-4CE0-4AAC-A454-A608C8AF9884}" type="pres">
      <dgm:prSet presAssocID="{14432370-69EA-451B-AEA3-FFE01C873540}" presName="compNode" presStyleCnt="0"/>
      <dgm:spPr/>
    </dgm:pt>
    <dgm:pt modelId="{383D735D-923A-4805-9F69-3D996D03ED38}" type="pres">
      <dgm:prSet presAssocID="{14432370-69EA-451B-AEA3-FFE01C873540}" presName="bgRect" presStyleLbl="bgShp" presStyleIdx="0" presStyleCnt="3"/>
      <dgm:spPr/>
    </dgm:pt>
    <dgm:pt modelId="{2DE6B1BC-2DC6-464B-86FD-8355EC735293}" type="pres">
      <dgm:prSet presAssocID="{14432370-69EA-451B-AEA3-FFE01C87354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CEFB2DD5-313F-4F8B-BF8B-164676F15FA7}" type="pres">
      <dgm:prSet presAssocID="{14432370-69EA-451B-AEA3-FFE01C873540}" presName="spaceRect" presStyleCnt="0"/>
      <dgm:spPr/>
    </dgm:pt>
    <dgm:pt modelId="{EC89BCFD-4397-4063-A5C2-EFB4D3DE3E71}" type="pres">
      <dgm:prSet presAssocID="{14432370-69EA-451B-AEA3-FFE01C873540}" presName="parTx" presStyleLbl="revTx" presStyleIdx="0" presStyleCnt="3">
        <dgm:presLayoutVars>
          <dgm:chMax val="0"/>
          <dgm:chPref val="0"/>
        </dgm:presLayoutVars>
      </dgm:prSet>
      <dgm:spPr/>
    </dgm:pt>
    <dgm:pt modelId="{A798D4EE-6250-495C-B017-B72F6967E2F2}" type="pres">
      <dgm:prSet presAssocID="{5C2978A2-D568-4F6A-8E5E-321BD70B77D8}" presName="sibTrans" presStyleCnt="0"/>
      <dgm:spPr/>
    </dgm:pt>
    <dgm:pt modelId="{D85870AB-2642-456E-94AD-13F74EC95F97}" type="pres">
      <dgm:prSet presAssocID="{08AC0E49-B40E-417B-AAAC-F9EE24B922DC}" presName="compNode" presStyleCnt="0"/>
      <dgm:spPr/>
    </dgm:pt>
    <dgm:pt modelId="{B129A771-4214-41B7-9635-1D2138CD6C6A}" type="pres">
      <dgm:prSet presAssocID="{08AC0E49-B40E-417B-AAAC-F9EE24B922DC}" presName="bgRect" presStyleLbl="bgShp" presStyleIdx="1" presStyleCnt="3"/>
      <dgm:spPr/>
    </dgm:pt>
    <dgm:pt modelId="{7A9CDB06-B7C2-46D8-8DA1-481AE6A5FDBF}" type="pres">
      <dgm:prSet presAssocID="{08AC0E49-B40E-417B-AAAC-F9EE24B922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A5ACE4D-275F-46B2-9504-D49F1C9289D6}" type="pres">
      <dgm:prSet presAssocID="{08AC0E49-B40E-417B-AAAC-F9EE24B922DC}" presName="spaceRect" presStyleCnt="0"/>
      <dgm:spPr/>
    </dgm:pt>
    <dgm:pt modelId="{57E5A4B5-19A9-4B34-BCFE-DA85C9690835}" type="pres">
      <dgm:prSet presAssocID="{08AC0E49-B40E-417B-AAAC-F9EE24B922DC}" presName="parTx" presStyleLbl="revTx" presStyleIdx="1" presStyleCnt="3">
        <dgm:presLayoutVars>
          <dgm:chMax val="0"/>
          <dgm:chPref val="0"/>
        </dgm:presLayoutVars>
      </dgm:prSet>
      <dgm:spPr/>
    </dgm:pt>
    <dgm:pt modelId="{A3AC7727-CD01-4FD1-A261-F2AE9E0098CD}" type="pres">
      <dgm:prSet presAssocID="{7CC2B212-3A0A-4449-B22A-8AB890B76425}" presName="sibTrans" presStyleCnt="0"/>
      <dgm:spPr/>
    </dgm:pt>
    <dgm:pt modelId="{61262624-128A-44FB-A114-00E17B5395FF}" type="pres">
      <dgm:prSet presAssocID="{8F283B10-A763-46AD-A2FB-68174E79E538}" presName="compNode" presStyleCnt="0"/>
      <dgm:spPr/>
    </dgm:pt>
    <dgm:pt modelId="{D0330ABB-45F4-4A93-BEF6-2263F5E1A4C9}" type="pres">
      <dgm:prSet presAssocID="{8F283B10-A763-46AD-A2FB-68174E79E538}" presName="bgRect" presStyleLbl="bgShp" presStyleIdx="2" presStyleCnt="3"/>
      <dgm:spPr/>
    </dgm:pt>
    <dgm:pt modelId="{2792685B-E853-4DD8-9A23-74BBD6BFDB29}" type="pres">
      <dgm:prSet presAssocID="{8F283B10-A763-46AD-A2FB-68174E79E5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8629AC70-7337-48EE-BE77-21B41F9F1A16}" type="pres">
      <dgm:prSet presAssocID="{8F283B10-A763-46AD-A2FB-68174E79E538}" presName="spaceRect" presStyleCnt="0"/>
      <dgm:spPr/>
    </dgm:pt>
    <dgm:pt modelId="{045E4EFD-EC48-4303-9584-3CB6D3E6F8DF}" type="pres">
      <dgm:prSet presAssocID="{8F283B10-A763-46AD-A2FB-68174E79E5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5D1C013-E194-4FBC-B57C-452FB48D943C}" srcId="{BC78B0B0-8A5F-418F-BF04-623BC8008974}" destId="{08AC0E49-B40E-417B-AAAC-F9EE24B922DC}" srcOrd="1" destOrd="0" parTransId="{33CA5EBA-9FF2-4C7D-B192-FDFADC3BFBA6}" sibTransId="{7CC2B212-3A0A-4449-B22A-8AB890B76425}"/>
    <dgm:cxn modelId="{8EC8252A-64F5-448A-90BE-5819E02DF8C2}" srcId="{BC78B0B0-8A5F-418F-BF04-623BC8008974}" destId="{8F283B10-A763-46AD-A2FB-68174E79E538}" srcOrd="2" destOrd="0" parTransId="{05B5BC78-F010-4AFA-B68F-65738F9B9408}" sibTransId="{1EDB067B-BD57-4ADA-87DB-9EF9C6A8BC7A}"/>
    <dgm:cxn modelId="{0471312C-4DCD-49E1-992C-99B3CC76C29F}" srcId="{BC78B0B0-8A5F-418F-BF04-623BC8008974}" destId="{14432370-69EA-451B-AEA3-FFE01C873540}" srcOrd="0" destOrd="0" parTransId="{51143D10-AC70-494D-86AA-34C1D97841F9}" sibTransId="{5C2978A2-D568-4F6A-8E5E-321BD70B77D8}"/>
    <dgm:cxn modelId="{F18F2662-5E1C-4657-B180-981740CE7A46}" type="presOf" srcId="{08AC0E49-B40E-417B-AAAC-F9EE24B922DC}" destId="{57E5A4B5-19A9-4B34-BCFE-DA85C9690835}" srcOrd="0" destOrd="0" presId="urn:microsoft.com/office/officeart/2018/2/layout/IconVerticalSolidList"/>
    <dgm:cxn modelId="{BFB75283-0C1F-491F-AB14-EFE4D0E6C4F1}" type="presOf" srcId="{BC78B0B0-8A5F-418F-BF04-623BC8008974}" destId="{862A6DBF-F549-473B-A9E5-E3C61385CEF9}" srcOrd="0" destOrd="0" presId="urn:microsoft.com/office/officeart/2018/2/layout/IconVerticalSolidList"/>
    <dgm:cxn modelId="{DD8DBEDF-FA10-477D-A17C-A4178A4621D8}" type="presOf" srcId="{8F283B10-A763-46AD-A2FB-68174E79E538}" destId="{045E4EFD-EC48-4303-9584-3CB6D3E6F8DF}" srcOrd="0" destOrd="0" presId="urn:microsoft.com/office/officeart/2018/2/layout/IconVerticalSolidList"/>
    <dgm:cxn modelId="{A04528F7-399A-4DF4-8B6C-EDADC701C9C3}" type="presOf" srcId="{14432370-69EA-451B-AEA3-FFE01C873540}" destId="{EC89BCFD-4397-4063-A5C2-EFB4D3DE3E71}" srcOrd="0" destOrd="0" presId="urn:microsoft.com/office/officeart/2018/2/layout/IconVerticalSolidList"/>
    <dgm:cxn modelId="{7619850D-1ACF-43DD-B51B-9050FD8BE7CF}" type="presParOf" srcId="{862A6DBF-F549-473B-A9E5-E3C61385CEF9}" destId="{A436E4DD-4CE0-4AAC-A454-A608C8AF9884}" srcOrd="0" destOrd="0" presId="urn:microsoft.com/office/officeart/2018/2/layout/IconVerticalSolidList"/>
    <dgm:cxn modelId="{D130C29C-AB92-496A-A7D5-06A5EC8DBB88}" type="presParOf" srcId="{A436E4DD-4CE0-4AAC-A454-A608C8AF9884}" destId="{383D735D-923A-4805-9F69-3D996D03ED38}" srcOrd="0" destOrd="0" presId="urn:microsoft.com/office/officeart/2018/2/layout/IconVerticalSolidList"/>
    <dgm:cxn modelId="{C9D5E2E6-0B52-4F2F-BD85-12FA12195611}" type="presParOf" srcId="{A436E4DD-4CE0-4AAC-A454-A608C8AF9884}" destId="{2DE6B1BC-2DC6-464B-86FD-8355EC735293}" srcOrd="1" destOrd="0" presId="urn:microsoft.com/office/officeart/2018/2/layout/IconVerticalSolidList"/>
    <dgm:cxn modelId="{5DB32A4A-B1A4-4AAB-A2C1-937EB73E8031}" type="presParOf" srcId="{A436E4DD-4CE0-4AAC-A454-A608C8AF9884}" destId="{CEFB2DD5-313F-4F8B-BF8B-164676F15FA7}" srcOrd="2" destOrd="0" presId="urn:microsoft.com/office/officeart/2018/2/layout/IconVerticalSolidList"/>
    <dgm:cxn modelId="{6D5B5742-4CEA-4118-B6B2-A98D1DC0FEBE}" type="presParOf" srcId="{A436E4DD-4CE0-4AAC-A454-A608C8AF9884}" destId="{EC89BCFD-4397-4063-A5C2-EFB4D3DE3E71}" srcOrd="3" destOrd="0" presId="urn:microsoft.com/office/officeart/2018/2/layout/IconVerticalSolidList"/>
    <dgm:cxn modelId="{C5A13390-608E-4B72-A6B4-B9C4F410ABB3}" type="presParOf" srcId="{862A6DBF-F549-473B-A9E5-E3C61385CEF9}" destId="{A798D4EE-6250-495C-B017-B72F6967E2F2}" srcOrd="1" destOrd="0" presId="urn:microsoft.com/office/officeart/2018/2/layout/IconVerticalSolidList"/>
    <dgm:cxn modelId="{A746DFB4-9462-4626-91F1-97DE534CA971}" type="presParOf" srcId="{862A6DBF-F549-473B-A9E5-E3C61385CEF9}" destId="{D85870AB-2642-456E-94AD-13F74EC95F97}" srcOrd="2" destOrd="0" presId="urn:microsoft.com/office/officeart/2018/2/layout/IconVerticalSolidList"/>
    <dgm:cxn modelId="{35BF0713-DDF7-4520-90FC-B40092F1E4AE}" type="presParOf" srcId="{D85870AB-2642-456E-94AD-13F74EC95F97}" destId="{B129A771-4214-41B7-9635-1D2138CD6C6A}" srcOrd="0" destOrd="0" presId="urn:microsoft.com/office/officeart/2018/2/layout/IconVerticalSolidList"/>
    <dgm:cxn modelId="{4E5DF739-734B-40E5-8AD2-DFEBEFAC0256}" type="presParOf" srcId="{D85870AB-2642-456E-94AD-13F74EC95F97}" destId="{7A9CDB06-B7C2-46D8-8DA1-481AE6A5FDBF}" srcOrd="1" destOrd="0" presId="urn:microsoft.com/office/officeart/2018/2/layout/IconVerticalSolidList"/>
    <dgm:cxn modelId="{1507359A-BF98-443C-B50B-6E0E534E26FE}" type="presParOf" srcId="{D85870AB-2642-456E-94AD-13F74EC95F97}" destId="{0A5ACE4D-275F-46B2-9504-D49F1C9289D6}" srcOrd="2" destOrd="0" presId="urn:microsoft.com/office/officeart/2018/2/layout/IconVerticalSolidList"/>
    <dgm:cxn modelId="{CE998C2D-3987-4072-94E2-FAFAAA1ABCE8}" type="presParOf" srcId="{D85870AB-2642-456E-94AD-13F74EC95F97}" destId="{57E5A4B5-19A9-4B34-BCFE-DA85C9690835}" srcOrd="3" destOrd="0" presId="urn:microsoft.com/office/officeart/2018/2/layout/IconVerticalSolidList"/>
    <dgm:cxn modelId="{9965DBDC-04C4-46EE-B176-8A6C0FFF2EC3}" type="presParOf" srcId="{862A6DBF-F549-473B-A9E5-E3C61385CEF9}" destId="{A3AC7727-CD01-4FD1-A261-F2AE9E0098CD}" srcOrd="3" destOrd="0" presId="urn:microsoft.com/office/officeart/2018/2/layout/IconVerticalSolidList"/>
    <dgm:cxn modelId="{9BD9D691-AA69-4FF9-A03D-D40D4DFCE905}" type="presParOf" srcId="{862A6DBF-F549-473B-A9E5-E3C61385CEF9}" destId="{61262624-128A-44FB-A114-00E17B5395FF}" srcOrd="4" destOrd="0" presId="urn:microsoft.com/office/officeart/2018/2/layout/IconVerticalSolidList"/>
    <dgm:cxn modelId="{9C8D7EE7-11A3-48E2-87F9-6FC323BC3835}" type="presParOf" srcId="{61262624-128A-44FB-A114-00E17B5395FF}" destId="{D0330ABB-45F4-4A93-BEF6-2263F5E1A4C9}" srcOrd="0" destOrd="0" presId="urn:microsoft.com/office/officeart/2018/2/layout/IconVerticalSolidList"/>
    <dgm:cxn modelId="{95B1ADF6-7995-47BF-8324-4CB6C1251EB4}" type="presParOf" srcId="{61262624-128A-44FB-A114-00E17B5395FF}" destId="{2792685B-E853-4DD8-9A23-74BBD6BFDB29}" srcOrd="1" destOrd="0" presId="urn:microsoft.com/office/officeart/2018/2/layout/IconVerticalSolidList"/>
    <dgm:cxn modelId="{3C4D19B7-45B9-4C06-98D0-4F21F9008E82}" type="presParOf" srcId="{61262624-128A-44FB-A114-00E17B5395FF}" destId="{8629AC70-7337-48EE-BE77-21B41F9F1A16}" srcOrd="2" destOrd="0" presId="urn:microsoft.com/office/officeart/2018/2/layout/IconVerticalSolidList"/>
    <dgm:cxn modelId="{E2260711-3ED0-4274-B8ED-993B6D9A1FFB}" type="presParOf" srcId="{61262624-128A-44FB-A114-00E17B5395FF}" destId="{045E4EFD-EC48-4303-9584-3CB6D3E6F8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54B9FE-8377-45EA-A8B5-E014EFE146B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389A3A-C674-463E-A06C-FBACDDD6B9BA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Poor Connectivity:</a:t>
          </a:r>
          <a:r>
            <a:rPr lang="en-MY"/>
            <a:t> Limits real-time access.</a:t>
          </a:r>
          <a:endParaRPr lang="en-US"/>
        </a:p>
      </dgm:t>
    </dgm:pt>
    <dgm:pt modelId="{CE210392-089E-42B9-ACB7-E0B3B5EE3766}" type="parTrans" cxnId="{1883352C-4FD5-4CB4-8BD5-6DFF14F49715}">
      <dgm:prSet/>
      <dgm:spPr/>
      <dgm:t>
        <a:bodyPr/>
        <a:lstStyle/>
        <a:p>
          <a:endParaRPr lang="en-US"/>
        </a:p>
      </dgm:t>
    </dgm:pt>
    <dgm:pt modelId="{1B7B5860-4EA7-4F22-A981-FDFA3C08C7E4}" type="sibTrans" cxnId="{1883352C-4FD5-4CB4-8BD5-6DFF14F49715}">
      <dgm:prSet/>
      <dgm:spPr/>
      <dgm:t>
        <a:bodyPr/>
        <a:lstStyle/>
        <a:p>
          <a:endParaRPr lang="en-US"/>
        </a:p>
      </dgm:t>
    </dgm:pt>
    <dgm:pt modelId="{5EC09DE0-D2A5-4144-99F1-9D5E912E5ADA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Legacy Dependencies:</a:t>
          </a:r>
          <a:r>
            <a:rPr lang="en-MY"/>
            <a:t> Older apps may resist change.</a:t>
          </a:r>
          <a:endParaRPr lang="en-US"/>
        </a:p>
      </dgm:t>
    </dgm:pt>
    <dgm:pt modelId="{8FD7D55E-305A-4606-9785-C76E7228FDE2}" type="parTrans" cxnId="{18490985-4E4F-4763-9E97-9E060769E92A}">
      <dgm:prSet/>
      <dgm:spPr/>
      <dgm:t>
        <a:bodyPr/>
        <a:lstStyle/>
        <a:p>
          <a:endParaRPr lang="en-US"/>
        </a:p>
      </dgm:t>
    </dgm:pt>
    <dgm:pt modelId="{18402CC0-777D-4AC6-9BB9-5F8E91B3B303}" type="sibTrans" cxnId="{18490985-4E4F-4763-9E97-9E060769E92A}">
      <dgm:prSet/>
      <dgm:spPr/>
      <dgm:t>
        <a:bodyPr/>
        <a:lstStyle/>
        <a:p>
          <a:endParaRPr lang="en-US"/>
        </a:p>
      </dgm:t>
    </dgm:pt>
    <dgm:pt modelId="{6469FCA3-BE30-4BC7-B018-40BBD1A6E2FE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Lack of Cloud Talent:</a:t>
          </a:r>
          <a:r>
            <a:rPr lang="en-MY"/>
            <a:t> Skilled professionals are in demand.</a:t>
          </a:r>
          <a:endParaRPr lang="en-US"/>
        </a:p>
      </dgm:t>
    </dgm:pt>
    <dgm:pt modelId="{8F4A9221-378D-4F2B-A35E-0A7C6312FDE1}" type="parTrans" cxnId="{939295D2-DA9F-407E-AF36-945032A3509A}">
      <dgm:prSet/>
      <dgm:spPr/>
      <dgm:t>
        <a:bodyPr/>
        <a:lstStyle/>
        <a:p>
          <a:endParaRPr lang="en-US"/>
        </a:p>
      </dgm:t>
    </dgm:pt>
    <dgm:pt modelId="{C94316B2-2584-43F9-AF45-9807EFE3D51F}" type="sibTrans" cxnId="{939295D2-DA9F-407E-AF36-945032A3509A}">
      <dgm:prSet/>
      <dgm:spPr/>
      <dgm:t>
        <a:bodyPr/>
        <a:lstStyle/>
        <a:p>
          <a:endParaRPr lang="en-US"/>
        </a:p>
      </dgm:t>
    </dgm:pt>
    <dgm:pt modelId="{56580EE2-B1F1-4854-9441-22008D21F3F7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Concerns over Vendor Lock-in</a:t>
          </a:r>
          <a:endParaRPr lang="en-US"/>
        </a:p>
      </dgm:t>
    </dgm:pt>
    <dgm:pt modelId="{D08950E1-D4CE-4D44-B397-893452C487AE}" type="parTrans" cxnId="{DDBA217A-8224-4B2B-97AD-CE4FA14A1467}">
      <dgm:prSet/>
      <dgm:spPr/>
      <dgm:t>
        <a:bodyPr/>
        <a:lstStyle/>
        <a:p>
          <a:endParaRPr lang="en-US"/>
        </a:p>
      </dgm:t>
    </dgm:pt>
    <dgm:pt modelId="{7002816C-26BD-4588-9E71-2176D674B8AF}" type="sibTrans" cxnId="{DDBA217A-8224-4B2B-97AD-CE4FA14A1467}">
      <dgm:prSet/>
      <dgm:spPr/>
      <dgm:t>
        <a:bodyPr/>
        <a:lstStyle/>
        <a:p>
          <a:endParaRPr lang="en-US"/>
        </a:p>
      </dgm:t>
    </dgm:pt>
    <dgm:pt modelId="{7AAD1AE3-85BF-4B43-B745-767C4CDBF154}" type="pres">
      <dgm:prSet presAssocID="{F754B9FE-8377-45EA-A8B5-E014EFE146B1}" presName="root" presStyleCnt="0">
        <dgm:presLayoutVars>
          <dgm:dir/>
          <dgm:resizeHandles val="exact"/>
        </dgm:presLayoutVars>
      </dgm:prSet>
      <dgm:spPr/>
    </dgm:pt>
    <dgm:pt modelId="{14F815CC-FC4D-4A3C-B4EC-1522F5E9399F}" type="pres">
      <dgm:prSet presAssocID="{0B389A3A-C674-463E-A06C-FBACDDD6B9BA}" presName="compNode" presStyleCnt="0"/>
      <dgm:spPr/>
    </dgm:pt>
    <dgm:pt modelId="{42A2365E-0BEE-4A3E-8041-61F153683A59}" type="pres">
      <dgm:prSet presAssocID="{0B389A3A-C674-463E-A06C-FBACDDD6B9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9B144BF-6804-45D1-9F77-B6D8668D6B51}" type="pres">
      <dgm:prSet presAssocID="{0B389A3A-C674-463E-A06C-FBACDDD6B9BA}" presName="spaceRect" presStyleCnt="0"/>
      <dgm:spPr/>
    </dgm:pt>
    <dgm:pt modelId="{533FE14C-E615-4157-B38F-4E0D38FDFAB1}" type="pres">
      <dgm:prSet presAssocID="{0B389A3A-C674-463E-A06C-FBACDDD6B9BA}" presName="textRect" presStyleLbl="revTx" presStyleIdx="0" presStyleCnt="4">
        <dgm:presLayoutVars>
          <dgm:chMax val="1"/>
          <dgm:chPref val="1"/>
        </dgm:presLayoutVars>
      </dgm:prSet>
      <dgm:spPr/>
    </dgm:pt>
    <dgm:pt modelId="{40A4025A-C8D6-41B7-8B98-D492B2CE2B92}" type="pres">
      <dgm:prSet presAssocID="{1B7B5860-4EA7-4F22-A981-FDFA3C08C7E4}" presName="sibTrans" presStyleCnt="0"/>
      <dgm:spPr/>
    </dgm:pt>
    <dgm:pt modelId="{9E0F7B7A-2A62-4047-8908-156AAE255AA8}" type="pres">
      <dgm:prSet presAssocID="{5EC09DE0-D2A5-4144-99F1-9D5E912E5ADA}" presName="compNode" presStyleCnt="0"/>
      <dgm:spPr/>
    </dgm:pt>
    <dgm:pt modelId="{BA3FA817-E52B-4100-A4C0-B5FEEA9BBCFD}" type="pres">
      <dgm:prSet presAssocID="{5EC09DE0-D2A5-4144-99F1-9D5E912E5AD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ECC4FFDD-963A-4B63-AEE5-CBDC0EFADEB2}" type="pres">
      <dgm:prSet presAssocID="{5EC09DE0-D2A5-4144-99F1-9D5E912E5ADA}" presName="spaceRect" presStyleCnt="0"/>
      <dgm:spPr/>
    </dgm:pt>
    <dgm:pt modelId="{55F3641F-24ED-421C-975A-9A70AE627376}" type="pres">
      <dgm:prSet presAssocID="{5EC09DE0-D2A5-4144-99F1-9D5E912E5ADA}" presName="textRect" presStyleLbl="revTx" presStyleIdx="1" presStyleCnt="4">
        <dgm:presLayoutVars>
          <dgm:chMax val="1"/>
          <dgm:chPref val="1"/>
        </dgm:presLayoutVars>
      </dgm:prSet>
      <dgm:spPr/>
    </dgm:pt>
    <dgm:pt modelId="{EBAD38B5-DC77-41AE-A92B-FA2D693A0881}" type="pres">
      <dgm:prSet presAssocID="{18402CC0-777D-4AC6-9BB9-5F8E91B3B303}" presName="sibTrans" presStyleCnt="0"/>
      <dgm:spPr/>
    </dgm:pt>
    <dgm:pt modelId="{27C14AE7-E5BD-40DE-AC9D-84B5B6F0FDAF}" type="pres">
      <dgm:prSet presAssocID="{6469FCA3-BE30-4BC7-B018-40BBD1A6E2FE}" presName="compNode" presStyleCnt="0"/>
      <dgm:spPr/>
    </dgm:pt>
    <dgm:pt modelId="{FC9D4B14-FA0C-4D94-A760-57BA39BA95A5}" type="pres">
      <dgm:prSet presAssocID="{6469FCA3-BE30-4BC7-B018-40BBD1A6E2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3B60660-23E0-4A3F-B2A9-4DEA580643ED}" type="pres">
      <dgm:prSet presAssocID="{6469FCA3-BE30-4BC7-B018-40BBD1A6E2FE}" presName="spaceRect" presStyleCnt="0"/>
      <dgm:spPr/>
    </dgm:pt>
    <dgm:pt modelId="{E655AFF7-5385-4BFF-9201-BA9C53934F3B}" type="pres">
      <dgm:prSet presAssocID="{6469FCA3-BE30-4BC7-B018-40BBD1A6E2FE}" presName="textRect" presStyleLbl="revTx" presStyleIdx="2" presStyleCnt="4">
        <dgm:presLayoutVars>
          <dgm:chMax val="1"/>
          <dgm:chPref val="1"/>
        </dgm:presLayoutVars>
      </dgm:prSet>
      <dgm:spPr/>
    </dgm:pt>
    <dgm:pt modelId="{AF8FB1DD-DE10-4DC6-8A9E-A557B89D96D0}" type="pres">
      <dgm:prSet presAssocID="{C94316B2-2584-43F9-AF45-9807EFE3D51F}" presName="sibTrans" presStyleCnt="0"/>
      <dgm:spPr/>
    </dgm:pt>
    <dgm:pt modelId="{3B3822E7-0EAC-49DD-80CA-2BEAB2DCD252}" type="pres">
      <dgm:prSet presAssocID="{56580EE2-B1F1-4854-9441-22008D21F3F7}" presName="compNode" presStyleCnt="0"/>
      <dgm:spPr/>
    </dgm:pt>
    <dgm:pt modelId="{6B71C1DB-5AC0-4AF4-9579-0D4F293B18A4}" type="pres">
      <dgm:prSet presAssocID="{56580EE2-B1F1-4854-9441-22008D21F3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9C8B8A9-9538-46C3-91E5-D77EA3F7C611}" type="pres">
      <dgm:prSet presAssocID="{56580EE2-B1F1-4854-9441-22008D21F3F7}" presName="spaceRect" presStyleCnt="0"/>
      <dgm:spPr/>
    </dgm:pt>
    <dgm:pt modelId="{AC803E7D-FBF4-48D4-91CA-F34480F88CE3}" type="pres">
      <dgm:prSet presAssocID="{56580EE2-B1F1-4854-9441-22008D21F3F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A29B1C-EA67-47BF-8C69-820B6AE9FD68}" type="presOf" srcId="{6469FCA3-BE30-4BC7-B018-40BBD1A6E2FE}" destId="{E655AFF7-5385-4BFF-9201-BA9C53934F3B}" srcOrd="0" destOrd="0" presId="urn:microsoft.com/office/officeart/2018/2/layout/IconLabelList"/>
    <dgm:cxn modelId="{E983EF2B-21E7-41CB-AC73-CBB01F5263FF}" type="presOf" srcId="{F754B9FE-8377-45EA-A8B5-E014EFE146B1}" destId="{7AAD1AE3-85BF-4B43-B745-767C4CDBF154}" srcOrd="0" destOrd="0" presId="urn:microsoft.com/office/officeart/2018/2/layout/IconLabelList"/>
    <dgm:cxn modelId="{1883352C-4FD5-4CB4-8BD5-6DFF14F49715}" srcId="{F754B9FE-8377-45EA-A8B5-E014EFE146B1}" destId="{0B389A3A-C674-463E-A06C-FBACDDD6B9BA}" srcOrd="0" destOrd="0" parTransId="{CE210392-089E-42B9-ACB7-E0B3B5EE3766}" sibTransId="{1B7B5860-4EA7-4F22-A981-FDFA3C08C7E4}"/>
    <dgm:cxn modelId="{E3EF7A41-CE55-481E-BB86-5A45204606BD}" type="presOf" srcId="{0B389A3A-C674-463E-A06C-FBACDDD6B9BA}" destId="{533FE14C-E615-4157-B38F-4E0D38FDFAB1}" srcOrd="0" destOrd="0" presId="urn:microsoft.com/office/officeart/2018/2/layout/IconLabelList"/>
    <dgm:cxn modelId="{201B5666-1BC2-4123-8431-4114F5399728}" type="presOf" srcId="{56580EE2-B1F1-4854-9441-22008D21F3F7}" destId="{AC803E7D-FBF4-48D4-91CA-F34480F88CE3}" srcOrd="0" destOrd="0" presId="urn:microsoft.com/office/officeart/2018/2/layout/IconLabelList"/>
    <dgm:cxn modelId="{DDBA217A-8224-4B2B-97AD-CE4FA14A1467}" srcId="{F754B9FE-8377-45EA-A8B5-E014EFE146B1}" destId="{56580EE2-B1F1-4854-9441-22008D21F3F7}" srcOrd="3" destOrd="0" parTransId="{D08950E1-D4CE-4D44-B397-893452C487AE}" sibTransId="{7002816C-26BD-4588-9E71-2176D674B8AF}"/>
    <dgm:cxn modelId="{18490985-4E4F-4763-9E97-9E060769E92A}" srcId="{F754B9FE-8377-45EA-A8B5-E014EFE146B1}" destId="{5EC09DE0-D2A5-4144-99F1-9D5E912E5ADA}" srcOrd="1" destOrd="0" parTransId="{8FD7D55E-305A-4606-9785-C76E7228FDE2}" sibTransId="{18402CC0-777D-4AC6-9BB9-5F8E91B3B303}"/>
    <dgm:cxn modelId="{939295D2-DA9F-407E-AF36-945032A3509A}" srcId="{F754B9FE-8377-45EA-A8B5-E014EFE146B1}" destId="{6469FCA3-BE30-4BC7-B018-40BBD1A6E2FE}" srcOrd="2" destOrd="0" parTransId="{8F4A9221-378D-4F2B-A35E-0A7C6312FDE1}" sibTransId="{C94316B2-2584-43F9-AF45-9807EFE3D51F}"/>
    <dgm:cxn modelId="{51BF23F6-B8FE-4596-8B7E-79A79E26E36B}" type="presOf" srcId="{5EC09DE0-D2A5-4144-99F1-9D5E912E5ADA}" destId="{55F3641F-24ED-421C-975A-9A70AE627376}" srcOrd="0" destOrd="0" presId="urn:microsoft.com/office/officeart/2018/2/layout/IconLabelList"/>
    <dgm:cxn modelId="{7D8EA78E-801B-4BA6-9ECE-A4C0FB55FD07}" type="presParOf" srcId="{7AAD1AE3-85BF-4B43-B745-767C4CDBF154}" destId="{14F815CC-FC4D-4A3C-B4EC-1522F5E9399F}" srcOrd="0" destOrd="0" presId="urn:microsoft.com/office/officeart/2018/2/layout/IconLabelList"/>
    <dgm:cxn modelId="{46C743B9-F1B5-4789-A0E0-C665B0A66314}" type="presParOf" srcId="{14F815CC-FC4D-4A3C-B4EC-1522F5E9399F}" destId="{42A2365E-0BEE-4A3E-8041-61F153683A59}" srcOrd="0" destOrd="0" presId="urn:microsoft.com/office/officeart/2018/2/layout/IconLabelList"/>
    <dgm:cxn modelId="{79C579C9-8113-46E2-A060-669BF30D1133}" type="presParOf" srcId="{14F815CC-FC4D-4A3C-B4EC-1522F5E9399F}" destId="{99B144BF-6804-45D1-9F77-B6D8668D6B51}" srcOrd="1" destOrd="0" presId="urn:microsoft.com/office/officeart/2018/2/layout/IconLabelList"/>
    <dgm:cxn modelId="{6CC55AE5-1781-4EE4-B5B6-81F953F30F2B}" type="presParOf" srcId="{14F815CC-FC4D-4A3C-B4EC-1522F5E9399F}" destId="{533FE14C-E615-4157-B38F-4E0D38FDFAB1}" srcOrd="2" destOrd="0" presId="urn:microsoft.com/office/officeart/2018/2/layout/IconLabelList"/>
    <dgm:cxn modelId="{3561285D-2FF2-4FB0-AA4A-5FEC23847833}" type="presParOf" srcId="{7AAD1AE3-85BF-4B43-B745-767C4CDBF154}" destId="{40A4025A-C8D6-41B7-8B98-D492B2CE2B92}" srcOrd="1" destOrd="0" presId="urn:microsoft.com/office/officeart/2018/2/layout/IconLabelList"/>
    <dgm:cxn modelId="{5C750699-066D-465F-9447-7E9FD7978805}" type="presParOf" srcId="{7AAD1AE3-85BF-4B43-B745-767C4CDBF154}" destId="{9E0F7B7A-2A62-4047-8908-156AAE255AA8}" srcOrd="2" destOrd="0" presId="urn:microsoft.com/office/officeart/2018/2/layout/IconLabelList"/>
    <dgm:cxn modelId="{FD9B9BF6-034D-433F-BEF6-D7B311EAE595}" type="presParOf" srcId="{9E0F7B7A-2A62-4047-8908-156AAE255AA8}" destId="{BA3FA817-E52B-4100-A4C0-B5FEEA9BBCFD}" srcOrd="0" destOrd="0" presId="urn:microsoft.com/office/officeart/2018/2/layout/IconLabelList"/>
    <dgm:cxn modelId="{18F9DDA7-ECFF-45A3-876C-5EAFA5C9EC4A}" type="presParOf" srcId="{9E0F7B7A-2A62-4047-8908-156AAE255AA8}" destId="{ECC4FFDD-963A-4B63-AEE5-CBDC0EFADEB2}" srcOrd="1" destOrd="0" presId="urn:microsoft.com/office/officeart/2018/2/layout/IconLabelList"/>
    <dgm:cxn modelId="{73F67ABC-28E0-42F2-A87F-A2638CF2D623}" type="presParOf" srcId="{9E0F7B7A-2A62-4047-8908-156AAE255AA8}" destId="{55F3641F-24ED-421C-975A-9A70AE627376}" srcOrd="2" destOrd="0" presId="urn:microsoft.com/office/officeart/2018/2/layout/IconLabelList"/>
    <dgm:cxn modelId="{AA69988B-44F8-43EF-B9AE-D5F7438FB6B9}" type="presParOf" srcId="{7AAD1AE3-85BF-4B43-B745-767C4CDBF154}" destId="{EBAD38B5-DC77-41AE-A92B-FA2D693A0881}" srcOrd="3" destOrd="0" presId="urn:microsoft.com/office/officeart/2018/2/layout/IconLabelList"/>
    <dgm:cxn modelId="{C1B4C086-0BCF-46D5-BBFF-4E919D7015A0}" type="presParOf" srcId="{7AAD1AE3-85BF-4B43-B745-767C4CDBF154}" destId="{27C14AE7-E5BD-40DE-AC9D-84B5B6F0FDAF}" srcOrd="4" destOrd="0" presId="urn:microsoft.com/office/officeart/2018/2/layout/IconLabelList"/>
    <dgm:cxn modelId="{A1DDE852-426D-42A7-8127-538877EB21FD}" type="presParOf" srcId="{27C14AE7-E5BD-40DE-AC9D-84B5B6F0FDAF}" destId="{FC9D4B14-FA0C-4D94-A760-57BA39BA95A5}" srcOrd="0" destOrd="0" presId="urn:microsoft.com/office/officeart/2018/2/layout/IconLabelList"/>
    <dgm:cxn modelId="{D9408EEE-5DD9-41EF-B375-675EBCE4B8E1}" type="presParOf" srcId="{27C14AE7-E5BD-40DE-AC9D-84B5B6F0FDAF}" destId="{53B60660-23E0-4A3F-B2A9-4DEA580643ED}" srcOrd="1" destOrd="0" presId="urn:microsoft.com/office/officeart/2018/2/layout/IconLabelList"/>
    <dgm:cxn modelId="{B2A19E36-2985-428A-A372-3C0FF26F31B5}" type="presParOf" srcId="{27C14AE7-E5BD-40DE-AC9D-84B5B6F0FDAF}" destId="{E655AFF7-5385-4BFF-9201-BA9C53934F3B}" srcOrd="2" destOrd="0" presId="urn:microsoft.com/office/officeart/2018/2/layout/IconLabelList"/>
    <dgm:cxn modelId="{52427A91-EEC6-4C0A-8962-C75060298128}" type="presParOf" srcId="{7AAD1AE3-85BF-4B43-B745-767C4CDBF154}" destId="{AF8FB1DD-DE10-4DC6-8A9E-A557B89D96D0}" srcOrd="5" destOrd="0" presId="urn:microsoft.com/office/officeart/2018/2/layout/IconLabelList"/>
    <dgm:cxn modelId="{6290A005-F657-4D19-AF73-FF3C13FBE041}" type="presParOf" srcId="{7AAD1AE3-85BF-4B43-B745-767C4CDBF154}" destId="{3B3822E7-0EAC-49DD-80CA-2BEAB2DCD252}" srcOrd="6" destOrd="0" presId="urn:microsoft.com/office/officeart/2018/2/layout/IconLabelList"/>
    <dgm:cxn modelId="{EB5AF7AE-6FC6-4E27-AF15-3633681EA76C}" type="presParOf" srcId="{3B3822E7-0EAC-49DD-80CA-2BEAB2DCD252}" destId="{6B71C1DB-5AC0-4AF4-9579-0D4F293B18A4}" srcOrd="0" destOrd="0" presId="urn:microsoft.com/office/officeart/2018/2/layout/IconLabelList"/>
    <dgm:cxn modelId="{A7B1BC95-24F8-42E3-8F08-005D60D62BF9}" type="presParOf" srcId="{3B3822E7-0EAC-49DD-80CA-2BEAB2DCD252}" destId="{59C8B8A9-9538-46C3-91E5-D77EA3F7C611}" srcOrd="1" destOrd="0" presId="urn:microsoft.com/office/officeart/2018/2/layout/IconLabelList"/>
    <dgm:cxn modelId="{D4248088-D4E6-4B62-A7A1-3B4B3E9E592A}" type="presParOf" srcId="{3B3822E7-0EAC-49DD-80CA-2BEAB2DCD252}" destId="{AC803E7D-FBF4-48D4-91CA-F34480F88CE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7CDDC24-F07C-43B4-95D4-C5A71721F14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829717-EB43-48B8-9865-396BF38130E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MY" b="1"/>
            <a:t>Data Integration:</a:t>
          </a:r>
          <a:r>
            <a:rPr lang="en-MY"/>
            <a:t> Synchronize data across systems.</a:t>
          </a:r>
          <a:endParaRPr lang="en-US"/>
        </a:p>
      </dgm:t>
    </dgm:pt>
    <dgm:pt modelId="{01F34942-F6E3-4D8A-8A12-2CAF4F0303F1}" type="parTrans" cxnId="{5040653D-DDF6-45AD-BAFA-82F69D5A1410}">
      <dgm:prSet/>
      <dgm:spPr/>
      <dgm:t>
        <a:bodyPr/>
        <a:lstStyle/>
        <a:p>
          <a:endParaRPr lang="en-US"/>
        </a:p>
      </dgm:t>
    </dgm:pt>
    <dgm:pt modelId="{68313433-EB7E-47F8-BFAB-A9945D02C9ED}" type="sibTrans" cxnId="{5040653D-DDF6-45AD-BAFA-82F69D5A1410}">
      <dgm:prSet/>
      <dgm:spPr/>
      <dgm:t>
        <a:bodyPr/>
        <a:lstStyle/>
        <a:p>
          <a:endParaRPr lang="en-US"/>
        </a:p>
      </dgm:t>
    </dgm:pt>
    <dgm:pt modelId="{EE38DDE0-BBEA-4456-B1B7-7E1CAE8C36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MY" b="1"/>
            <a:t>Application Integration:</a:t>
          </a:r>
          <a:r>
            <a:rPr lang="en-MY"/>
            <a:t> Connect disparate apps for workflow.</a:t>
          </a:r>
          <a:endParaRPr lang="en-US"/>
        </a:p>
      </dgm:t>
    </dgm:pt>
    <dgm:pt modelId="{D18E4379-A0E8-421E-9B2C-7840EEA5BFE7}" type="parTrans" cxnId="{61255369-13E5-4560-8587-2666E3BE0398}">
      <dgm:prSet/>
      <dgm:spPr/>
      <dgm:t>
        <a:bodyPr/>
        <a:lstStyle/>
        <a:p>
          <a:endParaRPr lang="en-US"/>
        </a:p>
      </dgm:t>
    </dgm:pt>
    <dgm:pt modelId="{7C9887A4-C843-4598-BB07-902D6CD3B5D3}" type="sibTrans" cxnId="{61255369-13E5-4560-8587-2666E3BE0398}">
      <dgm:prSet/>
      <dgm:spPr/>
      <dgm:t>
        <a:bodyPr/>
        <a:lstStyle/>
        <a:p>
          <a:endParaRPr lang="en-US"/>
        </a:p>
      </dgm:t>
    </dgm:pt>
    <dgm:pt modelId="{D3C38425-1930-4A4D-BEF6-5B83891EDE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MY" b="1"/>
            <a:t>Process Integration:</a:t>
          </a:r>
          <a:r>
            <a:rPr lang="en-MY"/>
            <a:t> End-to-end business process automation.</a:t>
          </a:r>
          <a:endParaRPr lang="en-US"/>
        </a:p>
      </dgm:t>
    </dgm:pt>
    <dgm:pt modelId="{D63D55F4-5D9C-4734-9837-F1684CD4D4A3}" type="parTrans" cxnId="{95B7633D-7D56-41A8-9809-D94B0BB27C49}">
      <dgm:prSet/>
      <dgm:spPr/>
      <dgm:t>
        <a:bodyPr/>
        <a:lstStyle/>
        <a:p>
          <a:endParaRPr lang="en-US"/>
        </a:p>
      </dgm:t>
    </dgm:pt>
    <dgm:pt modelId="{14F0E123-8ACC-4BA2-96DB-2AE73645BA45}" type="sibTrans" cxnId="{95B7633D-7D56-41A8-9809-D94B0BB27C49}">
      <dgm:prSet/>
      <dgm:spPr/>
      <dgm:t>
        <a:bodyPr/>
        <a:lstStyle/>
        <a:p>
          <a:endParaRPr lang="en-US"/>
        </a:p>
      </dgm:t>
    </dgm:pt>
    <dgm:pt modelId="{5B9A83EA-E2D5-477E-B59B-2DA0B6F148FE}" type="pres">
      <dgm:prSet presAssocID="{97CDDC24-F07C-43B4-95D4-C5A71721F149}" presName="root" presStyleCnt="0">
        <dgm:presLayoutVars>
          <dgm:dir/>
          <dgm:resizeHandles val="exact"/>
        </dgm:presLayoutVars>
      </dgm:prSet>
      <dgm:spPr/>
    </dgm:pt>
    <dgm:pt modelId="{69C7BCFD-2EC2-40E9-8A04-997B90435BB7}" type="pres">
      <dgm:prSet presAssocID="{EE829717-EB43-48B8-9865-396BF38130E8}" presName="compNode" presStyleCnt="0"/>
      <dgm:spPr/>
    </dgm:pt>
    <dgm:pt modelId="{FB853158-B8F1-4593-8125-CB93EED0D737}" type="pres">
      <dgm:prSet presAssocID="{EE829717-EB43-48B8-9865-396BF38130E8}" presName="iconBgRect" presStyleLbl="bgShp" presStyleIdx="0" presStyleCnt="3"/>
      <dgm:spPr/>
    </dgm:pt>
    <dgm:pt modelId="{C8699326-2EFF-4A9B-A7B9-97172F6AE29F}" type="pres">
      <dgm:prSet presAssocID="{EE829717-EB43-48B8-9865-396BF38130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1AEB622-04D8-46D0-8337-85C01B1BBFB9}" type="pres">
      <dgm:prSet presAssocID="{EE829717-EB43-48B8-9865-396BF38130E8}" presName="spaceRect" presStyleCnt="0"/>
      <dgm:spPr/>
    </dgm:pt>
    <dgm:pt modelId="{B2181B57-FEE4-4529-B848-B64914D50000}" type="pres">
      <dgm:prSet presAssocID="{EE829717-EB43-48B8-9865-396BF38130E8}" presName="textRect" presStyleLbl="revTx" presStyleIdx="0" presStyleCnt="3">
        <dgm:presLayoutVars>
          <dgm:chMax val="1"/>
          <dgm:chPref val="1"/>
        </dgm:presLayoutVars>
      </dgm:prSet>
      <dgm:spPr/>
    </dgm:pt>
    <dgm:pt modelId="{FF98D4E9-CD47-4BDB-A358-4869B6FEEC14}" type="pres">
      <dgm:prSet presAssocID="{68313433-EB7E-47F8-BFAB-A9945D02C9ED}" presName="sibTrans" presStyleCnt="0"/>
      <dgm:spPr/>
    </dgm:pt>
    <dgm:pt modelId="{B278B700-E077-48C4-96A6-FD9749C018A4}" type="pres">
      <dgm:prSet presAssocID="{EE38DDE0-BBEA-4456-B1B7-7E1CAE8C3682}" presName="compNode" presStyleCnt="0"/>
      <dgm:spPr/>
    </dgm:pt>
    <dgm:pt modelId="{CC22093C-0C40-4B0B-8C04-51D0FDA315F3}" type="pres">
      <dgm:prSet presAssocID="{EE38DDE0-BBEA-4456-B1B7-7E1CAE8C3682}" presName="iconBgRect" presStyleLbl="bgShp" presStyleIdx="1" presStyleCnt="3"/>
      <dgm:spPr/>
    </dgm:pt>
    <dgm:pt modelId="{1445DE63-7505-4853-897C-5E55354DB5BD}" type="pres">
      <dgm:prSet presAssocID="{EE38DDE0-BBEA-4456-B1B7-7E1CAE8C368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382E84B-F8EF-459A-89F8-741BAFE64EBD}" type="pres">
      <dgm:prSet presAssocID="{EE38DDE0-BBEA-4456-B1B7-7E1CAE8C3682}" presName="spaceRect" presStyleCnt="0"/>
      <dgm:spPr/>
    </dgm:pt>
    <dgm:pt modelId="{268AD446-4E5C-4489-8813-5FF36A6F2080}" type="pres">
      <dgm:prSet presAssocID="{EE38DDE0-BBEA-4456-B1B7-7E1CAE8C3682}" presName="textRect" presStyleLbl="revTx" presStyleIdx="1" presStyleCnt="3">
        <dgm:presLayoutVars>
          <dgm:chMax val="1"/>
          <dgm:chPref val="1"/>
        </dgm:presLayoutVars>
      </dgm:prSet>
      <dgm:spPr/>
    </dgm:pt>
    <dgm:pt modelId="{852077FD-6D5E-49AF-BFC0-8FAC9AE0DB99}" type="pres">
      <dgm:prSet presAssocID="{7C9887A4-C843-4598-BB07-902D6CD3B5D3}" presName="sibTrans" presStyleCnt="0"/>
      <dgm:spPr/>
    </dgm:pt>
    <dgm:pt modelId="{C815462A-1536-46EB-9D35-3B11D66574E6}" type="pres">
      <dgm:prSet presAssocID="{D3C38425-1930-4A4D-BEF6-5B83891EDE74}" presName="compNode" presStyleCnt="0"/>
      <dgm:spPr/>
    </dgm:pt>
    <dgm:pt modelId="{09DEB50D-1261-46B0-8EDB-67AB1F784252}" type="pres">
      <dgm:prSet presAssocID="{D3C38425-1930-4A4D-BEF6-5B83891EDE74}" presName="iconBgRect" presStyleLbl="bgShp" presStyleIdx="2" presStyleCnt="3"/>
      <dgm:spPr/>
    </dgm:pt>
    <dgm:pt modelId="{9E98256D-10E6-4207-A10B-AA380DE3ABF1}" type="pres">
      <dgm:prSet presAssocID="{D3C38425-1930-4A4D-BEF6-5B83891EDE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E492D77-51F0-4843-98E4-9F99DD93BFBF}" type="pres">
      <dgm:prSet presAssocID="{D3C38425-1930-4A4D-BEF6-5B83891EDE74}" presName="spaceRect" presStyleCnt="0"/>
      <dgm:spPr/>
    </dgm:pt>
    <dgm:pt modelId="{E24BA6A8-0EDC-4B80-9E37-21314E2623E3}" type="pres">
      <dgm:prSet presAssocID="{D3C38425-1930-4A4D-BEF6-5B83891EDE7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ADB53C-AE74-4307-A7B7-46F2F61DBCBD}" type="presOf" srcId="{EE38DDE0-BBEA-4456-B1B7-7E1CAE8C3682}" destId="{268AD446-4E5C-4489-8813-5FF36A6F2080}" srcOrd="0" destOrd="0" presId="urn:microsoft.com/office/officeart/2018/5/layout/IconCircleLabelList"/>
    <dgm:cxn modelId="{95B7633D-7D56-41A8-9809-D94B0BB27C49}" srcId="{97CDDC24-F07C-43B4-95D4-C5A71721F149}" destId="{D3C38425-1930-4A4D-BEF6-5B83891EDE74}" srcOrd="2" destOrd="0" parTransId="{D63D55F4-5D9C-4734-9837-F1684CD4D4A3}" sibTransId="{14F0E123-8ACC-4BA2-96DB-2AE73645BA45}"/>
    <dgm:cxn modelId="{5040653D-DDF6-45AD-BAFA-82F69D5A1410}" srcId="{97CDDC24-F07C-43B4-95D4-C5A71721F149}" destId="{EE829717-EB43-48B8-9865-396BF38130E8}" srcOrd="0" destOrd="0" parTransId="{01F34942-F6E3-4D8A-8A12-2CAF4F0303F1}" sibTransId="{68313433-EB7E-47F8-BFAB-A9945D02C9ED}"/>
    <dgm:cxn modelId="{61255369-13E5-4560-8587-2666E3BE0398}" srcId="{97CDDC24-F07C-43B4-95D4-C5A71721F149}" destId="{EE38DDE0-BBEA-4456-B1B7-7E1CAE8C3682}" srcOrd="1" destOrd="0" parTransId="{D18E4379-A0E8-421E-9B2C-7840EEA5BFE7}" sibTransId="{7C9887A4-C843-4598-BB07-902D6CD3B5D3}"/>
    <dgm:cxn modelId="{253E8573-9C44-4F6D-B782-EF76EE97BB32}" type="presOf" srcId="{EE829717-EB43-48B8-9865-396BF38130E8}" destId="{B2181B57-FEE4-4529-B848-B64914D50000}" srcOrd="0" destOrd="0" presId="urn:microsoft.com/office/officeart/2018/5/layout/IconCircleLabelList"/>
    <dgm:cxn modelId="{5131EDB8-F5D5-4563-AB76-A81253110203}" type="presOf" srcId="{97CDDC24-F07C-43B4-95D4-C5A71721F149}" destId="{5B9A83EA-E2D5-477E-B59B-2DA0B6F148FE}" srcOrd="0" destOrd="0" presId="urn:microsoft.com/office/officeart/2018/5/layout/IconCircleLabelList"/>
    <dgm:cxn modelId="{F00503D1-31B7-4958-96E0-D1C817E36303}" type="presOf" srcId="{D3C38425-1930-4A4D-BEF6-5B83891EDE74}" destId="{E24BA6A8-0EDC-4B80-9E37-21314E2623E3}" srcOrd="0" destOrd="0" presId="urn:microsoft.com/office/officeart/2018/5/layout/IconCircleLabelList"/>
    <dgm:cxn modelId="{890EE84A-0E1C-4E0A-8FED-7CE2D3808E47}" type="presParOf" srcId="{5B9A83EA-E2D5-477E-B59B-2DA0B6F148FE}" destId="{69C7BCFD-2EC2-40E9-8A04-997B90435BB7}" srcOrd="0" destOrd="0" presId="urn:microsoft.com/office/officeart/2018/5/layout/IconCircleLabelList"/>
    <dgm:cxn modelId="{4F6D4527-6E24-4683-8402-31841FE92AA1}" type="presParOf" srcId="{69C7BCFD-2EC2-40E9-8A04-997B90435BB7}" destId="{FB853158-B8F1-4593-8125-CB93EED0D737}" srcOrd="0" destOrd="0" presId="urn:microsoft.com/office/officeart/2018/5/layout/IconCircleLabelList"/>
    <dgm:cxn modelId="{45EBCB0D-0B5C-47ED-9873-5CF8106E2FDE}" type="presParOf" srcId="{69C7BCFD-2EC2-40E9-8A04-997B90435BB7}" destId="{C8699326-2EFF-4A9B-A7B9-97172F6AE29F}" srcOrd="1" destOrd="0" presId="urn:microsoft.com/office/officeart/2018/5/layout/IconCircleLabelList"/>
    <dgm:cxn modelId="{573BBB1F-F188-47DD-8D09-1CA427087D18}" type="presParOf" srcId="{69C7BCFD-2EC2-40E9-8A04-997B90435BB7}" destId="{71AEB622-04D8-46D0-8337-85C01B1BBFB9}" srcOrd="2" destOrd="0" presId="urn:microsoft.com/office/officeart/2018/5/layout/IconCircleLabelList"/>
    <dgm:cxn modelId="{1545B706-8574-43C8-B91C-4D464F3F0E5D}" type="presParOf" srcId="{69C7BCFD-2EC2-40E9-8A04-997B90435BB7}" destId="{B2181B57-FEE4-4529-B848-B64914D50000}" srcOrd="3" destOrd="0" presId="urn:microsoft.com/office/officeart/2018/5/layout/IconCircleLabelList"/>
    <dgm:cxn modelId="{1318000A-A3B3-4BE0-A375-1C635A6C0892}" type="presParOf" srcId="{5B9A83EA-E2D5-477E-B59B-2DA0B6F148FE}" destId="{FF98D4E9-CD47-4BDB-A358-4869B6FEEC14}" srcOrd="1" destOrd="0" presId="urn:microsoft.com/office/officeart/2018/5/layout/IconCircleLabelList"/>
    <dgm:cxn modelId="{6FAD0660-D806-438D-992D-43A17B984C01}" type="presParOf" srcId="{5B9A83EA-E2D5-477E-B59B-2DA0B6F148FE}" destId="{B278B700-E077-48C4-96A6-FD9749C018A4}" srcOrd="2" destOrd="0" presId="urn:microsoft.com/office/officeart/2018/5/layout/IconCircleLabelList"/>
    <dgm:cxn modelId="{0D78EF87-E771-47F0-B772-0877519EFA6F}" type="presParOf" srcId="{B278B700-E077-48C4-96A6-FD9749C018A4}" destId="{CC22093C-0C40-4B0B-8C04-51D0FDA315F3}" srcOrd="0" destOrd="0" presId="urn:microsoft.com/office/officeart/2018/5/layout/IconCircleLabelList"/>
    <dgm:cxn modelId="{7AB66C47-5620-40CD-88E0-1E93B446CF2B}" type="presParOf" srcId="{B278B700-E077-48C4-96A6-FD9749C018A4}" destId="{1445DE63-7505-4853-897C-5E55354DB5BD}" srcOrd="1" destOrd="0" presId="urn:microsoft.com/office/officeart/2018/5/layout/IconCircleLabelList"/>
    <dgm:cxn modelId="{20780F59-08AB-41B8-B3B7-FC719E2E9AEF}" type="presParOf" srcId="{B278B700-E077-48C4-96A6-FD9749C018A4}" destId="{7382E84B-F8EF-459A-89F8-741BAFE64EBD}" srcOrd="2" destOrd="0" presId="urn:microsoft.com/office/officeart/2018/5/layout/IconCircleLabelList"/>
    <dgm:cxn modelId="{49E577BF-456E-4A92-8141-6F82EF959B01}" type="presParOf" srcId="{B278B700-E077-48C4-96A6-FD9749C018A4}" destId="{268AD446-4E5C-4489-8813-5FF36A6F2080}" srcOrd="3" destOrd="0" presId="urn:microsoft.com/office/officeart/2018/5/layout/IconCircleLabelList"/>
    <dgm:cxn modelId="{289B0F95-0234-41EC-8284-C2591744206D}" type="presParOf" srcId="{5B9A83EA-E2D5-477E-B59B-2DA0B6F148FE}" destId="{852077FD-6D5E-49AF-BFC0-8FAC9AE0DB99}" srcOrd="3" destOrd="0" presId="urn:microsoft.com/office/officeart/2018/5/layout/IconCircleLabelList"/>
    <dgm:cxn modelId="{C1B44D50-4F70-418F-8908-9F4813C40602}" type="presParOf" srcId="{5B9A83EA-E2D5-477E-B59B-2DA0B6F148FE}" destId="{C815462A-1536-46EB-9D35-3B11D66574E6}" srcOrd="4" destOrd="0" presId="urn:microsoft.com/office/officeart/2018/5/layout/IconCircleLabelList"/>
    <dgm:cxn modelId="{0772C357-320E-46E4-B26F-7A8536A85A7E}" type="presParOf" srcId="{C815462A-1536-46EB-9D35-3B11D66574E6}" destId="{09DEB50D-1261-46B0-8EDB-67AB1F784252}" srcOrd="0" destOrd="0" presId="urn:microsoft.com/office/officeart/2018/5/layout/IconCircleLabelList"/>
    <dgm:cxn modelId="{060231EF-8077-4A58-A2E0-44023C6549E9}" type="presParOf" srcId="{C815462A-1536-46EB-9D35-3B11D66574E6}" destId="{9E98256D-10E6-4207-A10B-AA380DE3ABF1}" srcOrd="1" destOrd="0" presId="urn:microsoft.com/office/officeart/2018/5/layout/IconCircleLabelList"/>
    <dgm:cxn modelId="{6F3A7626-1256-437A-B3C6-C7F423A457E7}" type="presParOf" srcId="{C815462A-1536-46EB-9D35-3B11D66574E6}" destId="{6E492D77-51F0-4843-98E4-9F99DD93BFBF}" srcOrd="2" destOrd="0" presId="urn:microsoft.com/office/officeart/2018/5/layout/IconCircleLabelList"/>
    <dgm:cxn modelId="{21B64358-BDE4-489B-9059-2C679CF394A0}" type="presParOf" srcId="{C815462A-1536-46EB-9D35-3B11D66574E6}" destId="{E24BA6A8-0EDC-4B80-9E37-21314E2623E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FED337B-2B18-4A10-A057-27DE25957B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C6B637-5BF8-435E-BFF6-97BD9B88E750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Secure APIs</a:t>
          </a:r>
          <a:endParaRPr lang="en-US"/>
        </a:p>
      </dgm:t>
    </dgm:pt>
    <dgm:pt modelId="{291BBE3A-15EB-4D77-999E-FD4647420A52}" type="parTrans" cxnId="{E228A0E7-8026-482F-ACB5-FD719DC69821}">
      <dgm:prSet/>
      <dgm:spPr/>
      <dgm:t>
        <a:bodyPr/>
        <a:lstStyle/>
        <a:p>
          <a:endParaRPr lang="en-US"/>
        </a:p>
      </dgm:t>
    </dgm:pt>
    <dgm:pt modelId="{BFFD3424-4821-4E63-B368-8F6F85556722}" type="sibTrans" cxnId="{E228A0E7-8026-482F-ACB5-FD719DC69821}">
      <dgm:prSet/>
      <dgm:spPr/>
      <dgm:t>
        <a:bodyPr/>
        <a:lstStyle/>
        <a:p>
          <a:endParaRPr lang="en-US"/>
        </a:p>
      </dgm:t>
    </dgm:pt>
    <dgm:pt modelId="{4E402071-AF61-4FBB-93EA-EB7042A71F77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Real-time and Batch Processing Support</a:t>
          </a:r>
          <a:endParaRPr lang="en-US"/>
        </a:p>
      </dgm:t>
    </dgm:pt>
    <dgm:pt modelId="{187A6F56-D293-4A2E-B853-9A75FE181F49}" type="parTrans" cxnId="{A1A7DA97-B07E-4E46-80BA-49CCC6CA5D51}">
      <dgm:prSet/>
      <dgm:spPr/>
      <dgm:t>
        <a:bodyPr/>
        <a:lstStyle/>
        <a:p>
          <a:endParaRPr lang="en-US"/>
        </a:p>
      </dgm:t>
    </dgm:pt>
    <dgm:pt modelId="{A0DAAB29-FDAC-4215-ACF2-42D95B5BEBA0}" type="sibTrans" cxnId="{A1A7DA97-B07E-4E46-80BA-49CCC6CA5D51}">
      <dgm:prSet/>
      <dgm:spPr/>
      <dgm:t>
        <a:bodyPr/>
        <a:lstStyle/>
        <a:p>
          <a:endParaRPr lang="en-US"/>
        </a:p>
      </dgm:t>
    </dgm:pt>
    <dgm:pt modelId="{D8E71A7B-E041-4EDE-9A05-A45F317D8C87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Data Transformation</a:t>
          </a:r>
          <a:endParaRPr lang="en-US"/>
        </a:p>
      </dgm:t>
    </dgm:pt>
    <dgm:pt modelId="{3863FD89-1DE1-473A-B106-DCD6F3418101}" type="parTrans" cxnId="{18010662-8618-46A7-9719-63E143F86596}">
      <dgm:prSet/>
      <dgm:spPr/>
      <dgm:t>
        <a:bodyPr/>
        <a:lstStyle/>
        <a:p>
          <a:endParaRPr lang="en-US"/>
        </a:p>
      </dgm:t>
    </dgm:pt>
    <dgm:pt modelId="{0F0F016B-6253-4532-8C7C-1A192D8805AC}" type="sibTrans" cxnId="{18010662-8618-46A7-9719-63E143F86596}">
      <dgm:prSet/>
      <dgm:spPr/>
      <dgm:t>
        <a:bodyPr/>
        <a:lstStyle/>
        <a:p>
          <a:endParaRPr lang="en-US"/>
        </a:p>
      </dgm:t>
    </dgm:pt>
    <dgm:pt modelId="{5EF36B4A-C5DE-4323-9A44-C1BAAEBB05D1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Monitoring and Logging</a:t>
          </a:r>
          <a:endParaRPr lang="en-US"/>
        </a:p>
      </dgm:t>
    </dgm:pt>
    <dgm:pt modelId="{23B5F6F9-03E1-41CE-B441-03E4DE969423}" type="parTrans" cxnId="{4B8374F4-7561-4F66-9AA0-15BAB5656615}">
      <dgm:prSet/>
      <dgm:spPr/>
      <dgm:t>
        <a:bodyPr/>
        <a:lstStyle/>
        <a:p>
          <a:endParaRPr lang="en-US"/>
        </a:p>
      </dgm:t>
    </dgm:pt>
    <dgm:pt modelId="{403C7BF9-C6E5-4E41-A789-4231B2EDAC29}" type="sibTrans" cxnId="{4B8374F4-7561-4F66-9AA0-15BAB5656615}">
      <dgm:prSet/>
      <dgm:spPr/>
      <dgm:t>
        <a:bodyPr/>
        <a:lstStyle/>
        <a:p>
          <a:endParaRPr lang="en-US"/>
        </a:p>
      </dgm:t>
    </dgm:pt>
    <dgm:pt modelId="{693156B1-ED98-4D63-B42E-E781B4FDF4B7}" type="pres">
      <dgm:prSet presAssocID="{0FED337B-2B18-4A10-A057-27DE25957B37}" presName="root" presStyleCnt="0">
        <dgm:presLayoutVars>
          <dgm:dir/>
          <dgm:resizeHandles val="exact"/>
        </dgm:presLayoutVars>
      </dgm:prSet>
      <dgm:spPr/>
    </dgm:pt>
    <dgm:pt modelId="{D8239902-6E97-4BDC-8372-5B21BD110E6A}" type="pres">
      <dgm:prSet presAssocID="{16C6B637-5BF8-435E-BFF6-97BD9B88E750}" presName="compNode" presStyleCnt="0"/>
      <dgm:spPr/>
    </dgm:pt>
    <dgm:pt modelId="{CBEE918B-D6D9-49B8-AFE4-566B8F5F68DC}" type="pres">
      <dgm:prSet presAssocID="{16C6B637-5BF8-435E-BFF6-97BD9B88E750}" presName="bgRect" presStyleLbl="bgShp" presStyleIdx="0" presStyleCnt="4"/>
      <dgm:spPr/>
    </dgm:pt>
    <dgm:pt modelId="{21AA7D1C-750D-4D36-A0A7-A4E413E7A4B2}" type="pres">
      <dgm:prSet presAssocID="{16C6B637-5BF8-435E-BFF6-97BD9B88E7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F46EE63-7424-43E4-8811-19D6449C0514}" type="pres">
      <dgm:prSet presAssocID="{16C6B637-5BF8-435E-BFF6-97BD9B88E750}" presName="spaceRect" presStyleCnt="0"/>
      <dgm:spPr/>
    </dgm:pt>
    <dgm:pt modelId="{4948D2F0-9338-4215-A193-DFBD7471DB8E}" type="pres">
      <dgm:prSet presAssocID="{16C6B637-5BF8-435E-BFF6-97BD9B88E750}" presName="parTx" presStyleLbl="revTx" presStyleIdx="0" presStyleCnt="4">
        <dgm:presLayoutVars>
          <dgm:chMax val="0"/>
          <dgm:chPref val="0"/>
        </dgm:presLayoutVars>
      </dgm:prSet>
      <dgm:spPr/>
    </dgm:pt>
    <dgm:pt modelId="{20B51619-28C4-4ACE-8753-ADAC128AFD50}" type="pres">
      <dgm:prSet presAssocID="{BFFD3424-4821-4E63-B368-8F6F85556722}" presName="sibTrans" presStyleCnt="0"/>
      <dgm:spPr/>
    </dgm:pt>
    <dgm:pt modelId="{E7F1D020-CEAB-43E5-A22E-6343D6946491}" type="pres">
      <dgm:prSet presAssocID="{4E402071-AF61-4FBB-93EA-EB7042A71F77}" presName="compNode" presStyleCnt="0"/>
      <dgm:spPr/>
    </dgm:pt>
    <dgm:pt modelId="{A9D34A47-80E6-4F69-9045-10E1E8BBA8FF}" type="pres">
      <dgm:prSet presAssocID="{4E402071-AF61-4FBB-93EA-EB7042A71F77}" presName="bgRect" presStyleLbl="bgShp" presStyleIdx="1" presStyleCnt="4"/>
      <dgm:spPr/>
    </dgm:pt>
    <dgm:pt modelId="{125A1D1C-8CD4-4BD3-B444-3F1B938673EA}" type="pres">
      <dgm:prSet presAssocID="{4E402071-AF61-4FBB-93EA-EB7042A71F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FDB9C34-EF3A-4E2E-9E09-041725FE1ABD}" type="pres">
      <dgm:prSet presAssocID="{4E402071-AF61-4FBB-93EA-EB7042A71F77}" presName="spaceRect" presStyleCnt="0"/>
      <dgm:spPr/>
    </dgm:pt>
    <dgm:pt modelId="{FC18D079-4FA1-41A3-B846-E891DAF988B1}" type="pres">
      <dgm:prSet presAssocID="{4E402071-AF61-4FBB-93EA-EB7042A71F77}" presName="parTx" presStyleLbl="revTx" presStyleIdx="1" presStyleCnt="4">
        <dgm:presLayoutVars>
          <dgm:chMax val="0"/>
          <dgm:chPref val="0"/>
        </dgm:presLayoutVars>
      </dgm:prSet>
      <dgm:spPr/>
    </dgm:pt>
    <dgm:pt modelId="{2DC211E6-254E-4E6D-806A-FFC77A1D7DD0}" type="pres">
      <dgm:prSet presAssocID="{A0DAAB29-FDAC-4215-ACF2-42D95B5BEBA0}" presName="sibTrans" presStyleCnt="0"/>
      <dgm:spPr/>
    </dgm:pt>
    <dgm:pt modelId="{7194A547-2F41-4413-8252-D8732AFE627A}" type="pres">
      <dgm:prSet presAssocID="{D8E71A7B-E041-4EDE-9A05-A45F317D8C87}" presName="compNode" presStyleCnt="0"/>
      <dgm:spPr/>
    </dgm:pt>
    <dgm:pt modelId="{EFD1FF76-A854-4125-9A5E-C0F3F99D0E5D}" type="pres">
      <dgm:prSet presAssocID="{D8E71A7B-E041-4EDE-9A05-A45F317D8C87}" presName="bgRect" presStyleLbl="bgShp" presStyleIdx="2" presStyleCnt="4"/>
      <dgm:spPr/>
    </dgm:pt>
    <dgm:pt modelId="{83103A8B-F415-4E2B-B44D-D3096DB0EED8}" type="pres">
      <dgm:prSet presAssocID="{D8E71A7B-E041-4EDE-9A05-A45F317D8C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552D95-76BA-4C64-8361-929E6411FE8F}" type="pres">
      <dgm:prSet presAssocID="{D8E71A7B-E041-4EDE-9A05-A45F317D8C87}" presName="spaceRect" presStyleCnt="0"/>
      <dgm:spPr/>
    </dgm:pt>
    <dgm:pt modelId="{391BEC10-6AA0-476C-ABCD-1F3E5D928372}" type="pres">
      <dgm:prSet presAssocID="{D8E71A7B-E041-4EDE-9A05-A45F317D8C87}" presName="parTx" presStyleLbl="revTx" presStyleIdx="2" presStyleCnt="4">
        <dgm:presLayoutVars>
          <dgm:chMax val="0"/>
          <dgm:chPref val="0"/>
        </dgm:presLayoutVars>
      </dgm:prSet>
      <dgm:spPr/>
    </dgm:pt>
    <dgm:pt modelId="{98881D19-5722-486B-B429-83FE984C8844}" type="pres">
      <dgm:prSet presAssocID="{0F0F016B-6253-4532-8C7C-1A192D8805AC}" presName="sibTrans" presStyleCnt="0"/>
      <dgm:spPr/>
    </dgm:pt>
    <dgm:pt modelId="{69EFEB61-6C4E-4DF9-9EF2-E5EF70B33697}" type="pres">
      <dgm:prSet presAssocID="{5EF36B4A-C5DE-4323-9A44-C1BAAEBB05D1}" presName="compNode" presStyleCnt="0"/>
      <dgm:spPr/>
    </dgm:pt>
    <dgm:pt modelId="{8D2877C6-D518-4B44-AAEA-4D9CBE8F209A}" type="pres">
      <dgm:prSet presAssocID="{5EF36B4A-C5DE-4323-9A44-C1BAAEBB05D1}" presName="bgRect" presStyleLbl="bgShp" presStyleIdx="3" presStyleCnt="4"/>
      <dgm:spPr/>
    </dgm:pt>
    <dgm:pt modelId="{67CB5B4E-4EEE-45BD-8542-0BD8FBD2C8E5}" type="pres">
      <dgm:prSet presAssocID="{5EF36B4A-C5DE-4323-9A44-C1BAAEBB05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9890C6A-709E-418C-84DC-6BA3E4952B98}" type="pres">
      <dgm:prSet presAssocID="{5EF36B4A-C5DE-4323-9A44-C1BAAEBB05D1}" presName="spaceRect" presStyleCnt="0"/>
      <dgm:spPr/>
    </dgm:pt>
    <dgm:pt modelId="{F63289E0-BE0F-4BE2-AE6F-374B8FC79447}" type="pres">
      <dgm:prSet presAssocID="{5EF36B4A-C5DE-4323-9A44-C1BAAEBB05D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1B5C10E-3C29-4789-90CE-8DCEB75F96D4}" type="presOf" srcId="{5EF36B4A-C5DE-4323-9A44-C1BAAEBB05D1}" destId="{F63289E0-BE0F-4BE2-AE6F-374B8FC79447}" srcOrd="0" destOrd="0" presId="urn:microsoft.com/office/officeart/2018/2/layout/IconVerticalSolidList"/>
    <dgm:cxn modelId="{0210F640-4AB2-467F-AC83-AC6EDC791D2E}" type="presOf" srcId="{0FED337B-2B18-4A10-A057-27DE25957B37}" destId="{693156B1-ED98-4D63-B42E-E781B4FDF4B7}" srcOrd="0" destOrd="0" presId="urn:microsoft.com/office/officeart/2018/2/layout/IconVerticalSolidList"/>
    <dgm:cxn modelId="{18010662-8618-46A7-9719-63E143F86596}" srcId="{0FED337B-2B18-4A10-A057-27DE25957B37}" destId="{D8E71A7B-E041-4EDE-9A05-A45F317D8C87}" srcOrd="2" destOrd="0" parTransId="{3863FD89-1DE1-473A-B106-DCD6F3418101}" sibTransId="{0F0F016B-6253-4532-8C7C-1A192D8805AC}"/>
    <dgm:cxn modelId="{A1A7DA97-B07E-4E46-80BA-49CCC6CA5D51}" srcId="{0FED337B-2B18-4A10-A057-27DE25957B37}" destId="{4E402071-AF61-4FBB-93EA-EB7042A71F77}" srcOrd="1" destOrd="0" parTransId="{187A6F56-D293-4A2E-B853-9A75FE181F49}" sibTransId="{A0DAAB29-FDAC-4215-ACF2-42D95B5BEBA0}"/>
    <dgm:cxn modelId="{C118ADA7-4718-45EB-8D81-80795DB7FDE6}" type="presOf" srcId="{4E402071-AF61-4FBB-93EA-EB7042A71F77}" destId="{FC18D079-4FA1-41A3-B846-E891DAF988B1}" srcOrd="0" destOrd="0" presId="urn:microsoft.com/office/officeart/2018/2/layout/IconVerticalSolidList"/>
    <dgm:cxn modelId="{07D56CB8-2F82-4352-8FCC-07D2F7602559}" type="presOf" srcId="{16C6B637-5BF8-435E-BFF6-97BD9B88E750}" destId="{4948D2F0-9338-4215-A193-DFBD7471DB8E}" srcOrd="0" destOrd="0" presId="urn:microsoft.com/office/officeart/2018/2/layout/IconVerticalSolidList"/>
    <dgm:cxn modelId="{114CFED9-6B27-4EEE-868D-7C38A5BBE3B7}" type="presOf" srcId="{D8E71A7B-E041-4EDE-9A05-A45F317D8C87}" destId="{391BEC10-6AA0-476C-ABCD-1F3E5D928372}" srcOrd="0" destOrd="0" presId="urn:microsoft.com/office/officeart/2018/2/layout/IconVerticalSolidList"/>
    <dgm:cxn modelId="{E228A0E7-8026-482F-ACB5-FD719DC69821}" srcId="{0FED337B-2B18-4A10-A057-27DE25957B37}" destId="{16C6B637-5BF8-435E-BFF6-97BD9B88E750}" srcOrd="0" destOrd="0" parTransId="{291BBE3A-15EB-4D77-999E-FD4647420A52}" sibTransId="{BFFD3424-4821-4E63-B368-8F6F85556722}"/>
    <dgm:cxn modelId="{4B8374F4-7561-4F66-9AA0-15BAB5656615}" srcId="{0FED337B-2B18-4A10-A057-27DE25957B37}" destId="{5EF36B4A-C5DE-4323-9A44-C1BAAEBB05D1}" srcOrd="3" destOrd="0" parTransId="{23B5F6F9-03E1-41CE-B441-03E4DE969423}" sibTransId="{403C7BF9-C6E5-4E41-A789-4231B2EDAC29}"/>
    <dgm:cxn modelId="{816CCF65-ABAD-4F6B-9730-8B30D7E66EC9}" type="presParOf" srcId="{693156B1-ED98-4D63-B42E-E781B4FDF4B7}" destId="{D8239902-6E97-4BDC-8372-5B21BD110E6A}" srcOrd="0" destOrd="0" presId="urn:microsoft.com/office/officeart/2018/2/layout/IconVerticalSolidList"/>
    <dgm:cxn modelId="{06A0F2F2-CFE1-4968-810C-FE9ED1249869}" type="presParOf" srcId="{D8239902-6E97-4BDC-8372-5B21BD110E6A}" destId="{CBEE918B-D6D9-49B8-AFE4-566B8F5F68DC}" srcOrd="0" destOrd="0" presId="urn:microsoft.com/office/officeart/2018/2/layout/IconVerticalSolidList"/>
    <dgm:cxn modelId="{C467B193-7316-45E0-8870-7051802025EE}" type="presParOf" srcId="{D8239902-6E97-4BDC-8372-5B21BD110E6A}" destId="{21AA7D1C-750D-4D36-A0A7-A4E413E7A4B2}" srcOrd="1" destOrd="0" presId="urn:microsoft.com/office/officeart/2018/2/layout/IconVerticalSolidList"/>
    <dgm:cxn modelId="{84BED364-EA17-41F6-B384-DC19426D826C}" type="presParOf" srcId="{D8239902-6E97-4BDC-8372-5B21BD110E6A}" destId="{9F46EE63-7424-43E4-8811-19D6449C0514}" srcOrd="2" destOrd="0" presId="urn:microsoft.com/office/officeart/2018/2/layout/IconVerticalSolidList"/>
    <dgm:cxn modelId="{DD3DE6E6-0BB2-4A0F-825A-7AC241B5F8B1}" type="presParOf" srcId="{D8239902-6E97-4BDC-8372-5B21BD110E6A}" destId="{4948D2F0-9338-4215-A193-DFBD7471DB8E}" srcOrd="3" destOrd="0" presId="urn:microsoft.com/office/officeart/2018/2/layout/IconVerticalSolidList"/>
    <dgm:cxn modelId="{85015B69-A2FE-4FEE-8F8B-6E1FEB6E06EE}" type="presParOf" srcId="{693156B1-ED98-4D63-B42E-E781B4FDF4B7}" destId="{20B51619-28C4-4ACE-8753-ADAC128AFD50}" srcOrd="1" destOrd="0" presId="urn:microsoft.com/office/officeart/2018/2/layout/IconVerticalSolidList"/>
    <dgm:cxn modelId="{CFDC5928-32FA-4CC1-997F-D8760FF1E0E2}" type="presParOf" srcId="{693156B1-ED98-4D63-B42E-E781B4FDF4B7}" destId="{E7F1D020-CEAB-43E5-A22E-6343D6946491}" srcOrd="2" destOrd="0" presId="urn:microsoft.com/office/officeart/2018/2/layout/IconVerticalSolidList"/>
    <dgm:cxn modelId="{4EC75FD4-26E2-4DA6-8D96-FC62FC26318B}" type="presParOf" srcId="{E7F1D020-CEAB-43E5-A22E-6343D6946491}" destId="{A9D34A47-80E6-4F69-9045-10E1E8BBA8FF}" srcOrd="0" destOrd="0" presId="urn:microsoft.com/office/officeart/2018/2/layout/IconVerticalSolidList"/>
    <dgm:cxn modelId="{3A2AFBCE-E523-4D74-AAF0-95C0CA76841D}" type="presParOf" srcId="{E7F1D020-CEAB-43E5-A22E-6343D6946491}" destId="{125A1D1C-8CD4-4BD3-B444-3F1B938673EA}" srcOrd="1" destOrd="0" presId="urn:microsoft.com/office/officeart/2018/2/layout/IconVerticalSolidList"/>
    <dgm:cxn modelId="{B5A15EC3-7FFD-45DB-8E98-FCA80D996796}" type="presParOf" srcId="{E7F1D020-CEAB-43E5-A22E-6343D6946491}" destId="{9FDB9C34-EF3A-4E2E-9E09-041725FE1ABD}" srcOrd="2" destOrd="0" presId="urn:microsoft.com/office/officeart/2018/2/layout/IconVerticalSolidList"/>
    <dgm:cxn modelId="{CBAE0B54-BDDF-4058-89D5-52E2A505540C}" type="presParOf" srcId="{E7F1D020-CEAB-43E5-A22E-6343D6946491}" destId="{FC18D079-4FA1-41A3-B846-E891DAF988B1}" srcOrd="3" destOrd="0" presId="urn:microsoft.com/office/officeart/2018/2/layout/IconVerticalSolidList"/>
    <dgm:cxn modelId="{0E7B26C8-3181-4905-981E-5FA9F1C16D48}" type="presParOf" srcId="{693156B1-ED98-4D63-B42E-E781B4FDF4B7}" destId="{2DC211E6-254E-4E6D-806A-FFC77A1D7DD0}" srcOrd="3" destOrd="0" presId="urn:microsoft.com/office/officeart/2018/2/layout/IconVerticalSolidList"/>
    <dgm:cxn modelId="{8FC5C0C1-01C2-40B0-A3BD-670414C37509}" type="presParOf" srcId="{693156B1-ED98-4D63-B42E-E781B4FDF4B7}" destId="{7194A547-2F41-4413-8252-D8732AFE627A}" srcOrd="4" destOrd="0" presId="urn:microsoft.com/office/officeart/2018/2/layout/IconVerticalSolidList"/>
    <dgm:cxn modelId="{3484990C-39A3-4AD5-B14C-DA4D079FCCB5}" type="presParOf" srcId="{7194A547-2F41-4413-8252-D8732AFE627A}" destId="{EFD1FF76-A854-4125-9A5E-C0F3F99D0E5D}" srcOrd="0" destOrd="0" presId="urn:microsoft.com/office/officeart/2018/2/layout/IconVerticalSolidList"/>
    <dgm:cxn modelId="{74D37DDC-9E68-4C22-84A3-BD4937CADF30}" type="presParOf" srcId="{7194A547-2F41-4413-8252-D8732AFE627A}" destId="{83103A8B-F415-4E2B-B44D-D3096DB0EED8}" srcOrd="1" destOrd="0" presId="urn:microsoft.com/office/officeart/2018/2/layout/IconVerticalSolidList"/>
    <dgm:cxn modelId="{498B5A5B-FF84-4A4A-AFB7-673993995CDC}" type="presParOf" srcId="{7194A547-2F41-4413-8252-D8732AFE627A}" destId="{4F552D95-76BA-4C64-8361-929E6411FE8F}" srcOrd="2" destOrd="0" presId="urn:microsoft.com/office/officeart/2018/2/layout/IconVerticalSolidList"/>
    <dgm:cxn modelId="{442058B7-B0CD-4357-BFF8-6D5817646654}" type="presParOf" srcId="{7194A547-2F41-4413-8252-D8732AFE627A}" destId="{391BEC10-6AA0-476C-ABCD-1F3E5D928372}" srcOrd="3" destOrd="0" presId="urn:microsoft.com/office/officeart/2018/2/layout/IconVerticalSolidList"/>
    <dgm:cxn modelId="{975C086A-9CA9-4E9D-85DB-16A41C73571F}" type="presParOf" srcId="{693156B1-ED98-4D63-B42E-E781B4FDF4B7}" destId="{98881D19-5722-486B-B429-83FE984C8844}" srcOrd="5" destOrd="0" presId="urn:microsoft.com/office/officeart/2018/2/layout/IconVerticalSolidList"/>
    <dgm:cxn modelId="{57E30C41-3745-48F7-93E5-5DC755632DC3}" type="presParOf" srcId="{693156B1-ED98-4D63-B42E-E781B4FDF4B7}" destId="{69EFEB61-6C4E-4DF9-9EF2-E5EF70B33697}" srcOrd="6" destOrd="0" presId="urn:microsoft.com/office/officeart/2018/2/layout/IconVerticalSolidList"/>
    <dgm:cxn modelId="{F707210C-3B19-43ED-8521-1CE108AD5D9F}" type="presParOf" srcId="{69EFEB61-6C4E-4DF9-9EF2-E5EF70B33697}" destId="{8D2877C6-D518-4B44-AAEA-4D9CBE8F209A}" srcOrd="0" destOrd="0" presId="urn:microsoft.com/office/officeart/2018/2/layout/IconVerticalSolidList"/>
    <dgm:cxn modelId="{C1CB51D4-9F81-4A4C-A303-8A14C7080C73}" type="presParOf" srcId="{69EFEB61-6C4E-4DF9-9EF2-E5EF70B33697}" destId="{67CB5B4E-4EEE-45BD-8542-0BD8FBD2C8E5}" srcOrd="1" destOrd="0" presId="urn:microsoft.com/office/officeart/2018/2/layout/IconVerticalSolidList"/>
    <dgm:cxn modelId="{72121140-97D3-4854-8D07-7DA044B161B5}" type="presParOf" srcId="{69EFEB61-6C4E-4DF9-9EF2-E5EF70B33697}" destId="{39890C6A-709E-418C-84DC-6BA3E4952B98}" srcOrd="2" destOrd="0" presId="urn:microsoft.com/office/officeart/2018/2/layout/IconVerticalSolidList"/>
    <dgm:cxn modelId="{FB7E90E6-0E2B-46C0-9C31-AC1642CAB44E}" type="presParOf" srcId="{69EFEB61-6C4E-4DF9-9EF2-E5EF70B33697}" destId="{F63289E0-BE0F-4BE2-AE6F-374B8FC794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927AD2A-A508-4A8B-89A7-B273858AE78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A35330-FC9B-4D38-B13E-728D6EC5C885}">
      <dgm:prSet/>
      <dgm:spPr/>
      <dgm:t>
        <a:bodyPr/>
        <a:lstStyle/>
        <a:p>
          <a:r>
            <a:rPr lang="en-MY" b="1"/>
            <a:t>Scalability:</a:t>
          </a:r>
          <a:r>
            <a:rPr lang="en-MY"/>
            <a:t> </a:t>
          </a:r>
          <a:endParaRPr lang="en-US"/>
        </a:p>
      </dgm:t>
    </dgm:pt>
    <dgm:pt modelId="{18CEFBC8-1E24-4945-9DF9-3AB26043010E}" type="parTrans" cxnId="{9D27EE23-C203-485B-914E-12F09743E92F}">
      <dgm:prSet/>
      <dgm:spPr/>
      <dgm:t>
        <a:bodyPr/>
        <a:lstStyle/>
        <a:p>
          <a:endParaRPr lang="en-US"/>
        </a:p>
      </dgm:t>
    </dgm:pt>
    <dgm:pt modelId="{A661A919-346D-467A-9A41-95AAFCDF448A}" type="sibTrans" cxnId="{9D27EE23-C203-485B-914E-12F09743E92F}">
      <dgm:prSet/>
      <dgm:spPr/>
      <dgm:t>
        <a:bodyPr/>
        <a:lstStyle/>
        <a:p>
          <a:endParaRPr lang="en-US"/>
        </a:p>
      </dgm:t>
    </dgm:pt>
    <dgm:pt modelId="{CD544286-6C6C-48F1-BE3B-F80B681D367C}">
      <dgm:prSet/>
      <dgm:spPr/>
      <dgm:t>
        <a:bodyPr/>
        <a:lstStyle/>
        <a:p>
          <a:r>
            <a:rPr lang="en-MY"/>
            <a:t>Must handle growing data.</a:t>
          </a:r>
          <a:endParaRPr lang="en-US"/>
        </a:p>
      </dgm:t>
    </dgm:pt>
    <dgm:pt modelId="{553F2E4D-B85F-4104-A42F-232026832DAD}" type="parTrans" cxnId="{AFA6E376-6F55-4B66-ACEB-CA85A3E9D6BD}">
      <dgm:prSet/>
      <dgm:spPr/>
      <dgm:t>
        <a:bodyPr/>
        <a:lstStyle/>
        <a:p>
          <a:endParaRPr lang="en-US"/>
        </a:p>
      </dgm:t>
    </dgm:pt>
    <dgm:pt modelId="{AD88B0FF-848F-4A7E-A1AF-66866EA3F4C9}" type="sibTrans" cxnId="{AFA6E376-6F55-4B66-ACEB-CA85A3E9D6BD}">
      <dgm:prSet/>
      <dgm:spPr/>
      <dgm:t>
        <a:bodyPr/>
        <a:lstStyle/>
        <a:p>
          <a:endParaRPr lang="en-US"/>
        </a:p>
      </dgm:t>
    </dgm:pt>
    <dgm:pt modelId="{86E035B2-2165-4FE1-9F01-4483F962CD82}">
      <dgm:prSet/>
      <dgm:spPr/>
      <dgm:t>
        <a:bodyPr/>
        <a:lstStyle/>
        <a:p>
          <a:r>
            <a:rPr lang="en-MY" b="1"/>
            <a:t>Interoperability:</a:t>
          </a:r>
          <a:r>
            <a:rPr lang="en-MY"/>
            <a:t> </a:t>
          </a:r>
          <a:endParaRPr lang="en-US"/>
        </a:p>
      </dgm:t>
    </dgm:pt>
    <dgm:pt modelId="{8623F7CD-C9A6-4341-9751-A8240903560D}" type="parTrans" cxnId="{3FE7EA98-DA1E-4DCD-B690-F548C669D312}">
      <dgm:prSet/>
      <dgm:spPr/>
      <dgm:t>
        <a:bodyPr/>
        <a:lstStyle/>
        <a:p>
          <a:endParaRPr lang="en-US"/>
        </a:p>
      </dgm:t>
    </dgm:pt>
    <dgm:pt modelId="{317E85C1-02E6-496D-AF72-CD73205DA460}" type="sibTrans" cxnId="{3FE7EA98-DA1E-4DCD-B690-F548C669D312}">
      <dgm:prSet/>
      <dgm:spPr/>
      <dgm:t>
        <a:bodyPr/>
        <a:lstStyle/>
        <a:p>
          <a:endParaRPr lang="en-US"/>
        </a:p>
      </dgm:t>
    </dgm:pt>
    <dgm:pt modelId="{D294FAB8-2CB3-4B11-B80D-1579251A8763}">
      <dgm:prSet/>
      <dgm:spPr/>
      <dgm:t>
        <a:bodyPr/>
        <a:lstStyle/>
        <a:p>
          <a:r>
            <a:rPr lang="en-MY"/>
            <a:t>Work with multiple environments.</a:t>
          </a:r>
          <a:endParaRPr lang="en-US"/>
        </a:p>
      </dgm:t>
    </dgm:pt>
    <dgm:pt modelId="{2EC067C9-4C82-4E9D-8AC2-F57E76623B66}" type="parTrans" cxnId="{3445C823-5CBB-4B2C-AD94-87FAD93B8F02}">
      <dgm:prSet/>
      <dgm:spPr/>
      <dgm:t>
        <a:bodyPr/>
        <a:lstStyle/>
        <a:p>
          <a:endParaRPr lang="en-US"/>
        </a:p>
      </dgm:t>
    </dgm:pt>
    <dgm:pt modelId="{26965E39-37CC-4A2C-99B6-781BA2ACA486}" type="sibTrans" cxnId="{3445C823-5CBB-4B2C-AD94-87FAD93B8F02}">
      <dgm:prSet/>
      <dgm:spPr/>
      <dgm:t>
        <a:bodyPr/>
        <a:lstStyle/>
        <a:p>
          <a:endParaRPr lang="en-US"/>
        </a:p>
      </dgm:t>
    </dgm:pt>
    <dgm:pt modelId="{42BC0359-1717-491E-A1C5-5672EB8470FF}">
      <dgm:prSet/>
      <dgm:spPr/>
      <dgm:t>
        <a:bodyPr/>
        <a:lstStyle/>
        <a:p>
          <a:r>
            <a:rPr lang="en-MY" b="1"/>
            <a:t>Security:</a:t>
          </a:r>
          <a:r>
            <a:rPr lang="en-MY"/>
            <a:t> </a:t>
          </a:r>
          <a:endParaRPr lang="en-US"/>
        </a:p>
      </dgm:t>
    </dgm:pt>
    <dgm:pt modelId="{04F18B78-AC20-4209-8AE1-33E7BCD4D847}" type="parTrans" cxnId="{81903492-E5DE-4A17-9546-4B75A2E4E03E}">
      <dgm:prSet/>
      <dgm:spPr/>
      <dgm:t>
        <a:bodyPr/>
        <a:lstStyle/>
        <a:p>
          <a:endParaRPr lang="en-US"/>
        </a:p>
      </dgm:t>
    </dgm:pt>
    <dgm:pt modelId="{F038D039-9B25-4039-8BAB-ED28B3DBD9EB}" type="sibTrans" cxnId="{81903492-E5DE-4A17-9546-4B75A2E4E03E}">
      <dgm:prSet/>
      <dgm:spPr/>
      <dgm:t>
        <a:bodyPr/>
        <a:lstStyle/>
        <a:p>
          <a:endParaRPr lang="en-US"/>
        </a:p>
      </dgm:t>
    </dgm:pt>
    <dgm:pt modelId="{D8D520E6-5450-4574-A049-C5102F74DFB8}">
      <dgm:prSet/>
      <dgm:spPr/>
      <dgm:t>
        <a:bodyPr/>
        <a:lstStyle/>
        <a:p>
          <a:r>
            <a:rPr lang="en-MY"/>
            <a:t>Data encryption and compliance support.</a:t>
          </a:r>
          <a:endParaRPr lang="en-US"/>
        </a:p>
      </dgm:t>
    </dgm:pt>
    <dgm:pt modelId="{468E8A11-35D7-4202-B48C-B7654695E738}" type="parTrans" cxnId="{C02B2BAF-83F7-4BAE-846E-34F330F9737C}">
      <dgm:prSet/>
      <dgm:spPr/>
      <dgm:t>
        <a:bodyPr/>
        <a:lstStyle/>
        <a:p>
          <a:endParaRPr lang="en-US"/>
        </a:p>
      </dgm:t>
    </dgm:pt>
    <dgm:pt modelId="{BFBD80EC-E6E8-4D5A-A54C-E5CCEABB96C8}" type="sibTrans" cxnId="{C02B2BAF-83F7-4BAE-846E-34F330F9737C}">
      <dgm:prSet/>
      <dgm:spPr/>
      <dgm:t>
        <a:bodyPr/>
        <a:lstStyle/>
        <a:p>
          <a:endParaRPr lang="en-US"/>
        </a:p>
      </dgm:t>
    </dgm:pt>
    <dgm:pt modelId="{12AD8C2B-FDFE-4819-9ABF-20E6ABC72A45}">
      <dgm:prSet/>
      <dgm:spPr/>
      <dgm:t>
        <a:bodyPr/>
        <a:lstStyle/>
        <a:p>
          <a:r>
            <a:rPr lang="en-MY" b="1"/>
            <a:t>Ease of Use:</a:t>
          </a:r>
          <a:r>
            <a:rPr lang="en-MY"/>
            <a:t> </a:t>
          </a:r>
          <a:endParaRPr lang="en-US"/>
        </a:p>
      </dgm:t>
    </dgm:pt>
    <dgm:pt modelId="{173F0039-3BE3-44B1-9695-A553FC3024EB}" type="parTrans" cxnId="{08B5A2B2-2ED9-43B6-B429-9E19ECC74268}">
      <dgm:prSet/>
      <dgm:spPr/>
      <dgm:t>
        <a:bodyPr/>
        <a:lstStyle/>
        <a:p>
          <a:endParaRPr lang="en-US"/>
        </a:p>
      </dgm:t>
    </dgm:pt>
    <dgm:pt modelId="{1BAA485A-3481-4F98-B56E-216B429E270F}" type="sibTrans" cxnId="{08B5A2B2-2ED9-43B6-B429-9E19ECC74268}">
      <dgm:prSet/>
      <dgm:spPr/>
      <dgm:t>
        <a:bodyPr/>
        <a:lstStyle/>
        <a:p>
          <a:endParaRPr lang="en-US"/>
        </a:p>
      </dgm:t>
    </dgm:pt>
    <dgm:pt modelId="{39A0A848-69A4-41AD-BB1C-4C35686E4B6F}">
      <dgm:prSet/>
      <dgm:spPr/>
      <dgm:t>
        <a:bodyPr/>
        <a:lstStyle/>
        <a:p>
          <a:r>
            <a:rPr lang="en-MY"/>
            <a:t>Low-code/drag-drop preferred.</a:t>
          </a:r>
          <a:endParaRPr lang="en-US"/>
        </a:p>
      </dgm:t>
    </dgm:pt>
    <dgm:pt modelId="{56D628EA-E135-42A9-9C65-4605C2D160C5}" type="parTrans" cxnId="{89458F93-DE53-43ED-A82F-3440D73DBF1D}">
      <dgm:prSet/>
      <dgm:spPr/>
      <dgm:t>
        <a:bodyPr/>
        <a:lstStyle/>
        <a:p>
          <a:endParaRPr lang="en-US"/>
        </a:p>
      </dgm:t>
    </dgm:pt>
    <dgm:pt modelId="{FFD658D4-46BF-4349-B5FA-23B7264FF0E8}" type="sibTrans" cxnId="{89458F93-DE53-43ED-A82F-3440D73DBF1D}">
      <dgm:prSet/>
      <dgm:spPr/>
      <dgm:t>
        <a:bodyPr/>
        <a:lstStyle/>
        <a:p>
          <a:endParaRPr lang="en-US"/>
        </a:p>
      </dgm:t>
    </dgm:pt>
    <dgm:pt modelId="{78C134C5-9DFB-BC49-B62E-9CA704ED0E14}" type="pres">
      <dgm:prSet presAssocID="{0927AD2A-A508-4A8B-89A7-B273858AE781}" presName="linear" presStyleCnt="0">
        <dgm:presLayoutVars>
          <dgm:dir/>
          <dgm:animLvl val="lvl"/>
          <dgm:resizeHandles val="exact"/>
        </dgm:presLayoutVars>
      </dgm:prSet>
      <dgm:spPr/>
    </dgm:pt>
    <dgm:pt modelId="{DB08DEE1-2557-134C-8D40-33685537ABC5}" type="pres">
      <dgm:prSet presAssocID="{B3A35330-FC9B-4D38-B13E-728D6EC5C885}" presName="parentLin" presStyleCnt="0"/>
      <dgm:spPr/>
    </dgm:pt>
    <dgm:pt modelId="{445E267A-0CA7-1544-9456-E6E55BC69976}" type="pres">
      <dgm:prSet presAssocID="{B3A35330-FC9B-4D38-B13E-728D6EC5C885}" presName="parentLeftMargin" presStyleLbl="node1" presStyleIdx="0" presStyleCnt="4"/>
      <dgm:spPr/>
    </dgm:pt>
    <dgm:pt modelId="{977C9921-DAFB-C145-B7F9-436E6E8F9688}" type="pres">
      <dgm:prSet presAssocID="{B3A35330-FC9B-4D38-B13E-728D6EC5C8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58F12D-A8AA-BE48-BCF0-25DAE6002101}" type="pres">
      <dgm:prSet presAssocID="{B3A35330-FC9B-4D38-B13E-728D6EC5C885}" presName="negativeSpace" presStyleCnt="0"/>
      <dgm:spPr/>
    </dgm:pt>
    <dgm:pt modelId="{7904CF29-0F19-694C-8B52-4AA5809D8562}" type="pres">
      <dgm:prSet presAssocID="{B3A35330-FC9B-4D38-B13E-728D6EC5C885}" presName="childText" presStyleLbl="conFgAcc1" presStyleIdx="0" presStyleCnt="4">
        <dgm:presLayoutVars>
          <dgm:bulletEnabled val="1"/>
        </dgm:presLayoutVars>
      </dgm:prSet>
      <dgm:spPr/>
    </dgm:pt>
    <dgm:pt modelId="{1BE25C51-9C2B-474E-ADF4-4B9F58EFB535}" type="pres">
      <dgm:prSet presAssocID="{A661A919-346D-467A-9A41-95AAFCDF448A}" presName="spaceBetweenRectangles" presStyleCnt="0"/>
      <dgm:spPr/>
    </dgm:pt>
    <dgm:pt modelId="{35ECFC7E-374F-4D44-9255-1B5482676A7E}" type="pres">
      <dgm:prSet presAssocID="{86E035B2-2165-4FE1-9F01-4483F962CD82}" presName="parentLin" presStyleCnt="0"/>
      <dgm:spPr/>
    </dgm:pt>
    <dgm:pt modelId="{30AFE736-C491-084D-A583-74DB26CEFBC1}" type="pres">
      <dgm:prSet presAssocID="{86E035B2-2165-4FE1-9F01-4483F962CD82}" presName="parentLeftMargin" presStyleLbl="node1" presStyleIdx="0" presStyleCnt="4"/>
      <dgm:spPr/>
    </dgm:pt>
    <dgm:pt modelId="{BE0D5A6E-8B67-5C4D-AEE2-861C94A6A4F5}" type="pres">
      <dgm:prSet presAssocID="{86E035B2-2165-4FE1-9F01-4483F962CD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99DE13-12F5-224C-92C4-66CEFB8DEC23}" type="pres">
      <dgm:prSet presAssocID="{86E035B2-2165-4FE1-9F01-4483F962CD82}" presName="negativeSpace" presStyleCnt="0"/>
      <dgm:spPr/>
    </dgm:pt>
    <dgm:pt modelId="{DFAE0FD2-EA2E-1E45-8858-A9D575E2DB65}" type="pres">
      <dgm:prSet presAssocID="{86E035B2-2165-4FE1-9F01-4483F962CD82}" presName="childText" presStyleLbl="conFgAcc1" presStyleIdx="1" presStyleCnt="4">
        <dgm:presLayoutVars>
          <dgm:bulletEnabled val="1"/>
        </dgm:presLayoutVars>
      </dgm:prSet>
      <dgm:spPr/>
    </dgm:pt>
    <dgm:pt modelId="{0A1C8F9C-73EB-4740-B0C8-B9B949B38343}" type="pres">
      <dgm:prSet presAssocID="{317E85C1-02E6-496D-AF72-CD73205DA460}" presName="spaceBetweenRectangles" presStyleCnt="0"/>
      <dgm:spPr/>
    </dgm:pt>
    <dgm:pt modelId="{0AA7A1F9-C055-2A45-AA43-66622170BE93}" type="pres">
      <dgm:prSet presAssocID="{42BC0359-1717-491E-A1C5-5672EB8470FF}" presName="parentLin" presStyleCnt="0"/>
      <dgm:spPr/>
    </dgm:pt>
    <dgm:pt modelId="{6E8D4491-C729-C74C-96BE-C4D8815CCCE3}" type="pres">
      <dgm:prSet presAssocID="{42BC0359-1717-491E-A1C5-5672EB8470FF}" presName="parentLeftMargin" presStyleLbl="node1" presStyleIdx="1" presStyleCnt="4"/>
      <dgm:spPr/>
    </dgm:pt>
    <dgm:pt modelId="{CB7A0EC8-A328-E34A-B868-415C44F00608}" type="pres">
      <dgm:prSet presAssocID="{42BC0359-1717-491E-A1C5-5672EB8470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B90A28-3ADE-4541-822E-92E0963BED74}" type="pres">
      <dgm:prSet presAssocID="{42BC0359-1717-491E-A1C5-5672EB8470FF}" presName="negativeSpace" presStyleCnt="0"/>
      <dgm:spPr/>
    </dgm:pt>
    <dgm:pt modelId="{1EDF3799-ABF1-D94B-82FE-44B45E4BB78D}" type="pres">
      <dgm:prSet presAssocID="{42BC0359-1717-491E-A1C5-5672EB8470FF}" presName="childText" presStyleLbl="conFgAcc1" presStyleIdx="2" presStyleCnt="4">
        <dgm:presLayoutVars>
          <dgm:bulletEnabled val="1"/>
        </dgm:presLayoutVars>
      </dgm:prSet>
      <dgm:spPr/>
    </dgm:pt>
    <dgm:pt modelId="{ECD6A80B-0838-7D47-AD27-687237D3BC08}" type="pres">
      <dgm:prSet presAssocID="{F038D039-9B25-4039-8BAB-ED28B3DBD9EB}" presName="spaceBetweenRectangles" presStyleCnt="0"/>
      <dgm:spPr/>
    </dgm:pt>
    <dgm:pt modelId="{1B2429C0-D4B5-3F4E-9E4E-D66538C2B1A6}" type="pres">
      <dgm:prSet presAssocID="{12AD8C2B-FDFE-4819-9ABF-20E6ABC72A45}" presName="parentLin" presStyleCnt="0"/>
      <dgm:spPr/>
    </dgm:pt>
    <dgm:pt modelId="{26D50FF5-60A8-724F-8A00-78E6008712B0}" type="pres">
      <dgm:prSet presAssocID="{12AD8C2B-FDFE-4819-9ABF-20E6ABC72A45}" presName="parentLeftMargin" presStyleLbl="node1" presStyleIdx="2" presStyleCnt="4"/>
      <dgm:spPr/>
    </dgm:pt>
    <dgm:pt modelId="{7D315F4C-DEEA-5E4B-B87E-D89CE754D58C}" type="pres">
      <dgm:prSet presAssocID="{12AD8C2B-FDFE-4819-9ABF-20E6ABC72A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9EC23F2-1462-B246-AA47-424C053E4DD0}" type="pres">
      <dgm:prSet presAssocID="{12AD8C2B-FDFE-4819-9ABF-20E6ABC72A45}" presName="negativeSpace" presStyleCnt="0"/>
      <dgm:spPr/>
    </dgm:pt>
    <dgm:pt modelId="{3D854039-8810-6E40-B6C3-269534632E59}" type="pres">
      <dgm:prSet presAssocID="{12AD8C2B-FDFE-4819-9ABF-20E6ABC72A4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9C2850F-061B-2340-BB18-95F20646E5D5}" type="presOf" srcId="{CD544286-6C6C-48F1-BE3B-F80B681D367C}" destId="{7904CF29-0F19-694C-8B52-4AA5809D8562}" srcOrd="0" destOrd="0" presId="urn:microsoft.com/office/officeart/2005/8/layout/list1"/>
    <dgm:cxn modelId="{8A3C461B-7E78-F049-AAA7-828679A83CC4}" type="presOf" srcId="{42BC0359-1717-491E-A1C5-5672EB8470FF}" destId="{CB7A0EC8-A328-E34A-B868-415C44F00608}" srcOrd="1" destOrd="0" presId="urn:microsoft.com/office/officeart/2005/8/layout/list1"/>
    <dgm:cxn modelId="{3388E71F-C7AA-6D4A-8CE7-D037FA8003EB}" type="presOf" srcId="{86E035B2-2165-4FE1-9F01-4483F962CD82}" destId="{BE0D5A6E-8B67-5C4D-AEE2-861C94A6A4F5}" srcOrd="1" destOrd="0" presId="urn:microsoft.com/office/officeart/2005/8/layout/list1"/>
    <dgm:cxn modelId="{3445C823-5CBB-4B2C-AD94-87FAD93B8F02}" srcId="{86E035B2-2165-4FE1-9F01-4483F962CD82}" destId="{D294FAB8-2CB3-4B11-B80D-1579251A8763}" srcOrd="0" destOrd="0" parTransId="{2EC067C9-4C82-4E9D-8AC2-F57E76623B66}" sibTransId="{26965E39-37CC-4A2C-99B6-781BA2ACA486}"/>
    <dgm:cxn modelId="{9D27EE23-C203-485B-914E-12F09743E92F}" srcId="{0927AD2A-A508-4A8B-89A7-B273858AE781}" destId="{B3A35330-FC9B-4D38-B13E-728D6EC5C885}" srcOrd="0" destOrd="0" parTransId="{18CEFBC8-1E24-4945-9DF9-3AB26043010E}" sibTransId="{A661A919-346D-467A-9A41-95AAFCDF448A}"/>
    <dgm:cxn modelId="{A79A323E-5DF4-3746-B8E1-8CFA4790A108}" type="presOf" srcId="{D8D520E6-5450-4574-A049-C5102F74DFB8}" destId="{1EDF3799-ABF1-D94B-82FE-44B45E4BB78D}" srcOrd="0" destOrd="0" presId="urn:microsoft.com/office/officeart/2005/8/layout/list1"/>
    <dgm:cxn modelId="{8C546F75-ADFA-9B43-973D-37A279097E30}" type="presOf" srcId="{42BC0359-1717-491E-A1C5-5672EB8470FF}" destId="{6E8D4491-C729-C74C-96BE-C4D8815CCCE3}" srcOrd="0" destOrd="0" presId="urn:microsoft.com/office/officeart/2005/8/layout/list1"/>
    <dgm:cxn modelId="{AFA6E376-6F55-4B66-ACEB-CA85A3E9D6BD}" srcId="{B3A35330-FC9B-4D38-B13E-728D6EC5C885}" destId="{CD544286-6C6C-48F1-BE3B-F80B681D367C}" srcOrd="0" destOrd="0" parTransId="{553F2E4D-B85F-4104-A42F-232026832DAD}" sibTransId="{AD88B0FF-848F-4A7E-A1AF-66866EA3F4C9}"/>
    <dgm:cxn modelId="{8B5AA27A-FEF1-4D46-8D2F-DE29D1AC7850}" type="presOf" srcId="{B3A35330-FC9B-4D38-B13E-728D6EC5C885}" destId="{445E267A-0CA7-1544-9456-E6E55BC69976}" srcOrd="0" destOrd="0" presId="urn:microsoft.com/office/officeart/2005/8/layout/list1"/>
    <dgm:cxn modelId="{34BE738A-696E-9E4C-A3BB-455F4E159BB6}" type="presOf" srcId="{39A0A848-69A4-41AD-BB1C-4C35686E4B6F}" destId="{3D854039-8810-6E40-B6C3-269534632E59}" srcOrd="0" destOrd="0" presId="urn:microsoft.com/office/officeart/2005/8/layout/list1"/>
    <dgm:cxn modelId="{81903492-E5DE-4A17-9546-4B75A2E4E03E}" srcId="{0927AD2A-A508-4A8B-89A7-B273858AE781}" destId="{42BC0359-1717-491E-A1C5-5672EB8470FF}" srcOrd="2" destOrd="0" parTransId="{04F18B78-AC20-4209-8AE1-33E7BCD4D847}" sibTransId="{F038D039-9B25-4039-8BAB-ED28B3DBD9EB}"/>
    <dgm:cxn modelId="{89458F93-DE53-43ED-A82F-3440D73DBF1D}" srcId="{12AD8C2B-FDFE-4819-9ABF-20E6ABC72A45}" destId="{39A0A848-69A4-41AD-BB1C-4C35686E4B6F}" srcOrd="0" destOrd="0" parTransId="{56D628EA-E135-42A9-9C65-4605C2D160C5}" sibTransId="{FFD658D4-46BF-4349-B5FA-23B7264FF0E8}"/>
    <dgm:cxn modelId="{3FE7EA98-DA1E-4DCD-B690-F548C669D312}" srcId="{0927AD2A-A508-4A8B-89A7-B273858AE781}" destId="{86E035B2-2165-4FE1-9F01-4483F962CD82}" srcOrd="1" destOrd="0" parTransId="{8623F7CD-C9A6-4341-9751-A8240903560D}" sibTransId="{317E85C1-02E6-496D-AF72-CD73205DA460}"/>
    <dgm:cxn modelId="{CE5CC69E-A705-3640-89EB-96549CAC6AB5}" type="presOf" srcId="{B3A35330-FC9B-4D38-B13E-728D6EC5C885}" destId="{977C9921-DAFB-C145-B7F9-436E6E8F9688}" srcOrd="1" destOrd="0" presId="urn:microsoft.com/office/officeart/2005/8/layout/list1"/>
    <dgm:cxn modelId="{C02B2BAF-83F7-4BAE-846E-34F330F9737C}" srcId="{42BC0359-1717-491E-A1C5-5672EB8470FF}" destId="{D8D520E6-5450-4574-A049-C5102F74DFB8}" srcOrd="0" destOrd="0" parTransId="{468E8A11-35D7-4202-B48C-B7654695E738}" sibTransId="{BFBD80EC-E6E8-4D5A-A54C-E5CCEABB96C8}"/>
    <dgm:cxn modelId="{08B5A2B2-2ED9-43B6-B429-9E19ECC74268}" srcId="{0927AD2A-A508-4A8B-89A7-B273858AE781}" destId="{12AD8C2B-FDFE-4819-9ABF-20E6ABC72A45}" srcOrd="3" destOrd="0" parTransId="{173F0039-3BE3-44B1-9695-A553FC3024EB}" sibTransId="{1BAA485A-3481-4F98-B56E-216B429E270F}"/>
    <dgm:cxn modelId="{C3C837B8-480F-B84E-8044-8534BB7C3F2E}" type="presOf" srcId="{12AD8C2B-FDFE-4819-9ABF-20E6ABC72A45}" destId="{7D315F4C-DEEA-5E4B-B87E-D89CE754D58C}" srcOrd="1" destOrd="0" presId="urn:microsoft.com/office/officeart/2005/8/layout/list1"/>
    <dgm:cxn modelId="{649D5BB9-031B-AA49-AAC6-770011BE9291}" type="presOf" srcId="{86E035B2-2165-4FE1-9F01-4483F962CD82}" destId="{30AFE736-C491-084D-A583-74DB26CEFBC1}" srcOrd="0" destOrd="0" presId="urn:microsoft.com/office/officeart/2005/8/layout/list1"/>
    <dgm:cxn modelId="{6521AAD2-706D-A34E-890A-F79130258EC0}" type="presOf" srcId="{D294FAB8-2CB3-4B11-B80D-1579251A8763}" destId="{DFAE0FD2-EA2E-1E45-8858-A9D575E2DB65}" srcOrd="0" destOrd="0" presId="urn:microsoft.com/office/officeart/2005/8/layout/list1"/>
    <dgm:cxn modelId="{0968CAEC-7A23-1F4D-94A1-43B39695D6FB}" type="presOf" srcId="{0927AD2A-A508-4A8B-89A7-B273858AE781}" destId="{78C134C5-9DFB-BC49-B62E-9CA704ED0E14}" srcOrd="0" destOrd="0" presId="urn:microsoft.com/office/officeart/2005/8/layout/list1"/>
    <dgm:cxn modelId="{A1FC9CF7-1403-5B45-A840-C6B8D4A9C158}" type="presOf" srcId="{12AD8C2B-FDFE-4819-9ABF-20E6ABC72A45}" destId="{26D50FF5-60A8-724F-8A00-78E6008712B0}" srcOrd="0" destOrd="0" presId="urn:microsoft.com/office/officeart/2005/8/layout/list1"/>
    <dgm:cxn modelId="{4DE1AF14-B3CC-E74E-8841-503531F3781F}" type="presParOf" srcId="{78C134C5-9DFB-BC49-B62E-9CA704ED0E14}" destId="{DB08DEE1-2557-134C-8D40-33685537ABC5}" srcOrd="0" destOrd="0" presId="urn:microsoft.com/office/officeart/2005/8/layout/list1"/>
    <dgm:cxn modelId="{0D7A0583-E505-3C41-A02F-561CD47F6F4F}" type="presParOf" srcId="{DB08DEE1-2557-134C-8D40-33685537ABC5}" destId="{445E267A-0CA7-1544-9456-E6E55BC69976}" srcOrd="0" destOrd="0" presId="urn:microsoft.com/office/officeart/2005/8/layout/list1"/>
    <dgm:cxn modelId="{2C81CB5A-5DE0-7B4E-B167-ACB2AC5B665D}" type="presParOf" srcId="{DB08DEE1-2557-134C-8D40-33685537ABC5}" destId="{977C9921-DAFB-C145-B7F9-436E6E8F9688}" srcOrd="1" destOrd="0" presId="urn:microsoft.com/office/officeart/2005/8/layout/list1"/>
    <dgm:cxn modelId="{256CC793-B898-464F-A84C-FC4EAE629CE6}" type="presParOf" srcId="{78C134C5-9DFB-BC49-B62E-9CA704ED0E14}" destId="{2358F12D-A8AA-BE48-BCF0-25DAE6002101}" srcOrd="1" destOrd="0" presId="urn:microsoft.com/office/officeart/2005/8/layout/list1"/>
    <dgm:cxn modelId="{92B90ECE-7723-034A-AE69-97BB571262ED}" type="presParOf" srcId="{78C134C5-9DFB-BC49-B62E-9CA704ED0E14}" destId="{7904CF29-0F19-694C-8B52-4AA5809D8562}" srcOrd="2" destOrd="0" presId="urn:microsoft.com/office/officeart/2005/8/layout/list1"/>
    <dgm:cxn modelId="{F0626D62-FF6F-7749-8B0D-15229D7FCAB5}" type="presParOf" srcId="{78C134C5-9DFB-BC49-B62E-9CA704ED0E14}" destId="{1BE25C51-9C2B-474E-ADF4-4B9F58EFB535}" srcOrd="3" destOrd="0" presId="urn:microsoft.com/office/officeart/2005/8/layout/list1"/>
    <dgm:cxn modelId="{3D37F81B-7CDF-FA42-B857-3D0127F5FCE1}" type="presParOf" srcId="{78C134C5-9DFB-BC49-B62E-9CA704ED0E14}" destId="{35ECFC7E-374F-4D44-9255-1B5482676A7E}" srcOrd="4" destOrd="0" presId="urn:microsoft.com/office/officeart/2005/8/layout/list1"/>
    <dgm:cxn modelId="{0C3BF7EE-5890-2047-9FA2-485FB1ADEAD0}" type="presParOf" srcId="{35ECFC7E-374F-4D44-9255-1B5482676A7E}" destId="{30AFE736-C491-084D-A583-74DB26CEFBC1}" srcOrd="0" destOrd="0" presId="urn:microsoft.com/office/officeart/2005/8/layout/list1"/>
    <dgm:cxn modelId="{C00D88E6-86CD-1B41-A6DA-D27DF11B0A6A}" type="presParOf" srcId="{35ECFC7E-374F-4D44-9255-1B5482676A7E}" destId="{BE0D5A6E-8B67-5C4D-AEE2-861C94A6A4F5}" srcOrd="1" destOrd="0" presId="urn:microsoft.com/office/officeart/2005/8/layout/list1"/>
    <dgm:cxn modelId="{306D1FAB-2047-9E4C-A1A2-D99FF0AE6CF6}" type="presParOf" srcId="{78C134C5-9DFB-BC49-B62E-9CA704ED0E14}" destId="{1899DE13-12F5-224C-92C4-66CEFB8DEC23}" srcOrd="5" destOrd="0" presId="urn:microsoft.com/office/officeart/2005/8/layout/list1"/>
    <dgm:cxn modelId="{150242C7-6B7A-B444-8666-158E5E176783}" type="presParOf" srcId="{78C134C5-9DFB-BC49-B62E-9CA704ED0E14}" destId="{DFAE0FD2-EA2E-1E45-8858-A9D575E2DB65}" srcOrd="6" destOrd="0" presId="urn:microsoft.com/office/officeart/2005/8/layout/list1"/>
    <dgm:cxn modelId="{7A41B734-D83A-7D44-9F6C-1B696941FE6E}" type="presParOf" srcId="{78C134C5-9DFB-BC49-B62E-9CA704ED0E14}" destId="{0A1C8F9C-73EB-4740-B0C8-B9B949B38343}" srcOrd="7" destOrd="0" presId="urn:microsoft.com/office/officeart/2005/8/layout/list1"/>
    <dgm:cxn modelId="{2D211518-6E3F-1F4B-8020-259404B93CD6}" type="presParOf" srcId="{78C134C5-9DFB-BC49-B62E-9CA704ED0E14}" destId="{0AA7A1F9-C055-2A45-AA43-66622170BE93}" srcOrd="8" destOrd="0" presId="urn:microsoft.com/office/officeart/2005/8/layout/list1"/>
    <dgm:cxn modelId="{4B8ED8FE-A1E2-F143-B5C0-D357F479534C}" type="presParOf" srcId="{0AA7A1F9-C055-2A45-AA43-66622170BE93}" destId="{6E8D4491-C729-C74C-96BE-C4D8815CCCE3}" srcOrd="0" destOrd="0" presId="urn:microsoft.com/office/officeart/2005/8/layout/list1"/>
    <dgm:cxn modelId="{1335AB9C-DCB3-DB47-9EA5-36424AFE8C2F}" type="presParOf" srcId="{0AA7A1F9-C055-2A45-AA43-66622170BE93}" destId="{CB7A0EC8-A328-E34A-B868-415C44F00608}" srcOrd="1" destOrd="0" presId="urn:microsoft.com/office/officeart/2005/8/layout/list1"/>
    <dgm:cxn modelId="{4DF62ACC-E22F-2943-9E7E-5E8D051CC205}" type="presParOf" srcId="{78C134C5-9DFB-BC49-B62E-9CA704ED0E14}" destId="{5CB90A28-3ADE-4541-822E-92E0963BED74}" srcOrd="9" destOrd="0" presId="urn:microsoft.com/office/officeart/2005/8/layout/list1"/>
    <dgm:cxn modelId="{7EB75154-7F11-1845-9A3F-0035A576E815}" type="presParOf" srcId="{78C134C5-9DFB-BC49-B62E-9CA704ED0E14}" destId="{1EDF3799-ABF1-D94B-82FE-44B45E4BB78D}" srcOrd="10" destOrd="0" presId="urn:microsoft.com/office/officeart/2005/8/layout/list1"/>
    <dgm:cxn modelId="{33DBBB1C-2D98-B640-8F9C-3DC39D820E23}" type="presParOf" srcId="{78C134C5-9DFB-BC49-B62E-9CA704ED0E14}" destId="{ECD6A80B-0838-7D47-AD27-687237D3BC08}" srcOrd="11" destOrd="0" presId="urn:microsoft.com/office/officeart/2005/8/layout/list1"/>
    <dgm:cxn modelId="{C76D689B-3BE1-1548-B033-401F4E34A602}" type="presParOf" srcId="{78C134C5-9DFB-BC49-B62E-9CA704ED0E14}" destId="{1B2429C0-D4B5-3F4E-9E4E-D66538C2B1A6}" srcOrd="12" destOrd="0" presId="urn:microsoft.com/office/officeart/2005/8/layout/list1"/>
    <dgm:cxn modelId="{179A68B6-E774-0143-B617-A207375168E2}" type="presParOf" srcId="{1B2429C0-D4B5-3F4E-9E4E-D66538C2B1A6}" destId="{26D50FF5-60A8-724F-8A00-78E6008712B0}" srcOrd="0" destOrd="0" presId="urn:microsoft.com/office/officeart/2005/8/layout/list1"/>
    <dgm:cxn modelId="{2B321A31-D612-0A46-A219-D82D08FCDA50}" type="presParOf" srcId="{1B2429C0-D4B5-3F4E-9E4E-D66538C2B1A6}" destId="{7D315F4C-DEEA-5E4B-B87E-D89CE754D58C}" srcOrd="1" destOrd="0" presId="urn:microsoft.com/office/officeart/2005/8/layout/list1"/>
    <dgm:cxn modelId="{DEF840EA-1CAC-7C43-AF4D-0A1F045CDCBC}" type="presParOf" srcId="{78C134C5-9DFB-BC49-B62E-9CA704ED0E14}" destId="{99EC23F2-1462-B246-AA47-424C053E4DD0}" srcOrd="13" destOrd="0" presId="urn:microsoft.com/office/officeart/2005/8/layout/list1"/>
    <dgm:cxn modelId="{1C7965E9-6286-984E-90C4-8A161B3A0349}" type="presParOf" srcId="{78C134C5-9DFB-BC49-B62E-9CA704ED0E14}" destId="{3D854039-8810-6E40-B6C3-269534632E5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5CB2977-7A6F-4D20-94A7-998DB729B8E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DE0290-5128-4E12-99FA-FAF240ACE1CF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/>
            <a:t>Low-code iPaaS (Integration Platform as a Service)</a:t>
          </a:r>
          <a:endParaRPr lang="en-US"/>
        </a:p>
      </dgm:t>
    </dgm:pt>
    <dgm:pt modelId="{14125549-2313-4C4E-8789-65E0BC85D72E}" type="parTrans" cxnId="{948231DE-5F36-4186-85CB-268E7E8B1BA7}">
      <dgm:prSet/>
      <dgm:spPr/>
      <dgm:t>
        <a:bodyPr/>
        <a:lstStyle/>
        <a:p>
          <a:endParaRPr lang="en-US"/>
        </a:p>
      </dgm:t>
    </dgm:pt>
    <dgm:pt modelId="{81724048-267A-46BD-8EB6-EEEA22815054}" type="sibTrans" cxnId="{948231DE-5F36-4186-85CB-268E7E8B1BA7}">
      <dgm:prSet/>
      <dgm:spPr/>
      <dgm:t>
        <a:bodyPr/>
        <a:lstStyle/>
        <a:p>
          <a:endParaRPr lang="en-US"/>
        </a:p>
      </dgm:t>
    </dgm:pt>
    <dgm:pt modelId="{D7D7413D-F639-47BE-828A-97EE7733BB12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Supports connecting cloud and on-premise systems.</a:t>
          </a:r>
          <a:endParaRPr lang="en-US"/>
        </a:p>
      </dgm:t>
    </dgm:pt>
    <dgm:pt modelId="{D847B77B-0820-4F6F-BC25-6AB6522D15F4}" type="parTrans" cxnId="{9585B1C0-525D-4791-A444-953CFD585A9F}">
      <dgm:prSet/>
      <dgm:spPr/>
      <dgm:t>
        <a:bodyPr/>
        <a:lstStyle/>
        <a:p>
          <a:endParaRPr lang="en-US"/>
        </a:p>
      </dgm:t>
    </dgm:pt>
    <dgm:pt modelId="{A197D695-7E82-483D-8EFB-CF4E94D3DB91}" type="sibTrans" cxnId="{9585B1C0-525D-4791-A444-953CFD585A9F}">
      <dgm:prSet/>
      <dgm:spPr/>
      <dgm:t>
        <a:bodyPr/>
        <a:lstStyle/>
        <a:p>
          <a:endParaRPr lang="en-US"/>
        </a:p>
      </dgm:t>
    </dgm:pt>
    <dgm:pt modelId="{610501C6-3DCD-44E2-B6BF-59A3250E8F27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Visual data mapping and transformation.</a:t>
          </a:r>
          <a:endParaRPr lang="en-US"/>
        </a:p>
      </dgm:t>
    </dgm:pt>
    <dgm:pt modelId="{C61AFF69-FA70-4672-8D84-6A064FFE2D0C}" type="parTrans" cxnId="{260F41EA-637D-4B8A-8ADB-678A68854C70}">
      <dgm:prSet/>
      <dgm:spPr/>
      <dgm:t>
        <a:bodyPr/>
        <a:lstStyle/>
        <a:p>
          <a:endParaRPr lang="en-US"/>
        </a:p>
      </dgm:t>
    </dgm:pt>
    <dgm:pt modelId="{866891FB-F5AC-4C8A-B0E4-8A9DEE66091F}" type="sibTrans" cxnId="{260F41EA-637D-4B8A-8ADB-678A68854C70}">
      <dgm:prSet/>
      <dgm:spPr/>
      <dgm:t>
        <a:bodyPr/>
        <a:lstStyle/>
        <a:p>
          <a:endParaRPr lang="en-US"/>
        </a:p>
      </dgm:t>
    </dgm:pt>
    <dgm:pt modelId="{39C7169B-4A09-428B-841F-C551ED9C5951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Real-time and scheduled integrations.</a:t>
          </a:r>
          <a:endParaRPr lang="en-US"/>
        </a:p>
      </dgm:t>
    </dgm:pt>
    <dgm:pt modelId="{CD572A7B-E58F-4AF2-8F68-22485CCF0A64}" type="parTrans" cxnId="{3E62C170-2AF1-4FB7-9713-9EF556772478}">
      <dgm:prSet/>
      <dgm:spPr/>
      <dgm:t>
        <a:bodyPr/>
        <a:lstStyle/>
        <a:p>
          <a:endParaRPr lang="en-US"/>
        </a:p>
      </dgm:t>
    </dgm:pt>
    <dgm:pt modelId="{01ACD61C-43A9-4322-B178-9BE1549BE245}" type="sibTrans" cxnId="{3E62C170-2AF1-4FB7-9713-9EF556772478}">
      <dgm:prSet/>
      <dgm:spPr/>
      <dgm:t>
        <a:bodyPr/>
        <a:lstStyle/>
        <a:p>
          <a:endParaRPr lang="en-US"/>
        </a:p>
      </dgm:t>
    </dgm:pt>
    <dgm:pt modelId="{1D179843-79BE-4400-8C48-2D12600AC1EA}" type="pres">
      <dgm:prSet presAssocID="{55CB2977-7A6F-4D20-94A7-998DB729B8EA}" presName="root" presStyleCnt="0">
        <dgm:presLayoutVars>
          <dgm:dir/>
          <dgm:resizeHandles val="exact"/>
        </dgm:presLayoutVars>
      </dgm:prSet>
      <dgm:spPr/>
    </dgm:pt>
    <dgm:pt modelId="{3EACA1AD-CDB8-4712-8D38-B651C38D3686}" type="pres">
      <dgm:prSet presAssocID="{F4DE0290-5128-4E12-99FA-FAF240ACE1CF}" presName="compNode" presStyleCnt="0"/>
      <dgm:spPr/>
    </dgm:pt>
    <dgm:pt modelId="{845AE7AA-A1F7-4B41-96A0-9DFA237CDD41}" type="pres">
      <dgm:prSet presAssocID="{F4DE0290-5128-4E12-99FA-FAF240ACE1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B9E725-DFC9-4DE5-B50B-3C946A445480}" type="pres">
      <dgm:prSet presAssocID="{F4DE0290-5128-4E12-99FA-FAF240ACE1CF}" presName="spaceRect" presStyleCnt="0"/>
      <dgm:spPr/>
    </dgm:pt>
    <dgm:pt modelId="{B6BB21EF-B8CB-46D4-BEE3-AE3CE7424BF3}" type="pres">
      <dgm:prSet presAssocID="{F4DE0290-5128-4E12-99FA-FAF240ACE1CF}" presName="textRect" presStyleLbl="revTx" presStyleIdx="0" presStyleCnt="4">
        <dgm:presLayoutVars>
          <dgm:chMax val="1"/>
          <dgm:chPref val="1"/>
        </dgm:presLayoutVars>
      </dgm:prSet>
      <dgm:spPr/>
    </dgm:pt>
    <dgm:pt modelId="{E7F85D74-B5E8-4338-949A-135C7C630101}" type="pres">
      <dgm:prSet presAssocID="{81724048-267A-46BD-8EB6-EEEA22815054}" presName="sibTrans" presStyleCnt="0"/>
      <dgm:spPr/>
    </dgm:pt>
    <dgm:pt modelId="{D659D497-9351-4B77-AFFC-CEAA646B6247}" type="pres">
      <dgm:prSet presAssocID="{D7D7413D-F639-47BE-828A-97EE7733BB12}" presName="compNode" presStyleCnt="0"/>
      <dgm:spPr/>
    </dgm:pt>
    <dgm:pt modelId="{CE4E7EAF-2E26-4FFD-9A4E-627952E988F5}" type="pres">
      <dgm:prSet presAssocID="{D7D7413D-F639-47BE-828A-97EE7733BB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271A513-B3F4-4666-A90A-6DB34A8678DC}" type="pres">
      <dgm:prSet presAssocID="{D7D7413D-F639-47BE-828A-97EE7733BB12}" presName="spaceRect" presStyleCnt="0"/>
      <dgm:spPr/>
    </dgm:pt>
    <dgm:pt modelId="{BF6B9FE0-686A-4DDC-897D-6EF8B83ADD04}" type="pres">
      <dgm:prSet presAssocID="{D7D7413D-F639-47BE-828A-97EE7733BB12}" presName="textRect" presStyleLbl="revTx" presStyleIdx="1" presStyleCnt="4">
        <dgm:presLayoutVars>
          <dgm:chMax val="1"/>
          <dgm:chPref val="1"/>
        </dgm:presLayoutVars>
      </dgm:prSet>
      <dgm:spPr/>
    </dgm:pt>
    <dgm:pt modelId="{C573CA27-4399-46D7-B559-4B5849834C81}" type="pres">
      <dgm:prSet presAssocID="{A197D695-7E82-483D-8EFB-CF4E94D3DB91}" presName="sibTrans" presStyleCnt="0"/>
      <dgm:spPr/>
    </dgm:pt>
    <dgm:pt modelId="{02B9615F-6FF1-4311-85EE-1AF33A7ADE9B}" type="pres">
      <dgm:prSet presAssocID="{610501C6-3DCD-44E2-B6BF-59A3250E8F27}" presName="compNode" presStyleCnt="0"/>
      <dgm:spPr/>
    </dgm:pt>
    <dgm:pt modelId="{598D1C03-2871-4BEE-8144-180AD9008C4D}" type="pres">
      <dgm:prSet presAssocID="{610501C6-3DCD-44E2-B6BF-59A3250E8F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6909B1BE-6A8F-4D80-8CE1-27E630C89117}" type="pres">
      <dgm:prSet presAssocID="{610501C6-3DCD-44E2-B6BF-59A3250E8F27}" presName="spaceRect" presStyleCnt="0"/>
      <dgm:spPr/>
    </dgm:pt>
    <dgm:pt modelId="{A6AF3A4D-801D-4C04-8DC3-5891FB4FF34C}" type="pres">
      <dgm:prSet presAssocID="{610501C6-3DCD-44E2-B6BF-59A3250E8F27}" presName="textRect" presStyleLbl="revTx" presStyleIdx="2" presStyleCnt="4">
        <dgm:presLayoutVars>
          <dgm:chMax val="1"/>
          <dgm:chPref val="1"/>
        </dgm:presLayoutVars>
      </dgm:prSet>
      <dgm:spPr/>
    </dgm:pt>
    <dgm:pt modelId="{C9BAE340-594A-4C7B-ADE6-ED31710943ED}" type="pres">
      <dgm:prSet presAssocID="{866891FB-F5AC-4C8A-B0E4-8A9DEE66091F}" presName="sibTrans" presStyleCnt="0"/>
      <dgm:spPr/>
    </dgm:pt>
    <dgm:pt modelId="{557569D7-13BB-4EA8-BA8F-FF9C6AF8ED19}" type="pres">
      <dgm:prSet presAssocID="{39C7169B-4A09-428B-841F-C551ED9C5951}" presName="compNode" presStyleCnt="0"/>
      <dgm:spPr/>
    </dgm:pt>
    <dgm:pt modelId="{4BBF32E5-F8BF-45FD-846D-37D26548BDC6}" type="pres">
      <dgm:prSet presAssocID="{39C7169B-4A09-428B-841F-C551ED9C59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4EFE8D13-60A1-422B-91CF-CCF85C860964}" type="pres">
      <dgm:prSet presAssocID="{39C7169B-4A09-428B-841F-C551ED9C5951}" presName="spaceRect" presStyleCnt="0"/>
      <dgm:spPr/>
    </dgm:pt>
    <dgm:pt modelId="{5511A2DE-0B62-40E9-B31E-BD3BD728FC5E}" type="pres">
      <dgm:prSet presAssocID="{39C7169B-4A09-428B-841F-C551ED9C595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C8BE10-B25E-408F-AAC4-19EE9F7B2CA4}" type="presOf" srcId="{55CB2977-7A6F-4D20-94A7-998DB729B8EA}" destId="{1D179843-79BE-4400-8C48-2D12600AC1EA}" srcOrd="0" destOrd="0" presId="urn:microsoft.com/office/officeart/2018/2/layout/IconLabelList"/>
    <dgm:cxn modelId="{B67E6C16-A4E7-4521-8C1D-203AFD8006C5}" type="presOf" srcId="{D7D7413D-F639-47BE-828A-97EE7733BB12}" destId="{BF6B9FE0-686A-4DDC-897D-6EF8B83ADD04}" srcOrd="0" destOrd="0" presId="urn:microsoft.com/office/officeart/2018/2/layout/IconLabelList"/>
    <dgm:cxn modelId="{3E62C170-2AF1-4FB7-9713-9EF556772478}" srcId="{55CB2977-7A6F-4D20-94A7-998DB729B8EA}" destId="{39C7169B-4A09-428B-841F-C551ED9C5951}" srcOrd="3" destOrd="0" parTransId="{CD572A7B-E58F-4AF2-8F68-22485CCF0A64}" sibTransId="{01ACD61C-43A9-4322-B178-9BE1549BE245}"/>
    <dgm:cxn modelId="{6805A9A4-6B06-4525-8CD7-A16F1D4F9399}" type="presOf" srcId="{F4DE0290-5128-4E12-99FA-FAF240ACE1CF}" destId="{B6BB21EF-B8CB-46D4-BEE3-AE3CE7424BF3}" srcOrd="0" destOrd="0" presId="urn:microsoft.com/office/officeart/2018/2/layout/IconLabelList"/>
    <dgm:cxn modelId="{5EC4E5BA-4EB7-4007-944C-B3EB3F9D5457}" type="presOf" srcId="{39C7169B-4A09-428B-841F-C551ED9C5951}" destId="{5511A2DE-0B62-40E9-B31E-BD3BD728FC5E}" srcOrd="0" destOrd="0" presId="urn:microsoft.com/office/officeart/2018/2/layout/IconLabelList"/>
    <dgm:cxn modelId="{9585B1C0-525D-4791-A444-953CFD585A9F}" srcId="{55CB2977-7A6F-4D20-94A7-998DB729B8EA}" destId="{D7D7413D-F639-47BE-828A-97EE7733BB12}" srcOrd="1" destOrd="0" parTransId="{D847B77B-0820-4F6F-BC25-6AB6522D15F4}" sibTransId="{A197D695-7E82-483D-8EFB-CF4E94D3DB91}"/>
    <dgm:cxn modelId="{6CAFFFDB-9489-4635-A3F0-FE36DB6C25E7}" type="presOf" srcId="{610501C6-3DCD-44E2-B6BF-59A3250E8F27}" destId="{A6AF3A4D-801D-4C04-8DC3-5891FB4FF34C}" srcOrd="0" destOrd="0" presId="urn:microsoft.com/office/officeart/2018/2/layout/IconLabelList"/>
    <dgm:cxn modelId="{948231DE-5F36-4186-85CB-268E7E8B1BA7}" srcId="{55CB2977-7A6F-4D20-94A7-998DB729B8EA}" destId="{F4DE0290-5128-4E12-99FA-FAF240ACE1CF}" srcOrd="0" destOrd="0" parTransId="{14125549-2313-4C4E-8789-65E0BC85D72E}" sibTransId="{81724048-267A-46BD-8EB6-EEEA22815054}"/>
    <dgm:cxn modelId="{260F41EA-637D-4B8A-8ADB-678A68854C70}" srcId="{55CB2977-7A6F-4D20-94A7-998DB729B8EA}" destId="{610501C6-3DCD-44E2-B6BF-59A3250E8F27}" srcOrd="2" destOrd="0" parTransId="{C61AFF69-FA70-4672-8D84-6A064FFE2D0C}" sibTransId="{866891FB-F5AC-4C8A-B0E4-8A9DEE66091F}"/>
    <dgm:cxn modelId="{A594CB5D-AB70-4DA5-9BB9-9E4174E74621}" type="presParOf" srcId="{1D179843-79BE-4400-8C48-2D12600AC1EA}" destId="{3EACA1AD-CDB8-4712-8D38-B651C38D3686}" srcOrd="0" destOrd="0" presId="urn:microsoft.com/office/officeart/2018/2/layout/IconLabelList"/>
    <dgm:cxn modelId="{4CD32967-6889-4296-93B7-939316F3B504}" type="presParOf" srcId="{3EACA1AD-CDB8-4712-8D38-B651C38D3686}" destId="{845AE7AA-A1F7-4B41-96A0-9DFA237CDD41}" srcOrd="0" destOrd="0" presId="urn:microsoft.com/office/officeart/2018/2/layout/IconLabelList"/>
    <dgm:cxn modelId="{FE88B269-4C65-46C8-9A54-1C0056C64E2C}" type="presParOf" srcId="{3EACA1AD-CDB8-4712-8D38-B651C38D3686}" destId="{5DB9E725-DFC9-4DE5-B50B-3C946A445480}" srcOrd="1" destOrd="0" presId="urn:microsoft.com/office/officeart/2018/2/layout/IconLabelList"/>
    <dgm:cxn modelId="{9B90441B-FA67-437C-BDB0-D2288ED8D1E8}" type="presParOf" srcId="{3EACA1AD-CDB8-4712-8D38-B651C38D3686}" destId="{B6BB21EF-B8CB-46D4-BEE3-AE3CE7424BF3}" srcOrd="2" destOrd="0" presId="urn:microsoft.com/office/officeart/2018/2/layout/IconLabelList"/>
    <dgm:cxn modelId="{34BC3C78-C67A-42F4-80A6-64BF25DBFDE5}" type="presParOf" srcId="{1D179843-79BE-4400-8C48-2D12600AC1EA}" destId="{E7F85D74-B5E8-4338-949A-135C7C630101}" srcOrd="1" destOrd="0" presId="urn:microsoft.com/office/officeart/2018/2/layout/IconLabelList"/>
    <dgm:cxn modelId="{2D7D32B7-E375-4A5E-85B9-6E7AAB50367F}" type="presParOf" srcId="{1D179843-79BE-4400-8C48-2D12600AC1EA}" destId="{D659D497-9351-4B77-AFFC-CEAA646B6247}" srcOrd="2" destOrd="0" presId="urn:microsoft.com/office/officeart/2018/2/layout/IconLabelList"/>
    <dgm:cxn modelId="{5C1690AE-FF74-4FDB-960B-0F146AD1E69E}" type="presParOf" srcId="{D659D497-9351-4B77-AFFC-CEAA646B6247}" destId="{CE4E7EAF-2E26-4FFD-9A4E-627952E988F5}" srcOrd="0" destOrd="0" presId="urn:microsoft.com/office/officeart/2018/2/layout/IconLabelList"/>
    <dgm:cxn modelId="{FD40082E-F1D2-45FF-BD85-C3C6B4649874}" type="presParOf" srcId="{D659D497-9351-4B77-AFFC-CEAA646B6247}" destId="{3271A513-B3F4-4666-A90A-6DB34A8678DC}" srcOrd="1" destOrd="0" presId="urn:microsoft.com/office/officeart/2018/2/layout/IconLabelList"/>
    <dgm:cxn modelId="{F21CBF84-4084-4EB6-B860-F30D066078F5}" type="presParOf" srcId="{D659D497-9351-4B77-AFFC-CEAA646B6247}" destId="{BF6B9FE0-686A-4DDC-897D-6EF8B83ADD04}" srcOrd="2" destOrd="0" presId="urn:microsoft.com/office/officeart/2018/2/layout/IconLabelList"/>
    <dgm:cxn modelId="{D768A354-3723-417B-BA40-A0C9C0960276}" type="presParOf" srcId="{1D179843-79BE-4400-8C48-2D12600AC1EA}" destId="{C573CA27-4399-46D7-B559-4B5849834C81}" srcOrd="3" destOrd="0" presId="urn:microsoft.com/office/officeart/2018/2/layout/IconLabelList"/>
    <dgm:cxn modelId="{94BA95DC-C993-4808-9D7E-DA3F0E6B39C4}" type="presParOf" srcId="{1D179843-79BE-4400-8C48-2D12600AC1EA}" destId="{02B9615F-6FF1-4311-85EE-1AF33A7ADE9B}" srcOrd="4" destOrd="0" presId="urn:microsoft.com/office/officeart/2018/2/layout/IconLabelList"/>
    <dgm:cxn modelId="{2DCD5ED0-9162-47B7-B281-BF9017C36A26}" type="presParOf" srcId="{02B9615F-6FF1-4311-85EE-1AF33A7ADE9B}" destId="{598D1C03-2871-4BEE-8144-180AD9008C4D}" srcOrd="0" destOrd="0" presId="urn:microsoft.com/office/officeart/2018/2/layout/IconLabelList"/>
    <dgm:cxn modelId="{042F141F-E1AC-4459-B480-2D18BF29EA4A}" type="presParOf" srcId="{02B9615F-6FF1-4311-85EE-1AF33A7ADE9B}" destId="{6909B1BE-6A8F-4D80-8CE1-27E630C89117}" srcOrd="1" destOrd="0" presId="urn:microsoft.com/office/officeart/2018/2/layout/IconLabelList"/>
    <dgm:cxn modelId="{83A4E9A0-7BA7-4367-8108-97232112A896}" type="presParOf" srcId="{02B9615F-6FF1-4311-85EE-1AF33A7ADE9B}" destId="{A6AF3A4D-801D-4C04-8DC3-5891FB4FF34C}" srcOrd="2" destOrd="0" presId="urn:microsoft.com/office/officeart/2018/2/layout/IconLabelList"/>
    <dgm:cxn modelId="{991A02B8-16A9-4C07-B9B0-315F7D18C625}" type="presParOf" srcId="{1D179843-79BE-4400-8C48-2D12600AC1EA}" destId="{C9BAE340-594A-4C7B-ADE6-ED31710943ED}" srcOrd="5" destOrd="0" presId="urn:microsoft.com/office/officeart/2018/2/layout/IconLabelList"/>
    <dgm:cxn modelId="{0774923F-B1A5-4BEC-A852-7EC2D6CBA25B}" type="presParOf" srcId="{1D179843-79BE-4400-8C48-2D12600AC1EA}" destId="{557569D7-13BB-4EA8-BA8F-FF9C6AF8ED19}" srcOrd="6" destOrd="0" presId="urn:microsoft.com/office/officeart/2018/2/layout/IconLabelList"/>
    <dgm:cxn modelId="{FF850271-5B08-46D0-A69A-9618F7960EFA}" type="presParOf" srcId="{557569D7-13BB-4EA8-BA8F-FF9C6AF8ED19}" destId="{4BBF32E5-F8BF-45FD-846D-37D26548BDC6}" srcOrd="0" destOrd="0" presId="urn:microsoft.com/office/officeart/2018/2/layout/IconLabelList"/>
    <dgm:cxn modelId="{287A0C50-C5C4-4092-939F-A3013DAF26FD}" type="presParOf" srcId="{557569D7-13BB-4EA8-BA8F-FF9C6AF8ED19}" destId="{4EFE8D13-60A1-422B-91CF-CCF85C860964}" srcOrd="1" destOrd="0" presId="urn:microsoft.com/office/officeart/2018/2/layout/IconLabelList"/>
    <dgm:cxn modelId="{D0434612-E8E7-4DC0-8A87-292CAD644B9E}" type="presParOf" srcId="{557569D7-13BB-4EA8-BA8F-FF9C6AF8ED19}" destId="{5511A2DE-0B62-40E9-B31E-BD3BD728FC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7655971-FA63-4665-B398-2C133C91D6D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313F3BA-F54E-4BA9-BC33-6A9E82B9BAF4}">
      <dgm:prSet/>
      <dgm:spPr/>
      <dgm:t>
        <a:bodyPr/>
        <a:lstStyle/>
        <a:p>
          <a:pPr>
            <a:defRPr cap="all"/>
          </a:pPr>
          <a:r>
            <a:rPr lang="en-MY" b="1"/>
            <a:t>Monitoring and Logging</a:t>
          </a:r>
          <a:endParaRPr lang="en-US"/>
        </a:p>
      </dgm:t>
    </dgm:pt>
    <dgm:pt modelId="{6F86FF06-EA8D-4AD1-ADA6-48520CF7499E}" type="parTrans" cxnId="{B36FBC2B-4887-4C20-84CA-4760DF5D8A22}">
      <dgm:prSet/>
      <dgm:spPr/>
      <dgm:t>
        <a:bodyPr/>
        <a:lstStyle/>
        <a:p>
          <a:endParaRPr lang="en-US"/>
        </a:p>
      </dgm:t>
    </dgm:pt>
    <dgm:pt modelId="{6C81BC4F-6627-4E14-9919-00F8E0A59622}" type="sibTrans" cxnId="{B36FBC2B-4887-4C20-84CA-4760DF5D8A22}">
      <dgm:prSet/>
      <dgm:spPr/>
      <dgm:t>
        <a:bodyPr/>
        <a:lstStyle/>
        <a:p>
          <a:endParaRPr lang="en-US"/>
        </a:p>
      </dgm:t>
    </dgm:pt>
    <dgm:pt modelId="{6E3FF38E-E989-48B7-A6B6-E8B9879CB684}">
      <dgm:prSet/>
      <dgm:spPr/>
      <dgm:t>
        <a:bodyPr/>
        <a:lstStyle/>
        <a:p>
          <a:pPr>
            <a:defRPr cap="all"/>
          </a:pPr>
          <a:r>
            <a:rPr lang="en-MY" b="1"/>
            <a:t>Performance Optimization</a:t>
          </a:r>
          <a:endParaRPr lang="en-US"/>
        </a:p>
      </dgm:t>
    </dgm:pt>
    <dgm:pt modelId="{1AC050BA-19A4-43A1-9730-D07CCD6AA379}" type="parTrans" cxnId="{2FA1A76E-79AF-40B3-B2DB-5CB98D0CF7D6}">
      <dgm:prSet/>
      <dgm:spPr/>
      <dgm:t>
        <a:bodyPr/>
        <a:lstStyle/>
        <a:p>
          <a:endParaRPr lang="en-US"/>
        </a:p>
      </dgm:t>
    </dgm:pt>
    <dgm:pt modelId="{5713591E-28D2-4AA2-974D-9CAAA4BC474B}" type="sibTrans" cxnId="{2FA1A76E-79AF-40B3-B2DB-5CB98D0CF7D6}">
      <dgm:prSet/>
      <dgm:spPr/>
      <dgm:t>
        <a:bodyPr/>
        <a:lstStyle/>
        <a:p>
          <a:endParaRPr lang="en-US"/>
        </a:p>
      </dgm:t>
    </dgm:pt>
    <dgm:pt modelId="{C6068D29-CAA6-4AF6-BBBE-494A29DB6B9D}">
      <dgm:prSet/>
      <dgm:spPr/>
      <dgm:t>
        <a:bodyPr/>
        <a:lstStyle/>
        <a:p>
          <a:pPr>
            <a:defRPr cap="all"/>
          </a:pPr>
          <a:r>
            <a:rPr lang="en-MY" b="1"/>
            <a:t>Security Policy Updates</a:t>
          </a:r>
          <a:endParaRPr lang="en-US"/>
        </a:p>
      </dgm:t>
    </dgm:pt>
    <dgm:pt modelId="{3B5DA313-44F0-4B2F-B1D6-408B2A52A7E6}" type="parTrans" cxnId="{8EE11894-2329-432C-9C85-238A7971A3A3}">
      <dgm:prSet/>
      <dgm:spPr/>
      <dgm:t>
        <a:bodyPr/>
        <a:lstStyle/>
        <a:p>
          <a:endParaRPr lang="en-US"/>
        </a:p>
      </dgm:t>
    </dgm:pt>
    <dgm:pt modelId="{EC22C961-4C92-4AC3-800A-DFA0A52F4EAC}" type="sibTrans" cxnId="{8EE11894-2329-432C-9C85-238A7971A3A3}">
      <dgm:prSet/>
      <dgm:spPr/>
      <dgm:t>
        <a:bodyPr/>
        <a:lstStyle/>
        <a:p>
          <a:endParaRPr lang="en-US"/>
        </a:p>
      </dgm:t>
    </dgm:pt>
    <dgm:pt modelId="{BD28F342-D1BB-413A-B9DB-F15DE3B9A7B9}">
      <dgm:prSet/>
      <dgm:spPr/>
      <dgm:t>
        <a:bodyPr/>
        <a:lstStyle/>
        <a:p>
          <a:pPr>
            <a:defRPr cap="all"/>
          </a:pPr>
          <a:r>
            <a:rPr lang="en-MY" b="1"/>
            <a:t>User Training</a:t>
          </a:r>
          <a:endParaRPr lang="en-US"/>
        </a:p>
      </dgm:t>
    </dgm:pt>
    <dgm:pt modelId="{EFDABB2D-3A0C-49E2-87B8-D1D866D2FED3}" type="parTrans" cxnId="{E62C7A1F-388D-4DF8-8815-B157B5567977}">
      <dgm:prSet/>
      <dgm:spPr/>
      <dgm:t>
        <a:bodyPr/>
        <a:lstStyle/>
        <a:p>
          <a:endParaRPr lang="en-US"/>
        </a:p>
      </dgm:t>
    </dgm:pt>
    <dgm:pt modelId="{901526A4-69B9-41BD-AD64-DF6C236A9088}" type="sibTrans" cxnId="{E62C7A1F-388D-4DF8-8815-B157B5567977}">
      <dgm:prSet/>
      <dgm:spPr/>
      <dgm:t>
        <a:bodyPr/>
        <a:lstStyle/>
        <a:p>
          <a:endParaRPr lang="en-US"/>
        </a:p>
      </dgm:t>
    </dgm:pt>
    <dgm:pt modelId="{2CDFC854-EE67-47CA-BC24-3BB5131BC6A4}">
      <dgm:prSet/>
      <dgm:spPr/>
      <dgm:t>
        <a:bodyPr/>
        <a:lstStyle/>
        <a:p>
          <a:pPr>
            <a:defRPr cap="all"/>
          </a:pPr>
          <a:r>
            <a:rPr lang="en-MY" b="1"/>
            <a:t>Periodic Audits</a:t>
          </a:r>
          <a:endParaRPr lang="en-US"/>
        </a:p>
      </dgm:t>
    </dgm:pt>
    <dgm:pt modelId="{E1C26070-BA50-476E-BED2-7887B23B6CBC}" type="parTrans" cxnId="{14F98322-3BCA-43CC-9DCF-2068F1755D1D}">
      <dgm:prSet/>
      <dgm:spPr/>
      <dgm:t>
        <a:bodyPr/>
        <a:lstStyle/>
        <a:p>
          <a:endParaRPr lang="en-US"/>
        </a:p>
      </dgm:t>
    </dgm:pt>
    <dgm:pt modelId="{AEBF91E7-5DD2-4CD1-AB46-CB19B511C923}" type="sibTrans" cxnId="{14F98322-3BCA-43CC-9DCF-2068F1755D1D}">
      <dgm:prSet/>
      <dgm:spPr/>
      <dgm:t>
        <a:bodyPr/>
        <a:lstStyle/>
        <a:p>
          <a:endParaRPr lang="en-US"/>
        </a:p>
      </dgm:t>
    </dgm:pt>
    <dgm:pt modelId="{2806FFEA-DED9-4AF5-B68F-488745518973}" type="pres">
      <dgm:prSet presAssocID="{87655971-FA63-4665-B398-2C133C91D6DC}" presName="root" presStyleCnt="0">
        <dgm:presLayoutVars>
          <dgm:dir/>
          <dgm:resizeHandles val="exact"/>
        </dgm:presLayoutVars>
      </dgm:prSet>
      <dgm:spPr/>
    </dgm:pt>
    <dgm:pt modelId="{92D478CC-1CB2-4196-BCF3-65CA9B3D406D}" type="pres">
      <dgm:prSet presAssocID="{4313F3BA-F54E-4BA9-BC33-6A9E82B9BAF4}" presName="compNode" presStyleCnt="0"/>
      <dgm:spPr/>
    </dgm:pt>
    <dgm:pt modelId="{45BC0C84-03C0-4BDF-8E17-4E0AFF6DFF19}" type="pres">
      <dgm:prSet presAssocID="{4313F3BA-F54E-4BA9-BC33-6A9E82B9BAF4}" presName="iconBgRect" presStyleLbl="bgShp" presStyleIdx="0" presStyleCnt="5"/>
      <dgm:spPr/>
    </dgm:pt>
    <dgm:pt modelId="{D5BBE616-9F30-4CD3-99A5-EA7B4F7F05F4}" type="pres">
      <dgm:prSet presAssocID="{4313F3BA-F54E-4BA9-BC33-6A9E82B9BAF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A60963D-1856-45CF-B5F0-4C9FB8049E94}" type="pres">
      <dgm:prSet presAssocID="{4313F3BA-F54E-4BA9-BC33-6A9E82B9BAF4}" presName="spaceRect" presStyleCnt="0"/>
      <dgm:spPr/>
    </dgm:pt>
    <dgm:pt modelId="{5ED46B45-59EC-40E5-ACAA-B84CF140BD23}" type="pres">
      <dgm:prSet presAssocID="{4313F3BA-F54E-4BA9-BC33-6A9E82B9BAF4}" presName="textRect" presStyleLbl="revTx" presStyleIdx="0" presStyleCnt="5">
        <dgm:presLayoutVars>
          <dgm:chMax val="1"/>
          <dgm:chPref val="1"/>
        </dgm:presLayoutVars>
      </dgm:prSet>
      <dgm:spPr/>
    </dgm:pt>
    <dgm:pt modelId="{F9771577-DDBF-41F8-BC4D-9F0686CBE938}" type="pres">
      <dgm:prSet presAssocID="{6C81BC4F-6627-4E14-9919-00F8E0A59622}" presName="sibTrans" presStyleCnt="0"/>
      <dgm:spPr/>
    </dgm:pt>
    <dgm:pt modelId="{35E85454-2A19-48C0-A167-09C092BC44AB}" type="pres">
      <dgm:prSet presAssocID="{6E3FF38E-E989-48B7-A6B6-E8B9879CB684}" presName="compNode" presStyleCnt="0"/>
      <dgm:spPr/>
    </dgm:pt>
    <dgm:pt modelId="{3F4F9DC9-1EEA-49BF-8744-D73BF8B38B7E}" type="pres">
      <dgm:prSet presAssocID="{6E3FF38E-E989-48B7-A6B6-E8B9879CB684}" presName="iconBgRect" presStyleLbl="bgShp" presStyleIdx="1" presStyleCnt="5"/>
      <dgm:spPr/>
    </dgm:pt>
    <dgm:pt modelId="{7C8FFFED-0A37-4EF6-93B3-0B1600CC5285}" type="pres">
      <dgm:prSet presAssocID="{6E3FF38E-E989-48B7-A6B6-E8B9879CB68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4D494B8-D9A2-49F8-8884-A477C90A24AD}" type="pres">
      <dgm:prSet presAssocID="{6E3FF38E-E989-48B7-A6B6-E8B9879CB684}" presName="spaceRect" presStyleCnt="0"/>
      <dgm:spPr/>
    </dgm:pt>
    <dgm:pt modelId="{B6273688-B7FC-491A-8095-B23E1BD74FC2}" type="pres">
      <dgm:prSet presAssocID="{6E3FF38E-E989-48B7-A6B6-E8B9879CB684}" presName="textRect" presStyleLbl="revTx" presStyleIdx="1" presStyleCnt="5">
        <dgm:presLayoutVars>
          <dgm:chMax val="1"/>
          <dgm:chPref val="1"/>
        </dgm:presLayoutVars>
      </dgm:prSet>
      <dgm:spPr/>
    </dgm:pt>
    <dgm:pt modelId="{929EFBFC-DB36-4FD8-85BB-2088DA613089}" type="pres">
      <dgm:prSet presAssocID="{5713591E-28D2-4AA2-974D-9CAAA4BC474B}" presName="sibTrans" presStyleCnt="0"/>
      <dgm:spPr/>
    </dgm:pt>
    <dgm:pt modelId="{6B8FB5B2-7FA3-4181-9423-FAC03F600BDD}" type="pres">
      <dgm:prSet presAssocID="{C6068D29-CAA6-4AF6-BBBE-494A29DB6B9D}" presName="compNode" presStyleCnt="0"/>
      <dgm:spPr/>
    </dgm:pt>
    <dgm:pt modelId="{A508EEEC-82E9-46F7-8754-7DFF64FF4CCA}" type="pres">
      <dgm:prSet presAssocID="{C6068D29-CAA6-4AF6-BBBE-494A29DB6B9D}" presName="iconBgRect" presStyleLbl="bgShp" presStyleIdx="2" presStyleCnt="5"/>
      <dgm:spPr/>
    </dgm:pt>
    <dgm:pt modelId="{8CA46A3B-38D4-4C71-BEE6-2C24D4C814CF}" type="pres">
      <dgm:prSet presAssocID="{C6068D29-CAA6-4AF6-BBBE-494A29DB6B9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E11D46C-3F6F-482B-BF4D-49945DBACA31}" type="pres">
      <dgm:prSet presAssocID="{C6068D29-CAA6-4AF6-BBBE-494A29DB6B9D}" presName="spaceRect" presStyleCnt="0"/>
      <dgm:spPr/>
    </dgm:pt>
    <dgm:pt modelId="{202145E6-647C-46F3-B75D-322710971840}" type="pres">
      <dgm:prSet presAssocID="{C6068D29-CAA6-4AF6-BBBE-494A29DB6B9D}" presName="textRect" presStyleLbl="revTx" presStyleIdx="2" presStyleCnt="5">
        <dgm:presLayoutVars>
          <dgm:chMax val="1"/>
          <dgm:chPref val="1"/>
        </dgm:presLayoutVars>
      </dgm:prSet>
      <dgm:spPr/>
    </dgm:pt>
    <dgm:pt modelId="{BDCFBDE2-A049-4C7F-A2F5-B603AD44586C}" type="pres">
      <dgm:prSet presAssocID="{EC22C961-4C92-4AC3-800A-DFA0A52F4EAC}" presName="sibTrans" presStyleCnt="0"/>
      <dgm:spPr/>
    </dgm:pt>
    <dgm:pt modelId="{0E3EA3B7-B53D-4F13-84C8-D48E6D086D63}" type="pres">
      <dgm:prSet presAssocID="{BD28F342-D1BB-413A-B9DB-F15DE3B9A7B9}" presName="compNode" presStyleCnt="0"/>
      <dgm:spPr/>
    </dgm:pt>
    <dgm:pt modelId="{D83E42D7-2CD5-4959-9882-4220FCEC7E95}" type="pres">
      <dgm:prSet presAssocID="{BD28F342-D1BB-413A-B9DB-F15DE3B9A7B9}" presName="iconBgRect" presStyleLbl="bgShp" presStyleIdx="3" presStyleCnt="5"/>
      <dgm:spPr/>
    </dgm:pt>
    <dgm:pt modelId="{F1C8DF57-0C5F-4D80-B0DB-51C876D4084A}" type="pres">
      <dgm:prSet presAssocID="{BD28F342-D1BB-413A-B9DB-F15DE3B9A7B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EBCB5A18-ABB6-4EA0-9560-F157BB944C86}" type="pres">
      <dgm:prSet presAssocID="{BD28F342-D1BB-413A-B9DB-F15DE3B9A7B9}" presName="spaceRect" presStyleCnt="0"/>
      <dgm:spPr/>
    </dgm:pt>
    <dgm:pt modelId="{3776B273-6D6D-40E6-AE03-AA25DEAB2181}" type="pres">
      <dgm:prSet presAssocID="{BD28F342-D1BB-413A-B9DB-F15DE3B9A7B9}" presName="textRect" presStyleLbl="revTx" presStyleIdx="3" presStyleCnt="5">
        <dgm:presLayoutVars>
          <dgm:chMax val="1"/>
          <dgm:chPref val="1"/>
        </dgm:presLayoutVars>
      </dgm:prSet>
      <dgm:spPr/>
    </dgm:pt>
    <dgm:pt modelId="{347B6866-B274-4779-9AAF-71A9AB1993FD}" type="pres">
      <dgm:prSet presAssocID="{901526A4-69B9-41BD-AD64-DF6C236A9088}" presName="sibTrans" presStyleCnt="0"/>
      <dgm:spPr/>
    </dgm:pt>
    <dgm:pt modelId="{BC1AFF55-912A-41B4-A765-7993D569F5A4}" type="pres">
      <dgm:prSet presAssocID="{2CDFC854-EE67-47CA-BC24-3BB5131BC6A4}" presName="compNode" presStyleCnt="0"/>
      <dgm:spPr/>
    </dgm:pt>
    <dgm:pt modelId="{1D208ECB-3E41-47DA-8CDF-B7782C4A926B}" type="pres">
      <dgm:prSet presAssocID="{2CDFC854-EE67-47CA-BC24-3BB5131BC6A4}" presName="iconBgRect" presStyleLbl="bgShp" presStyleIdx="4" presStyleCnt="5"/>
      <dgm:spPr/>
    </dgm:pt>
    <dgm:pt modelId="{DB93AC11-2027-46CD-88F6-0241E992F23C}" type="pres">
      <dgm:prSet presAssocID="{2CDFC854-EE67-47CA-BC24-3BB5131BC6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FEB53139-5FD1-4487-8FC8-6FD1E1362DC9}" type="pres">
      <dgm:prSet presAssocID="{2CDFC854-EE67-47CA-BC24-3BB5131BC6A4}" presName="spaceRect" presStyleCnt="0"/>
      <dgm:spPr/>
    </dgm:pt>
    <dgm:pt modelId="{A6E80F5D-F7F3-4CDF-BF07-2787BFBB2197}" type="pres">
      <dgm:prSet presAssocID="{2CDFC854-EE67-47CA-BC24-3BB5131BC6A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6A55C04-6FE9-4FE2-8F70-1FFC131216BE}" type="presOf" srcId="{87655971-FA63-4665-B398-2C133C91D6DC}" destId="{2806FFEA-DED9-4AF5-B68F-488745518973}" srcOrd="0" destOrd="0" presId="urn:microsoft.com/office/officeart/2018/5/layout/IconCircleLabelList"/>
    <dgm:cxn modelId="{D8E88E1D-A06F-462D-A22B-C11F7C7F7C3F}" type="presOf" srcId="{4313F3BA-F54E-4BA9-BC33-6A9E82B9BAF4}" destId="{5ED46B45-59EC-40E5-ACAA-B84CF140BD23}" srcOrd="0" destOrd="0" presId="urn:microsoft.com/office/officeart/2018/5/layout/IconCircleLabelList"/>
    <dgm:cxn modelId="{E62C7A1F-388D-4DF8-8815-B157B5567977}" srcId="{87655971-FA63-4665-B398-2C133C91D6DC}" destId="{BD28F342-D1BB-413A-B9DB-F15DE3B9A7B9}" srcOrd="3" destOrd="0" parTransId="{EFDABB2D-3A0C-49E2-87B8-D1D866D2FED3}" sibTransId="{901526A4-69B9-41BD-AD64-DF6C236A9088}"/>
    <dgm:cxn modelId="{14F98322-3BCA-43CC-9DCF-2068F1755D1D}" srcId="{87655971-FA63-4665-B398-2C133C91D6DC}" destId="{2CDFC854-EE67-47CA-BC24-3BB5131BC6A4}" srcOrd="4" destOrd="0" parTransId="{E1C26070-BA50-476E-BED2-7887B23B6CBC}" sibTransId="{AEBF91E7-5DD2-4CD1-AB46-CB19B511C923}"/>
    <dgm:cxn modelId="{B36FBC2B-4887-4C20-84CA-4760DF5D8A22}" srcId="{87655971-FA63-4665-B398-2C133C91D6DC}" destId="{4313F3BA-F54E-4BA9-BC33-6A9E82B9BAF4}" srcOrd="0" destOrd="0" parTransId="{6F86FF06-EA8D-4AD1-ADA6-48520CF7499E}" sibTransId="{6C81BC4F-6627-4E14-9919-00F8E0A59622}"/>
    <dgm:cxn modelId="{FFFDF046-3852-419D-B708-207B84187AF2}" type="presOf" srcId="{BD28F342-D1BB-413A-B9DB-F15DE3B9A7B9}" destId="{3776B273-6D6D-40E6-AE03-AA25DEAB2181}" srcOrd="0" destOrd="0" presId="urn:microsoft.com/office/officeart/2018/5/layout/IconCircleLabelList"/>
    <dgm:cxn modelId="{2FA1A76E-79AF-40B3-B2DB-5CB98D0CF7D6}" srcId="{87655971-FA63-4665-B398-2C133C91D6DC}" destId="{6E3FF38E-E989-48B7-A6B6-E8B9879CB684}" srcOrd="1" destOrd="0" parTransId="{1AC050BA-19A4-43A1-9730-D07CCD6AA379}" sibTransId="{5713591E-28D2-4AA2-974D-9CAAA4BC474B}"/>
    <dgm:cxn modelId="{03767770-EB87-4A6C-A2A5-0A4B933FC5F6}" type="presOf" srcId="{6E3FF38E-E989-48B7-A6B6-E8B9879CB684}" destId="{B6273688-B7FC-491A-8095-B23E1BD74FC2}" srcOrd="0" destOrd="0" presId="urn:microsoft.com/office/officeart/2018/5/layout/IconCircleLabelList"/>
    <dgm:cxn modelId="{8EE11894-2329-432C-9C85-238A7971A3A3}" srcId="{87655971-FA63-4665-B398-2C133C91D6DC}" destId="{C6068D29-CAA6-4AF6-BBBE-494A29DB6B9D}" srcOrd="2" destOrd="0" parTransId="{3B5DA313-44F0-4B2F-B1D6-408B2A52A7E6}" sibTransId="{EC22C961-4C92-4AC3-800A-DFA0A52F4EAC}"/>
    <dgm:cxn modelId="{B2BA66C8-222B-4B97-BB35-BC923437CFD3}" type="presOf" srcId="{2CDFC854-EE67-47CA-BC24-3BB5131BC6A4}" destId="{A6E80F5D-F7F3-4CDF-BF07-2787BFBB2197}" srcOrd="0" destOrd="0" presId="urn:microsoft.com/office/officeart/2018/5/layout/IconCircleLabelList"/>
    <dgm:cxn modelId="{266486D3-F4F4-4297-9918-7651957A481D}" type="presOf" srcId="{C6068D29-CAA6-4AF6-BBBE-494A29DB6B9D}" destId="{202145E6-647C-46F3-B75D-322710971840}" srcOrd="0" destOrd="0" presId="urn:microsoft.com/office/officeart/2018/5/layout/IconCircleLabelList"/>
    <dgm:cxn modelId="{A626B760-125E-46E6-8FC2-19F53D3D977F}" type="presParOf" srcId="{2806FFEA-DED9-4AF5-B68F-488745518973}" destId="{92D478CC-1CB2-4196-BCF3-65CA9B3D406D}" srcOrd="0" destOrd="0" presId="urn:microsoft.com/office/officeart/2018/5/layout/IconCircleLabelList"/>
    <dgm:cxn modelId="{44367EE3-FACC-456A-9609-83E9B57ED669}" type="presParOf" srcId="{92D478CC-1CB2-4196-BCF3-65CA9B3D406D}" destId="{45BC0C84-03C0-4BDF-8E17-4E0AFF6DFF19}" srcOrd="0" destOrd="0" presId="urn:microsoft.com/office/officeart/2018/5/layout/IconCircleLabelList"/>
    <dgm:cxn modelId="{0F7FF5E5-1151-4603-BC74-121023D67693}" type="presParOf" srcId="{92D478CC-1CB2-4196-BCF3-65CA9B3D406D}" destId="{D5BBE616-9F30-4CD3-99A5-EA7B4F7F05F4}" srcOrd="1" destOrd="0" presId="urn:microsoft.com/office/officeart/2018/5/layout/IconCircleLabelList"/>
    <dgm:cxn modelId="{3EC71AFC-96C2-4973-BCDA-DEC4C5BCF28B}" type="presParOf" srcId="{92D478CC-1CB2-4196-BCF3-65CA9B3D406D}" destId="{9A60963D-1856-45CF-B5F0-4C9FB8049E94}" srcOrd="2" destOrd="0" presId="urn:microsoft.com/office/officeart/2018/5/layout/IconCircleLabelList"/>
    <dgm:cxn modelId="{4FBBCD32-B9FB-4F72-AA02-7BF220C887CD}" type="presParOf" srcId="{92D478CC-1CB2-4196-BCF3-65CA9B3D406D}" destId="{5ED46B45-59EC-40E5-ACAA-B84CF140BD23}" srcOrd="3" destOrd="0" presId="urn:microsoft.com/office/officeart/2018/5/layout/IconCircleLabelList"/>
    <dgm:cxn modelId="{8D1B8154-CB67-4541-BE54-D9C7A58CE7DF}" type="presParOf" srcId="{2806FFEA-DED9-4AF5-B68F-488745518973}" destId="{F9771577-DDBF-41F8-BC4D-9F0686CBE938}" srcOrd="1" destOrd="0" presId="urn:microsoft.com/office/officeart/2018/5/layout/IconCircleLabelList"/>
    <dgm:cxn modelId="{35B7F19C-9309-493E-836D-630BE3A8F5F7}" type="presParOf" srcId="{2806FFEA-DED9-4AF5-B68F-488745518973}" destId="{35E85454-2A19-48C0-A167-09C092BC44AB}" srcOrd="2" destOrd="0" presId="urn:microsoft.com/office/officeart/2018/5/layout/IconCircleLabelList"/>
    <dgm:cxn modelId="{D711DC74-E52A-426C-BD17-5AAC39720912}" type="presParOf" srcId="{35E85454-2A19-48C0-A167-09C092BC44AB}" destId="{3F4F9DC9-1EEA-49BF-8744-D73BF8B38B7E}" srcOrd="0" destOrd="0" presId="urn:microsoft.com/office/officeart/2018/5/layout/IconCircleLabelList"/>
    <dgm:cxn modelId="{9FB70CF2-7467-4B91-B794-7AD43F96E580}" type="presParOf" srcId="{35E85454-2A19-48C0-A167-09C092BC44AB}" destId="{7C8FFFED-0A37-4EF6-93B3-0B1600CC5285}" srcOrd="1" destOrd="0" presId="urn:microsoft.com/office/officeart/2018/5/layout/IconCircleLabelList"/>
    <dgm:cxn modelId="{48F22D17-C1B3-401C-9542-12F3AA80F671}" type="presParOf" srcId="{35E85454-2A19-48C0-A167-09C092BC44AB}" destId="{74D494B8-D9A2-49F8-8884-A477C90A24AD}" srcOrd="2" destOrd="0" presId="urn:microsoft.com/office/officeart/2018/5/layout/IconCircleLabelList"/>
    <dgm:cxn modelId="{3C4D2A53-0047-44B0-926E-63A5B01EAEE0}" type="presParOf" srcId="{35E85454-2A19-48C0-A167-09C092BC44AB}" destId="{B6273688-B7FC-491A-8095-B23E1BD74FC2}" srcOrd="3" destOrd="0" presId="urn:microsoft.com/office/officeart/2018/5/layout/IconCircleLabelList"/>
    <dgm:cxn modelId="{BAC2680A-377E-4391-9DF5-806A65A794EC}" type="presParOf" srcId="{2806FFEA-DED9-4AF5-B68F-488745518973}" destId="{929EFBFC-DB36-4FD8-85BB-2088DA613089}" srcOrd="3" destOrd="0" presId="urn:microsoft.com/office/officeart/2018/5/layout/IconCircleLabelList"/>
    <dgm:cxn modelId="{C568F959-16F0-4CE8-A8A2-B146A232305B}" type="presParOf" srcId="{2806FFEA-DED9-4AF5-B68F-488745518973}" destId="{6B8FB5B2-7FA3-4181-9423-FAC03F600BDD}" srcOrd="4" destOrd="0" presId="urn:microsoft.com/office/officeart/2018/5/layout/IconCircleLabelList"/>
    <dgm:cxn modelId="{0C94B18B-311B-483A-9FB4-4A35D9DD6FC6}" type="presParOf" srcId="{6B8FB5B2-7FA3-4181-9423-FAC03F600BDD}" destId="{A508EEEC-82E9-46F7-8754-7DFF64FF4CCA}" srcOrd="0" destOrd="0" presId="urn:microsoft.com/office/officeart/2018/5/layout/IconCircleLabelList"/>
    <dgm:cxn modelId="{412DA60C-4EC2-47AD-A233-1FBBE10DAA74}" type="presParOf" srcId="{6B8FB5B2-7FA3-4181-9423-FAC03F600BDD}" destId="{8CA46A3B-38D4-4C71-BEE6-2C24D4C814CF}" srcOrd="1" destOrd="0" presId="urn:microsoft.com/office/officeart/2018/5/layout/IconCircleLabelList"/>
    <dgm:cxn modelId="{9DFD46BB-7246-4259-A0A6-C2118C266801}" type="presParOf" srcId="{6B8FB5B2-7FA3-4181-9423-FAC03F600BDD}" destId="{5E11D46C-3F6F-482B-BF4D-49945DBACA31}" srcOrd="2" destOrd="0" presId="urn:microsoft.com/office/officeart/2018/5/layout/IconCircleLabelList"/>
    <dgm:cxn modelId="{FE5ED761-2292-4E84-BFAE-46F3172D2522}" type="presParOf" srcId="{6B8FB5B2-7FA3-4181-9423-FAC03F600BDD}" destId="{202145E6-647C-46F3-B75D-322710971840}" srcOrd="3" destOrd="0" presId="urn:microsoft.com/office/officeart/2018/5/layout/IconCircleLabelList"/>
    <dgm:cxn modelId="{B022DD79-9FBF-4D35-A737-52611977BA9B}" type="presParOf" srcId="{2806FFEA-DED9-4AF5-B68F-488745518973}" destId="{BDCFBDE2-A049-4C7F-A2F5-B603AD44586C}" srcOrd="5" destOrd="0" presId="urn:microsoft.com/office/officeart/2018/5/layout/IconCircleLabelList"/>
    <dgm:cxn modelId="{04E40B4E-E1AC-4BF1-9749-FFF18593CE7E}" type="presParOf" srcId="{2806FFEA-DED9-4AF5-B68F-488745518973}" destId="{0E3EA3B7-B53D-4F13-84C8-D48E6D086D63}" srcOrd="6" destOrd="0" presId="urn:microsoft.com/office/officeart/2018/5/layout/IconCircleLabelList"/>
    <dgm:cxn modelId="{85043155-7C6F-4078-A62A-9EFDF5EB290D}" type="presParOf" srcId="{0E3EA3B7-B53D-4F13-84C8-D48E6D086D63}" destId="{D83E42D7-2CD5-4959-9882-4220FCEC7E95}" srcOrd="0" destOrd="0" presId="urn:microsoft.com/office/officeart/2018/5/layout/IconCircleLabelList"/>
    <dgm:cxn modelId="{A8676F9B-F3C7-443E-9DD3-D9292849F541}" type="presParOf" srcId="{0E3EA3B7-B53D-4F13-84C8-D48E6D086D63}" destId="{F1C8DF57-0C5F-4D80-B0DB-51C876D4084A}" srcOrd="1" destOrd="0" presId="urn:microsoft.com/office/officeart/2018/5/layout/IconCircleLabelList"/>
    <dgm:cxn modelId="{2F59CF2D-5E34-4ABA-9ADC-90E574996C84}" type="presParOf" srcId="{0E3EA3B7-B53D-4F13-84C8-D48E6D086D63}" destId="{EBCB5A18-ABB6-4EA0-9560-F157BB944C86}" srcOrd="2" destOrd="0" presId="urn:microsoft.com/office/officeart/2018/5/layout/IconCircleLabelList"/>
    <dgm:cxn modelId="{D85FB9FF-87B5-4841-8347-F63D5ECB5F03}" type="presParOf" srcId="{0E3EA3B7-B53D-4F13-84C8-D48E6D086D63}" destId="{3776B273-6D6D-40E6-AE03-AA25DEAB2181}" srcOrd="3" destOrd="0" presId="urn:microsoft.com/office/officeart/2018/5/layout/IconCircleLabelList"/>
    <dgm:cxn modelId="{E637D7DE-C5F4-4068-A07F-F2D23E1A2C66}" type="presParOf" srcId="{2806FFEA-DED9-4AF5-B68F-488745518973}" destId="{347B6866-B274-4779-9AAF-71A9AB1993FD}" srcOrd="7" destOrd="0" presId="urn:microsoft.com/office/officeart/2018/5/layout/IconCircleLabelList"/>
    <dgm:cxn modelId="{B557EA48-5E74-4EE6-804B-CF8A878DCC63}" type="presParOf" srcId="{2806FFEA-DED9-4AF5-B68F-488745518973}" destId="{BC1AFF55-912A-41B4-A765-7993D569F5A4}" srcOrd="8" destOrd="0" presId="urn:microsoft.com/office/officeart/2018/5/layout/IconCircleLabelList"/>
    <dgm:cxn modelId="{15380A24-B019-45D3-B50E-27721913702A}" type="presParOf" srcId="{BC1AFF55-912A-41B4-A765-7993D569F5A4}" destId="{1D208ECB-3E41-47DA-8CDF-B7782C4A926B}" srcOrd="0" destOrd="0" presId="urn:microsoft.com/office/officeart/2018/5/layout/IconCircleLabelList"/>
    <dgm:cxn modelId="{580B7398-8E02-4B7B-9117-8B6C962E7502}" type="presParOf" srcId="{BC1AFF55-912A-41B4-A765-7993D569F5A4}" destId="{DB93AC11-2027-46CD-88F6-0241E992F23C}" srcOrd="1" destOrd="0" presId="urn:microsoft.com/office/officeart/2018/5/layout/IconCircleLabelList"/>
    <dgm:cxn modelId="{06BB6AE8-13FF-43A5-97A5-2C89B56FB7ED}" type="presParOf" srcId="{BC1AFF55-912A-41B4-A765-7993D569F5A4}" destId="{FEB53139-5FD1-4487-8FC8-6FD1E1362DC9}" srcOrd="2" destOrd="0" presId="urn:microsoft.com/office/officeart/2018/5/layout/IconCircleLabelList"/>
    <dgm:cxn modelId="{BA55848B-B983-4EC4-80B0-56888A346726}" type="presParOf" srcId="{BC1AFF55-912A-41B4-A765-7993D569F5A4}" destId="{A6E80F5D-F7F3-4CDF-BF07-2787BFBB219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FE3F4AF-C1C3-4DF6-BE14-E295887CC3D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70E8304-87D9-48F9-A180-8E72F7CC7FB2}">
      <dgm:prSet/>
      <dgm:spPr/>
      <dgm:t>
        <a:bodyPr/>
        <a:lstStyle/>
        <a:p>
          <a:r>
            <a:rPr lang="en-MY" b="1"/>
            <a:t>Message Queuing:</a:t>
          </a:r>
          <a:r>
            <a:rPr lang="en-MY"/>
            <a:t> Temporarily holds messages for processing.</a:t>
          </a:r>
          <a:endParaRPr lang="en-US"/>
        </a:p>
      </dgm:t>
    </dgm:pt>
    <dgm:pt modelId="{BAE2A362-957E-466B-A7CF-51D1C0AD95F4}" type="parTrans" cxnId="{F0289B61-2A4C-4B11-89CC-29F5B33FC845}">
      <dgm:prSet/>
      <dgm:spPr/>
      <dgm:t>
        <a:bodyPr/>
        <a:lstStyle/>
        <a:p>
          <a:endParaRPr lang="en-US"/>
        </a:p>
      </dgm:t>
    </dgm:pt>
    <dgm:pt modelId="{E0B1F2F0-8CF4-4B34-9CA9-AFD0D92A168A}" type="sibTrans" cxnId="{F0289B61-2A4C-4B11-89CC-29F5B33FC845}">
      <dgm:prSet/>
      <dgm:spPr/>
      <dgm:t>
        <a:bodyPr/>
        <a:lstStyle/>
        <a:p>
          <a:endParaRPr lang="en-US"/>
        </a:p>
      </dgm:t>
    </dgm:pt>
    <dgm:pt modelId="{7F3CB81A-B89B-4E15-ADA7-6DDF93008A0B}">
      <dgm:prSet/>
      <dgm:spPr/>
      <dgm:t>
        <a:bodyPr/>
        <a:lstStyle/>
        <a:p>
          <a:r>
            <a:rPr lang="en-MY" b="1"/>
            <a:t>Decouples Components:</a:t>
          </a:r>
          <a:r>
            <a:rPr lang="en-MY"/>
            <a:t> Producer and consumer run independently.</a:t>
          </a:r>
          <a:endParaRPr lang="en-US"/>
        </a:p>
      </dgm:t>
    </dgm:pt>
    <dgm:pt modelId="{A1AF2656-028A-412A-8767-AFEDF6664E20}" type="parTrans" cxnId="{642F7A43-BC94-4E8D-BDA4-B5A83A962282}">
      <dgm:prSet/>
      <dgm:spPr/>
      <dgm:t>
        <a:bodyPr/>
        <a:lstStyle/>
        <a:p>
          <a:endParaRPr lang="en-US"/>
        </a:p>
      </dgm:t>
    </dgm:pt>
    <dgm:pt modelId="{7504DC7B-4D96-4B60-82AB-595E24FDFEC3}" type="sibTrans" cxnId="{642F7A43-BC94-4E8D-BDA4-B5A83A962282}">
      <dgm:prSet/>
      <dgm:spPr/>
      <dgm:t>
        <a:bodyPr/>
        <a:lstStyle/>
        <a:p>
          <a:endParaRPr lang="en-US"/>
        </a:p>
      </dgm:t>
    </dgm:pt>
    <dgm:pt modelId="{2FAD1B65-B746-4C84-A54E-B0EF89718C2D}">
      <dgm:prSet/>
      <dgm:spPr/>
      <dgm:t>
        <a:bodyPr/>
        <a:lstStyle/>
        <a:p>
          <a:r>
            <a:rPr lang="en-MY" b="1"/>
            <a:t>Improves Reliability:</a:t>
          </a:r>
          <a:r>
            <a:rPr lang="en-MY"/>
            <a:t> Handles spikes without overloading systems.</a:t>
          </a:r>
          <a:endParaRPr lang="en-US"/>
        </a:p>
      </dgm:t>
    </dgm:pt>
    <dgm:pt modelId="{E62F8355-56D3-4EB2-858D-58E73437EE65}" type="parTrans" cxnId="{A7103674-3D8B-4A97-8C62-ED616313A0BC}">
      <dgm:prSet/>
      <dgm:spPr/>
      <dgm:t>
        <a:bodyPr/>
        <a:lstStyle/>
        <a:p>
          <a:endParaRPr lang="en-US"/>
        </a:p>
      </dgm:t>
    </dgm:pt>
    <dgm:pt modelId="{023C665C-CB93-4A25-A7EB-FF485FB4EFF7}" type="sibTrans" cxnId="{A7103674-3D8B-4A97-8C62-ED616313A0BC}">
      <dgm:prSet/>
      <dgm:spPr/>
      <dgm:t>
        <a:bodyPr/>
        <a:lstStyle/>
        <a:p>
          <a:endParaRPr lang="en-US"/>
        </a:p>
      </dgm:t>
    </dgm:pt>
    <dgm:pt modelId="{EF9E7BF9-BAE9-4447-A7B1-3BBFB3EB5EFC}" type="pres">
      <dgm:prSet presAssocID="{4FE3F4AF-C1C3-4DF6-BE14-E295887CC3DD}" presName="root" presStyleCnt="0">
        <dgm:presLayoutVars>
          <dgm:dir/>
          <dgm:resizeHandles val="exact"/>
        </dgm:presLayoutVars>
      </dgm:prSet>
      <dgm:spPr/>
    </dgm:pt>
    <dgm:pt modelId="{662C0DDF-5112-474F-90BE-2C4E15B3BC9D}" type="pres">
      <dgm:prSet presAssocID="{D70E8304-87D9-48F9-A180-8E72F7CC7FB2}" presName="compNode" presStyleCnt="0"/>
      <dgm:spPr/>
    </dgm:pt>
    <dgm:pt modelId="{5CD220E7-9D91-4E86-A87E-9CCA6E4E96D4}" type="pres">
      <dgm:prSet presAssocID="{D70E8304-87D9-48F9-A180-8E72F7CC7F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34883C17-6179-4BBE-BB28-D5141804580D}" type="pres">
      <dgm:prSet presAssocID="{D70E8304-87D9-48F9-A180-8E72F7CC7FB2}" presName="spaceRect" presStyleCnt="0"/>
      <dgm:spPr/>
    </dgm:pt>
    <dgm:pt modelId="{D0F428D2-64F8-4B98-B296-B35C97C720E4}" type="pres">
      <dgm:prSet presAssocID="{D70E8304-87D9-48F9-A180-8E72F7CC7FB2}" presName="textRect" presStyleLbl="revTx" presStyleIdx="0" presStyleCnt="3">
        <dgm:presLayoutVars>
          <dgm:chMax val="1"/>
          <dgm:chPref val="1"/>
        </dgm:presLayoutVars>
      </dgm:prSet>
      <dgm:spPr/>
    </dgm:pt>
    <dgm:pt modelId="{6E5B8E5D-E160-4559-8AE6-F57D373B9EAF}" type="pres">
      <dgm:prSet presAssocID="{E0B1F2F0-8CF4-4B34-9CA9-AFD0D92A168A}" presName="sibTrans" presStyleCnt="0"/>
      <dgm:spPr/>
    </dgm:pt>
    <dgm:pt modelId="{AE6BCB62-502D-4EDA-8249-2F81FF2966E6}" type="pres">
      <dgm:prSet presAssocID="{7F3CB81A-B89B-4E15-ADA7-6DDF93008A0B}" presName="compNode" presStyleCnt="0"/>
      <dgm:spPr/>
    </dgm:pt>
    <dgm:pt modelId="{4603671D-B44F-4C60-B2FF-CDDBA6E96AB0}" type="pres">
      <dgm:prSet presAssocID="{7F3CB81A-B89B-4E15-ADA7-6DDF93008A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08DED64B-2392-4D17-ABA4-796B823B464E}" type="pres">
      <dgm:prSet presAssocID="{7F3CB81A-B89B-4E15-ADA7-6DDF93008A0B}" presName="spaceRect" presStyleCnt="0"/>
      <dgm:spPr/>
    </dgm:pt>
    <dgm:pt modelId="{606B62C2-3421-4064-AE31-C759CE411CD4}" type="pres">
      <dgm:prSet presAssocID="{7F3CB81A-B89B-4E15-ADA7-6DDF93008A0B}" presName="textRect" presStyleLbl="revTx" presStyleIdx="1" presStyleCnt="3">
        <dgm:presLayoutVars>
          <dgm:chMax val="1"/>
          <dgm:chPref val="1"/>
        </dgm:presLayoutVars>
      </dgm:prSet>
      <dgm:spPr/>
    </dgm:pt>
    <dgm:pt modelId="{12A7F04C-CBC0-476F-8C04-72D20DB55DFA}" type="pres">
      <dgm:prSet presAssocID="{7504DC7B-4D96-4B60-82AB-595E24FDFEC3}" presName="sibTrans" presStyleCnt="0"/>
      <dgm:spPr/>
    </dgm:pt>
    <dgm:pt modelId="{AA052111-C342-4E9A-BCCB-B55567A5043D}" type="pres">
      <dgm:prSet presAssocID="{2FAD1B65-B746-4C84-A54E-B0EF89718C2D}" presName="compNode" presStyleCnt="0"/>
      <dgm:spPr/>
    </dgm:pt>
    <dgm:pt modelId="{A569F02A-F82F-4337-9CBE-E981BF12A2F2}" type="pres">
      <dgm:prSet presAssocID="{2FAD1B65-B746-4C84-A54E-B0EF89718C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DB16EDD-8428-45BB-A79D-2632CCFBE923}" type="pres">
      <dgm:prSet presAssocID="{2FAD1B65-B746-4C84-A54E-B0EF89718C2D}" presName="spaceRect" presStyleCnt="0"/>
      <dgm:spPr/>
    </dgm:pt>
    <dgm:pt modelId="{3B6A86F5-4DE6-4DD5-B9A5-43EF2539B1EF}" type="pres">
      <dgm:prSet presAssocID="{2FAD1B65-B746-4C84-A54E-B0EF89718C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2F7A43-BC94-4E8D-BDA4-B5A83A962282}" srcId="{4FE3F4AF-C1C3-4DF6-BE14-E295887CC3DD}" destId="{7F3CB81A-B89B-4E15-ADA7-6DDF93008A0B}" srcOrd="1" destOrd="0" parTransId="{A1AF2656-028A-412A-8767-AFEDF6664E20}" sibTransId="{7504DC7B-4D96-4B60-82AB-595E24FDFEC3}"/>
    <dgm:cxn modelId="{F0289B61-2A4C-4B11-89CC-29F5B33FC845}" srcId="{4FE3F4AF-C1C3-4DF6-BE14-E295887CC3DD}" destId="{D70E8304-87D9-48F9-A180-8E72F7CC7FB2}" srcOrd="0" destOrd="0" parTransId="{BAE2A362-957E-466B-A7CF-51D1C0AD95F4}" sibTransId="{E0B1F2F0-8CF4-4B34-9CA9-AFD0D92A168A}"/>
    <dgm:cxn modelId="{3528E064-FE4F-4114-AF61-393754D89EC4}" type="presOf" srcId="{4FE3F4AF-C1C3-4DF6-BE14-E295887CC3DD}" destId="{EF9E7BF9-BAE9-4447-A7B1-3BBFB3EB5EFC}" srcOrd="0" destOrd="0" presId="urn:microsoft.com/office/officeart/2018/2/layout/IconLabelList"/>
    <dgm:cxn modelId="{A7103674-3D8B-4A97-8C62-ED616313A0BC}" srcId="{4FE3F4AF-C1C3-4DF6-BE14-E295887CC3DD}" destId="{2FAD1B65-B746-4C84-A54E-B0EF89718C2D}" srcOrd="2" destOrd="0" parTransId="{E62F8355-56D3-4EB2-858D-58E73437EE65}" sibTransId="{023C665C-CB93-4A25-A7EB-FF485FB4EFF7}"/>
    <dgm:cxn modelId="{C6E7F7C2-59E3-4C2A-9EF0-FFDEA0F94914}" type="presOf" srcId="{D70E8304-87D9-48F9-A180-8E72F7CC7FB2}" destId="{D0F428D2-64F8-4B98-B296-B35C97C720E4}" srcOrd="0" destOrd="0" presId="urn:microsoft.com/office/officeart/2018/2/layout/IconLabelList"/>
    <dgm:cxn modelId="{0156D6FC-BEE6-4FB1-8BAA-A8361501C03A}" type="presOf" srcId="{2FAD1B65-B746-4C84-A54E-B0EF89718C2D}" destId="{3B6A86F5-4DE6-4DD5-B9A5-43EF2539B1EF}" srcOrd="0" destOrd="0" presId="urn:microsoft.com/office/officeart/2018/2/layout/IconLabelList"/>
    <dgm:cxn modelId="{36E382FE-9823-4C87-BBD9-173EA71310A5}" type="presOf" srcId="{7F3CB81A-B89B-4E15-ADA7-6DDF93008A0B}" destId="{606B62C2-3421-4064-AE31-C759CE411CD4}" srcOrd="0" destOrd="0" presId="urn:microsoft.com/office/officeart/2018/2/layout/IconLabelList"/>
    <dgm:cxn modelId="{40BD139C-2699-43B6-93B8-3A81A2B55D11}" type="presParOf" srcId="{EF9E7BF9-BAE9-4447-A7B1-3BBFB3EB5EFC}" destId="{662C0DDF-5112-474F-90BE-2C4E15B3BC9D}" srcOrd="0" destOrd="0" presId="urn:microsoft.com/office/officeart/2018/2/layout/IconLabelList"/>
    <dgm:cxn modelId="{F19E4361-46CA-4F11-A557-C196CF351CAF}" type="presParOf" srcId="{662C0DDF-5112-474F-90BE-2C4E15B3BC9D}" destId="{5CD220E7-9D91-4E86-A87E-9CCA6E4E96D4}" srcOrd="0" destOrd="0" presId="urn:microsoft.com/office/officeart/2018/2/layout/IconLabelList"/>
    <dgm:cxn modelId="{68F93D45-DE16-480B-8379-849506D7CC51}" type="presParOf" srcId="{662C0DDF-5112-474F-90BE-2C4E15B3BC9D}" destId="{34883C17-6179-4BBE-BB28-D5141804580D}" srcOrd="1" destOrd="0" presId="urn:microsoft.com/office/officeart/2018/2/layout/IconLabelList"/>
    <dgm:cxn modelId="{95BDC39C-CDCF-4808-81B2-C67C3CDC09C6}" type="presParOf" srcId="{662C0DDF-5112-474F-90BE-2C4E15B3BC9D}" destId="{D0F428D2-64F8-4B98-B296-B35C97C720E4}" srcOrd="2" destOrd="0" presId="urn:microsoft.com/office/officeart/2018/2/layout/IconLabelList"/>
    <dgm:cxn modelId="{0EC4B8FB-24E8-43FA-AE88-40B14FD60B3B}" type="presParOf" srcId="{EF9E7BF9-BAE9-4447-A7B1-3BBFB3EB5EFC}" destId="{6E5B8E5D-E160-4559-8AE6-F57D373B9EAF}" srcOrd="1" destOrd="0" presId="urn:microsoft.com/office/officeart/2018/2/layout/IconLabelList"/>
    <dgm:cxn modelId="{E64D7668-C4D9-429B-A222-6738D490D375}" type="presParOf" srcId="{EF9E7BF9-BAE9-4447-A7B1-3BBFB3EB5EFC}" destId="{AE6BCB62-502D-4EDA-8249-2F81FF2966E6}" srcOrd="2" destOrd="0" presId="urn:microsoft.com/office/officeart/2018/2/layout/IconLabelList"/>
    <dgm:cxn modelId="{E3137524-A6AE-4A22-8C05-AB9B0D0218FE}" type="presParOf" srcId="{AE6BCB62-502D-4EDA-8249-2F81FF2966E6}" destId="{4603671D-B44F-4C60-B2FF-CDDBA6E96AB0}" srcOrd="0" destOrd="0" presId="urn:microsoft.com/office/officeart/2018/2/layout/IconLabelList"/>
    <dgm:cxn modelId="{AC08EDE6-EECA-4831-8D00-CD6821BAB196}" type="presParOf" srcId="{AE6BCB62-502D-4EDA-8249-2F81FF2966E6}" destId="{08DED64B-2392-4D17-ABA4-796B823B464E}" srcOrd="1" destOrd="0" presId="urn:microsoft.com/office/officeart/2018/2/layout/IconLabelList"/>
    <dgm:cxn modelId="{795AF244-1321-4B62-AE4D-E2E0FDA174D8}" type="presParOf" srcId="{AE6BCB62-502D-4EDA-8249-2F81FF2966E6}" destId="{606B62C2-3421-4064-AE31-C759CE411CD4}" srcOrd="2" destOrd="0" presId="urn:microsoft.com/office/officeart/2018/2/layout/IconLabelList"/>
    <dgm:cxn modelId="{02C905E9-3349-4801-94BB-F2A69E060E4F}" type="presParOf" srcId="{EF9E7BF9-BAE9-4447-A7B1-3BBFB3EB5EFC}" destId="{12A7F04C-CBC0-476F-8C04-72D20DB55DFA}" srcOrd="3" destOrd="0" presId="urn:microsoft.com/office/officeart/2018/2/layout/IconLabelList"/>
    <dgm:cxn modelId="{C3397FB5-7978-4505-A30A-EDC6273209C1}" type="presParOf" srcId="{EF9E7BF9-BAE9-4447-A7B1-3BBFB3EB5EFC}" destId="{AA052111-C342-4E9A-BCCB-B55567A5043D}" srcOrd="4" destOrd="0" presId="urn:microsoft.com/office/officeart/2018/2/layout/IconLabelList"/>
    <dgm:cxn modelId="{9CE39DD0-4E18-41D8-B55C-82B72B5AEB54}" type="presParOf" srcId="{AA052111-C342-4E9A-BCCB-B55567A5043D}" destId="{A569F02A-F82F-4337-9CBE-E981BF12A2F2}" srcOrd="0" destOrd="0" presId="urn:microsoft.com/office/officeart/2018/2/layout/IconLabelList"/>
    <dgm:cxn modelId="{EEE5225F-EE28-4744-A9A9-BB9D49EA9162}" type="presParOf" srcId="{AA052111-C342-4E9A-BCCB-B55567A5043D}" destId="{9DB16EDD-8428-45BB-A79D-2632CCFBE923}" srcOrd="1" destOrd="0" presId="urn:microsoft.com/office/officeart/2018/2/layout/IconLabelList"/>
    <dgm:cxn modelId="{7280C2C3-6D96-40AD-B160-3A12653FCBBC}" type="presParOf" srcId="{AA052111-C342-4E9A-BCCB-B55567A5043D}" destId="{3B6A86F5-4DE6-4DD5-B9A5-43EF2539B1E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37CBF7A-348D-4464-89B5-944C0165EEF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F2FEC32-7C61-4CE8-A9C9-F7BFFE7D2EF1}">
      <dgm:prSet/>
      <dgm:spPr/>
      <dgm:t>
        <a:bodyPr/>
        <a:lstStyle/>
        <a:p>
          <a:r>
            <a:rPr lang="en-MY" b="1"/>
            <a:t>Amazon SQS</a:t>
          </a:r>
          <a:r>
            <a:rPr lang="en-MY"/>
            <a:t>: Reliable queue service for distributed apps.</a:t>
          </a:r>
          <a:endParaRPr lang="en-US"/>
        </a:p>
      </dgm:t>
    </dgm:pt>
    <dgm:pt modelId="{87422D8F-983E-4ABA-B226-902868DB602F}" type="parTrans" cxnId="{8190EA38-75E4-4D7B-B427-7A2AAD6F9D70}">
      <dgm:prSet/>
      <dgm:spPr/>
      <dgm:t>
        <a:bodyPr/>
        <a:lstStyle/>
        <a:p>
          <a:endParaRPr lang="en-US"/>
        </a:p>
      </dgm:t>
    </dgm:pt>
    <dgm:pt modelId="{0CF5CA90-B029-429A-A906-ADD2A71E15D4}" type="sibTrans" cxnId="{8190EA38-75E4-4D7B-B427-7A2AAD6F9D70}">
      <dgm:prSet/>
      <dgm:spPr/>
      <dgm:t>
        <a:bodyPr/>
        <a:lstStyle/>
        <a:p>
          <a:endParaRPr lang="en-US"/>
        </a:p>
      </dgm:t>
    </dgm:pt>
    <dgm:pt modelId="{A822D540-1F06-46A7-9D6C-F1ABC6D4D635}">
      <dgm:prSet/>
      <dgm:spPr/>
      <dgm:t>
        <a:bodyPr/>
        <a:lstStyle/>
        <a:p>
          <a:r>
            <a:rPr lang="en-MY" b="1"/>
            <a:t>Apache Kafka</a:t>
          </a:r>
          <a:r>
            <a:rPr lang="en-MY"/>
            <a:t>: High-throughput distributed messaging.</a:t>
          </a:r>
          <a:endParaRPr lang="en-US"/>
        </a:p>
      </dgm:t>
    </dgm:pt>
    <dgm:pt modelId="{5BF60A1C-BE06-4792-A358-1F2B3F980AE0}" type="parTrans" cxnId="{03FA8116-E9A7-4660-9895-73F64B5C457F}">
      <dgm:prSet/>
      <dgm:spPr/>
      <dgm:t>
        <a:bodyPr/>
        <a:lstStyle/>
        <a:p>
          <a:endParaRPr lang="en-US"/>
        </a:p>
      </dgm:t>
    </dgm:pt>
    <dgm:pt modelId="{B4A92F66-7948-420B-8090-F48E4D669DF4}" type="sibTrans" cxnId="{03FA8116-E9A7-4660-9895-73F64B5C457F}">
      <dgm:prSet/>
      <dgm:spPr/>
      <dgm:t>
        <a:bodyPr/>
        <a:lstStyle/>
        <a:p>
          <a:endParaRPr lang="en-US"/>
        </a:p>
      </dgm:t>
    </dgm:pt>
    <dgm:pt modelId="{C8781498-52CD-4074-B7D6-281139003735}">
      <dgm:prSet/>
      <dgm:spPr/>
      <dgm:t>
        <a:bodyPr/>
        <a:lstStyle/>
        <a:p>
          <a:r>
            <a:rPr lang="en-MY" b="1"/>
            <a:t>RabbitMQ</a:t>
          </a:r>
          <a:r>
            <a:rPr lang="en-MY"/>
            <a:t>: Lightweight and flexible broker.</a:t>
          </a:r>
          <a:endParaRPr lang="en-US"/>
        </a:p>
      </dgm:t>
    </dgm:pt>
    <dgm:pt modelId="{30D38F47-E933-42D1-B756-B194A14EFB6A}" type="parTrans" cxnId="{3BEA10F1-2A36-4E43-ADE6-6C855BF0FCD3}">
      <dgm:prSet/>
      <dgm:spPr/>
      <dgm:t>
        <a:bodyPr/>
        <a:lstStyle/>
        <a:p>
          <a:endParaRPr lang="en-US"/>
        </a:p>
      </dgm:t>
    </dgm:pt>
    <dgm:pt modelId="{959155F2-C847-412E-AC80-92A80154DD19}" type="sibTrans" cxnId="{3BEA10F1-2A36-4E43-ADE6-6C855BF0FCD3}">
      <dgm:prSet/>
      <dgm:spPr/>
      <dgm:t>
        <a:bodyPr/>
        <a:lstStyle/>
        <a:p>
          <a:endParaRPr lang="en-US"/>
        </a:p>
      </dgm:t>
    </dgm:pt>
    <dgm:pt modelId="{88ED8622-BA68-4704-AF06-51EB32A6E511}">
      <dgm:prSet/>
      <dgm:spPr/>
      <dgm:t>
        <a:bodyPr/>
        <a:lstStyle/>
        <a:p>
          <a:r>
            <a:rPr lang="en-MY" b="1"/>
            <a:t>Azure Queue Storage</a:t>
          </a:r>
          <a:endParaRPr lang="en-US"/>
        </a:p>
      </dgm:t>
    </dgm:pt>
    <dgm:pt modelId="{551D0116-2577-464C-97C4-141BAF488475}" type="parTrans" cxnId="{6C714E12-E14B-4C25-8876-869BB8F0665B}">
      <dgm:prSet/>
      <dgm:spPr/>
      <dgm:t>
        <a:bodyPr/>
        <a:lstStyle/>
        <a:p>
          <a:endParaRPr lang="en-US"/>
        </a:p>
      </dgm:t>
    </dgm:pt>
    <dgm:pt modelId="{CD80F998-37EB-47BB-9764-158536C2041D}" type="sibTrans" cxnId="{6C714E12-E14B-4C25-8876-869BB8F0665B}">
      <dgm:prSet/>
      <dgm:spPr/>
      <dgm:t>
        <a:bodyPr/>
        <a:lstStyle/>
        <a:p>
          <a:endParaRPr lang="en-US"/>
        </a:p>
      </dgm:t>
    </dgm:pt>
    <dgm:pt modelId="{CAF9C655-70D0-466E-AC5B-915396AB96A5}" type="pres">
      <dgm:prSet presAssocID="{337CBF7A-348D-4464-89B5-944C0165EEF2}" presName="root" presStyleCnt="0">
        <dgm:presLayoutVars>
          <dgm:dir/>
          <dgm:resizeHandles val="exact"/>
        </dgm:presLayoutVars>
      </dgm:prSet>
      <dgm:spPr/>
    </dgm:pt>
    <dgm:pt modelId="{787B801E-5D9A-49F1-A651-9E5D3D249919}" type="pres">
      <dgm:prSet presAssocID="{9F2FEC32-7C61-4CE8-A9C9-F7BFFE7D2EF1}" presName="compNode" presStyleCnt="0"/>
      <dgm:spPr/>
    </dgm:pt>
    <dgm:pt modelId="{8B7E0F6A-A19C-4F4C-9841-874742572793}" type="pres">
      <dgm:prSet presAssocID="{9F2FEC32-7C61-4CE8-A9C9-F7BFFE7D2E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E4609CA9-5D03-4657-928A-A023100E0759}" type="pres">
      <dgm:prSet presAssocID="{9F2FEC32-7C61-4CE8-A9C9-F7BFFE7D2EF1}" presName="spaceRect" presStyleCnt="0"/>
      <dgm:spPr/>
    </dgm:pt>
    <dgm:pt modelId="{61B22686-2C8F-4DE5-8393-4DE2D2B7C192}" type="pres">
      <dgm:prSet presAssocID="{9F2FEC32-7C61-4CE8-A9C9-F7BFFE7D2EF1}" presName="textRect" presStyleLbl="revTx" presStyleIdx="0" presStyleCnt="4">
        <dgm:presLayoutVars>
          <dgm:chMax val="1"/>
          <dgm:chPref val="1"/>
        </dgm:presLayoutVars>
      </dgm:prSet>
      <dgm:spPr/>
    </dgm:pt>
    <dgm:pt modelId="{119D255F-9965-49FB-95DD-8128F9554B04}" type="pres">
      <dgm:prSet presAssocID="{0CF5CA90-B029-429A-A906-ADD2A71E15D4}" presName="sibTrans" presStyleCnt="0"/>
      <dgm:spPr/>
    </dgm:pt>
    <dgm:pt modelId="{334D87B6-CB89-4AC3-A77C-326745B12DFB}" type="pres">
      <dgm:prSet presAssocID="{A822D540-1F06-46A7-9D6C-F1ABC6D4D635}" presName="compNode" presStyleCnt="0"/>
      <dgm:spPr/>
    </dgm:pt>
    <dgm:pt modelId="{DA7A3917-0720-4381-B57E-4A69F38C1505}" type="pres">
      <dgm:prSet presAssocID="{A822D540-1F06-46A7-9D6C-F1ABC6D4D6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1754957-08AA-46A9-88FB-3137508D623D}" type="pres">
      <dgm:prSet presAssocID="{A822D540-1F06-46A7-9D6C-F1ABC6D4D635}" presName="spaceRect" presStyleCnt="0"/>
      <dgm:spPr/>
    </dgm:pt>
    <dgm:pt modelId="{407769C0-D963-4CB7-82A5-017AC973702D}" type="pres">
      <dgm:prSet presAssocID="{A822D540-1F06-46A7-9D6C-F1ABC6D4D635}" presName="textRect" presStyleLbl="revTx" presStyleIdx="1" presStyleCnt="4">
        <dgm:presLayoutVars>
          <dgm:chMax val="1"/>
          <dgm:chPref val="1"/>
        </dgm:presLayoutVars>
      </dgm:prSet>
      <dgm:spPr/>
    </dgm:pt>
    <dgm:pt modelId="{6D38E695-C5A1-43F8-8929-5A1B561738D2}" type="pres">
      <dgm:prSet presAssocID="{B4A92F66-7948-420B-8090-F48E4D669DF4}" presName="sibTrans" presStyleCnt="0"/>
      <dgm:spPr/>
    </dgm:pt>
    <dgm:pt modelId="{FA7D9395-D391-41CF-94D5-99BCBFB25ED8}" type="pres">
      <dgm:prSet presAssocID="{C8781498-52CD-4074-B7D6-281139003735}" presName="compNode" presStyleCnt="0"/>
      <dgm:spPr/>
    </dgm:pt>
    <dgm:pt modelId="{DFEC4772-5120-4121-9D06-834C787C4B8E}" type="pres">
      <dgm:prSet presAssocID="{C8781498-52CD-4074-B7D6-28113900373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 Polo player"/>
        </a:ext>
      </dgm:extLst>
    </dgm:pt>
    <dgm:pt modelId="{E048DFF1-78F6-46A9-AA99-2DEA0594D6F0}" type="pres">
      <dgm:prSet presAssocID="{C8781498-52CD-4074-B7D6-281139003735}" presName="spaceRect" presStyleCnt="0"/>
      <dgm:spPr/>
    </dgm:pt>
    <dgm:pt modelId="{5EFF6BCB-AF08-47A4-AA45-EBFB9217AAA9}" type="pres">
      <dgm:prSet presAssocID="{C8781498-52CD-4074-B7D6-281139003735}" presName="textRect" presStyleLbl="revTx" presStyleIdx="2" presStyleCnt="4">
        <dgm:presLayoutVars>
          <dgm:chMax val="1"/>
          <dgm:chPref val="1"/>
        </dgm:presLayoutVars>
      </dgm:prSet>
      <dgm:spPr/>
    </dgm:pt>
    <dgm:pt modelId="{CD7D9242-86BD-4FF3-9207-0E33875D13EC}" type="pres">
      <dgm:prSet presAssocID="{959155F2-C847-412E-AC80-92A80154DD19}" presName="sibTrans" presStyleCnt="0"/>
      <dgm:spPr/>
    </dgm:pt>
    <dgm:pt modelId="{C51C945D-EF04-4DB1-9BE8-8C6F8132E8A9}" type="pres">
      <dgm:prSet presAssocID="{88ED8622-BA68-4704-AF06-51EB32A6E511}" presName="compNode" presStyleCnt="0"/>
      <dgm:spPr/>
    </dgm:pt>
    <dgm:pt modelId="{03CC4DB5-1063-4B17-ABCE-9D5CA8D1921E}" type="pres">
      <dgm:prSet presAssocID="{88ED8622-BA68-4704-AF06-51EB32A6E51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565FA76-B693-4DA0-9550-0F1B8A42D241}" type="pres">
      <dgm:prSet presAssocID="{88ED8622-BA68-4704-AF06-51EB32A6E511}" presName="spaceRect" presStyleCnt="0"/>
      <dgm:spPr/>
    </dgm:pt>
    <dgm:pt modelId="{11582AE9-68C9-4F99-AA14-28053688A294}" type="pres">
      <dgm:prSet presAssocID="{88ED8622-BA68-4704-AF06-51EB32A6E5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F0B105-5DE7-4543-BDD0-A788DEE6F650}" type="presOf" srcId="{A822D540-1F06-46A7-9D6C-F1ABC6D4D635}" destId="{407769C0-D963-4CB7-82A5-017AC973702D}" srcOrd="0" destOrd="0" presId="urn:microsoft.com/office/officeart/2018/2/layout/IconLabelList"/>
    <dgm:cxn modelId="{6C714E12-E14B-4C25-8876-869BB8F0665B}" srcId="{337CBF7A-348D-4464-89B5-944C0165EEF2}" destId="{88ED8622-BA68-4704-AF06-51EB32A6E511}" srcOrd="3" destOrd="0" parTransId="{551D0116-2577-464C-97C4-141BAF488475}" sibTransId="{CD80F998-37EB-47BB-9764-158536C2041D}"/>
    <dgm:cxn modelId="{03FA8116-E9A7-4660-9895-73F64B5C457F}" srcId="{337CBF7A-348D-4464-89B5-944C0165EEF2}" destId="{A822D540-1F06-46A7-9D6C-F1ABC6D4D635}" srcOrd="1" destOrd="0" parTransId="{5BF60A1C-BE06-4792-A358-1F2B3F980AE0}" sibTransId="{B4A92F66-7948-420B-8090-F48E4D669DF4}"/>
    <dgm:cxn modelId="{A0415C18-C2CB-4C2D-BE3D-7510F489CF66}" type="presOf" srcId="{88ED8622-BA68-4704-AF06-51EB32A6E511}" destId="{11582AE9-68C9-4F99-AA14-28053688A294}" srcOrd="0" destOrd="0" presId="urn:microsoft.com/office/officeart/2018/2/layout/IconLabelList"/>
    <dgm:cxn modelId="{8190EA38-75E4-4D7B-B427-7A2AAD6F9D70}" srcId="{337CBF7A-348D-4464-89B5-944C0165EEF2}" destId="{9F2FEC32-7C61-4CE8-A9C9-F7BFFE7D2EF1}" srcOrd="0" destOrd="0" parTransId="{87422D8F-983E-4ABA-B226-902868DB602F}" sibTransId="{0CF5CA90-B029-429A-A906-ADD2A71E15D4}"/>
    <dgm:cxn modelId="{42A24E75-4DEE-4077-BD4D-C2DC905E5D7E}" type="presOf" srcId="{C8781498-52CD-4074-B7D6-281139003735}" destId="{5EFF6BCB-AF08-47A4-AA45-EBFB9217AAA9}" srcOrd="0" destOrd="0" presId="urn:microsoft.com/office/officeart/2018/2/layout/IconLabelList"/>
    <dgm:cxn modelId="{5D10CDA5-5778-439C-A3AF-FBA935841C6B}" type="presOf" srcId="{337CBF7A-348D-4464-89B5-944C0165EEF2}" destId="{CAF9C655-70D0-466E-AC5B-915396AB96A5}" srcOrd="0" destOrd="0" presId="urn:microsoft.com/office/officeart/2018/2/layout/IconLabelList"/>
    <dgm:cxn modelId="{C68D91C2-782E-4844-8996-3CDAAD202676}" type="presOf" srcId="{9F2FEC32-7C61-4CE8-A9C9-F7BFFE7D2EF1}" destId="{61B22686-2C8F-4DE5-8393-4DE2D2B7C192}" srcOrd="0" destOrd="0" presId="urn:microsoft.com/office/officeart/2018/2/layout/IconLabelList"/>
    <dgm:cxn modelId="{3BEA10F1-2A36-4E43-ADE6-6C855BF0FCD3}" srcId="{337CBF7A-348D-4464-89B5-944C0165EEF2}" destId="{C8781498-52CD-4074-B7D6-281139003735}" srcOrd="2" destOrd="0" parTransId="{30D38F47-E933-42D1-B756-B194A14EFB6A}" sibTransId="{959155F2-C847-412E-AC80-92A80154DD19}"/>
    <dgm:cxn modelId="{F984864D-BD67-40D8-B92A-5B9DB5BE2488}" type="presParOf" srcId="{CAF9C655-70D0-466E-AC5B-915396AB96A5}" destId="{787B801E-5D9A-49F1-A651-9E5D3D249919}" srcOrd="0" destOrd="0" presId="urn:microsoft.com/office/officeart/2018/2/layout/IconLabelList"/>
    <dgm:cxn modelId="{F62BE0C6-B1E7-433E-B9E0-606762D9539F}" type="presParOf" srcId="{787B801E-5D9A-49F1-A651-9E5D3D249919}" destId="{8B7E0F6A-A19C-4F4C-9841-874742572793}" srcOrd="0" destOrd="0" presId="urn:microsoft.com/office/officeart/2018/2/layout/IconLabelList"/>
    <dgm:cxn modelId="{D9358847-39CA-431F-B082-422492BEBDF0}" type="presParOf" srcId="{787B801E-5D9A-49F1-A651-9E5D3D249919}" destId="{E4609CA9-5D03-4657-928A-A023100E0759}" srcOrd="1" destOrd="0" presId="urn:microsoft.com/office/officeart/2018/2/layout/IconLabelList"/>
    <dgm:cxn modelId="{863B1F0F-5B5E-4850-A4E2-4A8C139DF0E2}" type="presParOf" srcId="{787B801E-5D9A-49F1-A651-9E5D3D249919}" destId="{61B22686-2C8F-4DE5-8393-4DE2D2B7C192}" srcOrd="2" destOrd="0" presId="urn:microsoft.com/office/officeart/2018/2/layout/IconLabelList"/>
    <dgm:cxn modelId="{8D92D412-2D48-4980-9286-8C49D5D241E6}" type="presParOf" srcId="{CAF9C655-70D0-466E-AC5B-915396AB96A5}" destId="{119D255F-9965-49FB-95DD-8128F9554B04}" srcOrd="1" destOrd="0" presId="urn:microsoft.com/office/officeart/2018/2/layout/IconLabelList"/>
    <dgm:cxn modelId="{15A5138F-C74A-4855-9B1E-7755877D5B49}" type="presParOf" srcId="{CAF9C655-70D0-466E-AC5B-915396AB96A5}" destId="{334D87B6-CB89-4AC3-A77C-326745B12DFB}" srcOrd="2" destOrd="0" presId="urn:microsoft.com/office/officeart/2018/2/layout/IconLabelList"/>
    <dgm:cxn modelId="{0163BDB9-2554-4835-A85D-C9759D5999CC}" type="presParOf" srcId="{334D87B6-CB89-4AC3-A77C-326745B12DFB}" destId="{DA7A3917-0720-4381-B57E-4A69F38C1505}" srcOrd="0" destOrd="0" presId="urn:microsoft.com/office/officeart/2018/2/layout/IconLabelList"/>
    <dgm:cxn modelId="{695A2946-C4D3-436C-88C6-560F4F69D271}" type="presParOf" srcId="{334D87B6-CB89-4AC3-A77C-326745B12DFB}" destId="{C1754957-08AA-46A9-88FB-3137508D623D}" srcOrd="1" destOrd="0" presId="urn:microsoft.com/office/officeart/2018/2/layout/IconLabelList"/>
    <dgm:cxn modelId="{63AEEC01-46CC-4E5E-AE54-7BADA7FF6C97}" type="presParOf" srcId="{334D87B6-CB89-4AC3-A77C-326745B12DFB}" destId="{407769C0-D963-4CB7-82A5-017AC973702D}" srcOrd="2" destOrd="0" presId="urn:microsoft.com/office/officeart/2018/2/layout/IconLabelList"/>
    <dgm:cxn modelId="{57B9CD20-5856-4783-8472-31B3BC2B6687}" type="presParOf" srcId="{CAF9C655-70D0-466E-AC5B-915396AB96A5}" destId="{6D38E695-C5A1-43F8-8929-5A1B561738D2}" srcOrd="3" destOrd="0" presId="urn:microsoft.com/office/officeart/2018/2/layout/IconLabelList"/>
    <dgm:cxn modelId="{B9DBB782-82C7-42BE-B090-471FA232A6EA}" type="presParOf" srcId="{CAF9C655-70D0-466E-AC5B-915396AB96A5}" destId="{FA7D9395-D391-41CF-94D5-99BCBFB25ED8}" srcOrd="4" destOrd="0" presId="urn:microsoft.com/office/officeart/2018/2/layout/IconLabelList"/>
    <dgm:cxn modelId="{FFC18DBF-CDAC-4AF7-87FF-57B574A774F3}" type="presParOf" srcId="{FA7D9395-D391-41CF-94D5-99BCBFB25ED8}" destId="{DFEC4772-5120-4121-9D06-834C787C4B8E}" srcOrd="0" destOrd="0" presId="urn:microsoft.com/office/officeart/2018/2/layout/IconLabelList"/>
    <dgm:cxn modelId="{74B30574-F5A3-40C0-8E79-7845C405107A}" type="presParOf" srcId="{FA7D9395-D391-41CF-94D5-99BCBFB25ED8}" destId="{E048DFF1-78F6-46A9-AA99-2DEA0594D6F0}" srcOrd="1" destOrd="0" presId="urn:microsoft.com/office/officeart/2018/2/layout/IconLabelList"/>
    <dgm:cxn modelId="{6B570217-DAF2-448F-B764-149BC7CFFF2F}" type="presParOf" srcId="{FA7D9395-D391-41CF-94D5-99BCBFB25ED8}" destId="{5EFF6BCB-AF08-47A4-AA45-EBFB9217AAA9}" srcOrd="2" destOrd="0" presId="urn:microsoft.com/office/officeart/2018/2/layout/IconLabelList"/>
    <dgm:cxn modelId="{A889A9F1-B932-4B9A-84FE-EE4E2F0C5247}" type="presParOf" srcId="{CAF9C655-70D0-466E-AC5B-915396AB96A5}" destId="{CD7D9242-86BD-4FF3-9207-0E33875D13EC}" srcOrd="5" destOrd="0" presId="urn:microsoft.com/office/officeart/2018/2/layout/IconLabelList"/>
    <dgm:cxn modelId="{0FC5D4BE-0591-45B0-B357-883B61E17337}" type="presParOf" srcId="{CAF9C655-70D0-466E-AC5B-915396AB96A5}" destId="{C51C945D-EF04-4DB1-9BE8-8C6F8132E8A9}" srcOrd="6" destOrd="0" presId="urn:microsoft.com/office/officeart/2018/2/layout/IconLabelList"/>
    <dgm:cxn modelId="{BBC11386-EDB5-4FCE-A482-40242B5C31C3}" type="presParOf" srcId="{C51C945D-EF04-4DB1-9BE8-8C6F8132E8A9}" destId="{03CC4DB5-1063-4B17-ABCE-9D5CA8D1921E}" srcOrd="0" destOrd="0" presId="urn:microsoft.com/office/officeart/2018/2/layout/IconLabelList"/>
    <dgm:cxn modelId="{C6C3F1CC-5B80-4CD7-8DA8-8A3DAFBDA33C}" type="presParOf" srcId="{C51C945D-EF04-4DB1-9BE8-8C6F8132E8A9}" destId="{5565FA76-B693-4DA0-9550-0F1B8A42D241}" srcOrd="1" destOrd="0" presId="urn:microsoft.com/office/officeart/2018/2/layout/IconLabelList"/>
    <dgm:cxn modelId="{40CC3FAE-9D29-4441-A763-8B4A68CF67E6}" type="presParOf" srcId="{C51C945D-EF04-4DB1-9BE8-8C6F8132E8A9}" destId="{11582AE9-68C9-4F99-AA14-28053688A2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DF3B436-EC2A-4BCA-98ED-4DDAA7DE903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158D918-A98F-47D6-A175-F635B6C3E2B1}">
      <dgm:prSet/>
      <dgm:spPr/>
      <dgm:t>
        <a:bodyPr/>
        <a:lstStyle/>
        <a:p>
          <a:pPr>
            <a:defRPr cap="all"/>
          </a:pPr>
          <a:r>
            <a:rPr lang="en-MY"/>
            <a:t>Cloud migration is complex but rewarding</a:t>
          </a:r>
          <a:endParaRPr lang="en-US"/>
        </a:p>
      </dgm:t>
    </dgm:pt>
    <dgm:pt modelId="{A80FF08C-A455-4A9C-A3D2-7A98F2164C90}" type="parTrans" cxnId="{A5386CB2-0393-4F61-8751-B59DC5219FDD}">
      <dgm:prSet/>
      <dgm:spPr/>
      <dgm:t>
        <a:bodyPr/>
        <a:lstStyle/>
        <a:p>
          <a:endParaRPr lang="en-US"/>
        </a:p>
      </dgm:t>
    </dgm:pt>
    <dgm:pt modelId="{B7BA5473-8C9E-47F5-84DB-EA5A829417C8}" type="sibTrans" cxnId="{A5386CB2-0393-4F61-8751-B59DC5219FDD}">
      <dgm:prSet/>
      <dgm:spPr/>
      <dgm:t>
        <a:bodyPr/>
        <a:lstStyle/>
        <a:p>
          <a:endParaRPr lang="en-US"/>
        </a:p>
      </dgm:t>
    </dgm:pt>
    <dgm:pt modelId="{0B13FF8D-7BD4-44FF-A3D0-B44A81064BCA}">
      <dgm:prSet/>
      <dgm:spPr/>
      <dgm:t>
        <a:bodyPr/>
        <a:lstStyle/>
        <a:p>
          <a:pPr>
            <a:defRPr cap="all"/>
          </a:pPr>
          <a:r>
            <a:rPr lang="en-MY"/>
            <a:t>Choose the right model and tools</a:t>
          </a:r>
          <a:endParaRPr lang="en-US"/>
        </a:p>
      </dgm:t>
    </dgm:pt>
    <dgm:pt modelId="{7915EE53-9E7F-413C-BC00-949595C4065B}" type="parTrans" cxnId="{5D0419E3-45A4-4C93-929E-16ACB131DAE6}">
      <dgm:prSet/>
      <dgm:spPr/>
      <dgm:t>
        <a:bodyPr/>
        <a:lstStyle/>
        <a:p>
          <a:endParaRPr lang="en-US"/>
        </a:p>
      </dgm:t>
    </dgm:pt>
    <dgm:pt modelId="{57437F2E-8840-4FBC-A253-1AE02416F3B2}" type="sibTrans" cxnId="{5D0419E3-45A4-4C93-929E-16ACB131DAE6}">
      <dgm:prSet/>
      <dgm:spPr/>
      <dgm:t>
        <a:bodyPr/>
        <a:lstStyle/>
        <a:p>
          <a:endParaRPr lang="en-US"/>
        </a:p>
      </dgm:t>
    </dgm:pt>
    <dgm:pt modelId="{1876B229-E97F-4AEA-B789-2CDD1AF60FD7}">
      <dgm:prSet/>
      <dgm:spPr/>
      <dgm:t>
        <a:bodyPr/>
        <a:lstStyle/>
        <a:p>
          <a:pPr>
            <a:defRPr cap="all"/>
          </a:pPr>
          <a:r>
            <a:rPr lang="en-MY"/>
            <a:t>Integrate thoughtfully</a:t>
          </a:r>
          <a:endParaRPr lang="en-US"/>
        </a:p>
      </dgm:t>
    </dgm:pt>
    <dgm:pt modelId="{F6A7528C-1BA9-4A25-A472-A2C428B01F23}" type="parTrans" cxnId="{66D0DB9F-95E6-4923-9147-355741330006}">
      <dgm:prSet/>
      <dgm:spPr/>
      <dgm:t>
        <a:bodyPr/>
        <a:lstStyle/>
        <a:p>
          <a:endParaRPr lang="en-US"/>
        </a:p>
      </dgm:t>
    </dgm:pt>
    <dgm:pt modelId="{7CD1948A-B9AC-4CB8-A81F-A9E213BE2E14}" type="sibTrans" cxnId="{66D0DB9F-95E6-4923-9147-355741330006}">
      <dgm:prSet/>
      <dgm:spPr/>
      <dgm:t>
        <a:bodyPr/>
        <a:lstStyle/>
        <a:p>
          <a:endParaRPr lang="en-US"/>
        </a:p>
      </dgm:t>
    </dgm:pt>
    <dgm:pt modelId="{A7D24B07-87F1-4585-96BC-CDECC8C1D986}">
      <dgm:prSet/>
      <dgm:spPr/>
      <dgm:t>
        <a:bodyPr/>
        <a:lstStyle/>
        <a:p>
          <a:pPr>
            <a:defRPr cap="all"/>
          </a:pPr>
          <a:r>
            <a:rPr lang="en-MY"/>
            <a:t>Be aware of risks and mitigate them</a:t>
          </a:r>
          <a:endParaRPr lang="en-US"/>
        </a:p>
      </dgm:t>
    </dgm:pt>
    <dgm:pt modelId="{E66A588A-CD8A-4E6C-BC89-1BADCF85F3DC}" type="parTrans" cxnId="{0877D5B4-E51F-4147-9363-44F780D4203E}">
      <dgm:prSet/>
      <dgm:spPr/>
      <dgm:t>
        <a:bodyPr/>
        <a:lstStyle/>
        <a:p>
          <a:endParaRPr lang="en-US"/>
        </a:p>
      </dgm:t>
    </dgm:pt>
    <dgm:pt modelId="{F27DCFD6-2FFB-4D36-8104-714613E6AD8B}" type="sibTrans" cxnId="{0877D5B4-E51F-4147-9363-44F780D4203E}">
      <dgm:prSet/>
      <dgm:spPr/>
      <dgm:t>
        <a:bodyPr/>
        <a:lstStyle/>
        <a:p>
          <a:endParaRPr lang="en-US"/>
        </a:p>
      </dgm:t>
    </dgm:pt>
    <dgm:pt modelId="{E7C18D90-0500-46CE-A61A-D05920B247A0}">
      <dgm:prSet/>
      <dgm:spPr/>
      <dgm:t>
        <a:bodyPr/>
        <a:lstStyle/>
        <a:p>
          <a:pPr>
            <a:defRPr cap="all"/>
          </a:pPr>
          <a:r>
            <a:rPr lang="en-MY"/>
            <a:t>Use messaging queues for better architecture</a:t>
          </a:r>
          <a:endParaRPr lang="en-US"/>
        </a:p>
      </dgm:t>
    </dgm:pt>
    <dgm:pt modelId="{47CAC39C-37E5-460E-9D33-AA7D6D11CE3E}" type="parTrans" cxnId="{7C55B19F-2B96-4D78-B0AD-3FED13140D30}">
      <dgm:prSet/>
      <dgm:spPr/>
      <dgm:t>
        <a:bodyPr/>
        <a:lstStyle/>
        <a:p>
          <a:endParaRPr lang="en-US"/>
        </a:p>
      </dgm:t>
    </dgm:pt>
    <dgm:pt modelId="{72FAAEA1-93FF-494A-9F09-4F3678D2D491}" type="sibTrans" cxnId="{7C55B19F-2B96-4D78-B0AD-3FED13140D30}">
      <dgm:prSet/>
      <dgm:spPr/>
      <dgm:t>
        <a:bodyPr/>
        <a:lstStyle/>
        <a:p>
          <a:endParaRPr lang="en-US"/>
        </a:p>
      </dgm:t>
    </dgm:pt>
    <dgm:pt modelId="{D477FA05-F80C-4E5E-8AF1-991F0A41AFCB}" type="pres">
      <dgm:prSet presAssocID="{6DF3B436-EC2A-4BCA-98ED-4DDAA7DE9039}" presName="root" presStyleCnt="0">
        <dgm:presLayoutVars>
          <dgm:dir/>
          <dgm:resizeHandles val="exact"/>
        </dgm:presLayoutVars>
      </dgm:prSet>
      <dgm:spPr/>
    </dgm:pt>
    <dgm:pt modelId="{C2F69C32-072E-4A3A-B112-1CB62A1FBFE5}" type="pres">
      <dgm:prSet presAssocID="{1158D918-A98F-47D6-A175-F635B6C3E2B1}" presName="compNode" presStyleCnt="0"/>
      <dgm:spPr/>
    </dgm:pt>
    <dgm:pt modelId="{08F77C58-590D-499B-82ED-B2299E927865}" type="pres">
      <dgm:prSet presAssocID="{1158D918-A98F-47D6-A175-F635B6C3E2B1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4B3F16D-442C-44C0-A847-12AEBCD052EE}" type="pres">
      <dgm:prSet presAssocID="{1158D918-A98F-47D6-A175-F635B6C3E2B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B51A104-496C-4C57-BABA-B50720196164}" type="pres">
      <dgm:prSet presAssocID="{1158D918-A98F-47D6-A175-F635B6C3E2B1}" presName="spaceRect" presStyleCnt="0"/>
      <dgm:spPr/>
    </dgm:pt>
    <dgm:pt modelId="{FFCCD9AB-A32E-4C91-9D9D-1A7A93CFEF42}" type="pres">
      <dgm:prSet presAssocID="{1158D918-A98F-47D6-A175-F635B6C3E2B1}" presName="textRect" presStyleLbl="revTx" presStyleIdx="0" presStyleCnt="5">
        <dgm:presLayoutVars>
          <dgm:chMax val="1"/>
          <dgm:chPref val="1"/>
        </dgm:presLayoutVars>
      </dgm:prSet>
      <dgm:spPr/>
    </dgm:pt>
    <dgm:pt modelId="{90951841-2E1F-4171-A57E-E64881CCBFCC}" type="pres">
      <dgm:prSet presAssocID="{B7BA5473-8C9E-47F5-84DB-EA5A829417C8}" presName="sibTrans" presStyleCnt="0"/>
      <dgm:spPr/>
    </dgm:pt>
    <dgm:pt modelId="{03405439-DDC4-4448-9E53-F303B633DF68}" type="pres">
      <dgm:prSet presAssocID="{0B13FF8D-7BD4-44FF-A3D0-B44A81064BCA}" presName="compNode" presStyleCnt="0"/>
      <dgm:spPr/>
    </dgm:pt>
    <dgm:pt modelId="{2830CD6B-58C7-4BF2-814A-E44517777A03}" type="pres">
      <dgm:prSet presAssocID="{0B13FF8D-7BD4-44FF-A3D0-B44A81064BCA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87D5DBF-74EA-4838-8547-FBB486F213EE}" type="pres">
      <dgm:prSet presAssocID="{0B13FF8D-7BD4-44FF-A3D0-B44A81064BC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489BEEF-302A-4EE2-B052-C372E12B7B6E}" type="pres">
      <dgm:prSet presAssocID="{0B13FF8D-7BD4-44FF-A3D0-B44A81064BCA}" presName="spaceRect" presStyleCnt="0"/>
      <dgm:spPr/>
    </dgm:pt>
    <dgm:pt modelId="{A08149A8-B50D-44D4-939B-5A03A48D27AC}" type="pres">
      <dgm:prSet presAssocID="{0B13FF8D-7BD4-44FF-A3D0-B44A81064BCA}" presName="textRect" presStyleLbl="revTx" presStyleIdx="1" presStyleCnt="5">
        <dgm:presLayoutVars>
          <dgm:chMax val="1"/>
          <dgm:chPref val="1"/>
        </dgm:presLayoutVars>
      </dgm:prSet>
      <dgm:spPr/>
    </dgm:pt>
    <dgm:pt modelId="{F30C5F69-078E-48E8-8BF8-2067ABE71494}" type="pres">
      <dgm:prSet presAssocID="{57437F2E-8840-4FBC-A253-1AE02416F3B2}" presName="sibTrans" presStyleCnt="0"/>
      <dgm:spPr/>
    </dgm:pt>
    <dgm:pt modelId="{BEF02C4C-D159-40CF-9CCB-7DC35F1E1596}" type="pres">
      <dgm:prSet presAssocID="{1876B229-E97F-4AEA-B789-2CDD1AF60FD7}" presName="compNode" presStyleCnt="0"/>
      <dgm:spPr/>
    </dgm:pt>
    <dgm:pt modelId="{7FBCB7BB-338E-4F1C-B1F5-179C1BAADE35}" type="pres">
      <dgm:prSet presAssocID="{1876B229-E97F-4AEA-B789-2CDD1AF60FD7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6CBCB77-6E73-42A3-AA11-C3C9E60B828D}" type="pres">
      <dgm:prSet presAssocID="{1876B229-E97F-4AEA-B789-2CDD1AF60FD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CB1887D1-F78C-4C3B-AEE6-A457A23073E8}" type="pres">
      <dgm:prSet presAssocID="{1876B229-E97F-4AEA-B789-2CDD1AF60FD7}" presName="spaceRect" presStyleCnt="0"/>
      <dgm:spPr/>
    </dgm:pt>
    <dgm:pt modelId="{DA5DD2DA-D0EB-4C3A-BB1C-B4DC2F373395}" type="pres">
      <dgm:prSet presAssocID="{1876B229-E97F-4AEA-B789-2CDD1AF60FD7}" presName="textRect" presStyleLbl="revTx" presStyleIdx="2" presStyleCnt="5">
        <dgm:presLayoutVars>
          <dgm:chMax val="1"/>
          <dgm:chPref val="1"/>
        </dgm:presLayoutVars>
      </dgm:prSet>
      <dgm:spPr/>
    </dgm:pt>
    <dgm:pt modelId="{C811BF77-0BDF-4218-9B93-78E94EA93C8A}" type="pres">
      <dgm:prSet presAssocID="{7CD1948A-B9AC-4CB8-A81F-A9E213BE2E14}" presName="sibTrans" presStyleCnt="0"/>
      <dgm:spPr/>
    </dgm:pt>
    <dgm:pt modelId="{04418A61-4758-464B-A80A-7712AF4E9751}" type="pres">
      <dgm:prSet presAssocID="{A7D24B07-87F1-4585-96BC-CDECC8C1D986}" presName="compNode" presStyleCnt="0"/>
      <dgm:spPr/>
    </dgm:pt>
    <dgm:pt modelId="{9B7AA995-F9EF-4084-87BA-8DC78E57591D}" type="pres">
      <dgm:prSet presAssocID="{A7D24B07-87F1-4585-96BC-CDECC8C1D986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4A5AFD6-3CFC-472A-A6E1-916E716E28C7}" type="pres">
      <dgm:prSet presAssocID="{A7D24B07-87F1-4585-96BC-CDECC8C1D98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4B715FD-BC0B-4D4F-B4ED-025E03C83A98}" type="pres">
      <dgm:prSet presAssocID="{A7D24B07-87F1-4585-96BC-CDECC8C1D986}" presName="spaceRect" presStyleCnt="0"/>
      <dgm:spPr/>
    </dgm:pt>
    <dgm:pt modelId="{22A1B9DD-248B-4FE0-A4B5-2DE7FDEED98A}" type="pres">
      <dgm:prSet presAssocID="{A7D24B07-87F1-4585-96BC-CDECC8C1D986}" presName="textRect" presStyleLbl="revTx" presStyleIdx="3" presStyleCnt="5">
        <dgm:presLayoutVars>
          <dgm:chMax val="1"/>
          <dgm:chPref val="1"/>
        </dgm:presLayoutVars>
      </dgm:prSet>
      <dgm:spPr/>
    </dgm:pt>
    <dgm:pt modelId="{06A33D1B-471A-41D3-ADC6-71871D2A2D02}" type="pres">
      <dgm:prSet presAssocID="{F27DCFD6-2FFB-4D36-8104-714613E6AD8B}" presName="sibTrans" presStyleCnt="0"/>
      <dgm:spPr/>
    </dgm:pt>
    <dgm:pt modelId="{0CABB806-9BCD-4031-9AFA-0C7E5B761538}" type="pres">
      <dgm:prSet presAssocID="{E7C18D90-0500-46CE-A61A-D05920B247A0}" presName="compNode" presStyleCnt="0"/>
      <dgm:spPr/>
    </dgm:pt>
    <dgm:pt modelId="{95D12BC2-A7F4-4D4F-9F21-B83F1CA267CC}" type="pres">
      <dgm:prSet presAssocID="{E7C18D90-0500-46CE-A61A-D05920B247A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C159FE5-A41D-4DB3-A87A-4DA00FDE8220}" type="pres">
      <dgm:prSet presAssocID="{E7C18D90-0500-46CE-A61A-D05920B247A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957B3B3-9A46-4918-A792-ADEE0545F0B0}" type="pres">
      <dgm:prSet presAssocID="{E7C18D90-0500-46CE-A61A-D05920B247A0}" presName="spaceRect" presStyleCnt="0"/>
      <dgm:spPr/>
    </dgm:pt>
    <dgm:pt modelId="{FA91C9BD-B2A9-4204-B7BB-5AF874E1D5D6}" type="pres">
      <dgm:prSet presAssocID="{E7C18D90-0500-46CE-A61A-D05920B247A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72D9636-E6E2-4490-90A4-A644EFD3C583}" type="presOf" srcId="{6DF3B436-EC2A-4BCA-98ED-4DDAA7DE9039}" destId="{D477FA05-F80C-4E5E-8AF1-991F0A41AFCB}" srcOrd="0" destOrd="0" presId="urn:microsoft.com/office/officeart/2018/5/layout/IconLeafLabelList"/>
    <dgm:cxn modelId="{195D173D-B718-4E49-86F8-96CB75E7E670}" type="presOf" srcId="{0B13FF8D-7BD4-44FF-A3D0-B44A81064BCA}" destId="{A08149A8-B50D-44D4-939B-5A03A48D27AC}" srcOrd="0" destOrd="0" presId="urn:microsoft.com/office/officeart/2018/5/layout/IconLeafLabelList"/>
    <dgm:cxn modelId="{790E005C-8018-4E24-81A1-8849040E022B}" type="presOf" srcId="{1158D918-A98F-47D6-A175-F635B6C3E2B1}" destId="{FFCCD9AB-A32E-4C91-9D9D-1A7A93CFEF42}" srcOrd="0" destOrd="0" presId="urn:microsoft.com/office/officeart/2018/5/layout/IconLeafLabelList"/>
    <dgm:cxn modelId="{BC5E1799-16DE-43BA-9EB0-8F79254CF515}" type="presOf" srcId="{A7D24B07-87F1-4585-96BC-CDECC8C1D986}" destId="{22A1B9DD-248B-4FE0-A4B5-2DE7FDEED98A}" srcOrd="0" destOrd="0" presId="urn:microsoft.com/office/officeart/2018/5/layout/IconLeafLabelList"/>
    <dgm:cxn modelId="{7C55B19F-2B96-4D78-B0AD-3FED13140D30}" srcId="{6DF3B436-EC2A-4BCA-98ED-4DDAA7DE9039}" destId="{E7C18D90-0500-46CE-A61A-D05920B247A0}" srcOrd="4" destOrd="0" parTransId="{47CAC39C-37E5-460E-9D33-AA7D6D11CE3E}" sibTransId="{72FAAEA1-93FF-494A-9F09-4F3678D2D491}"/>
    <dgm:cxn modelId="{66D0DB9F-95E6-4923-9147-355741330006}" srcId="{6DF3B436-EC2A-4BCA-98ED-4DDAA7DE9039}" destId="{1876B229-E97F-4AEA-B789-2CDD1AF60FD7}" srcOrd="2" destOrd="0" parTransId="{F6A7528C-1BA9-4A25-A472-A2C428B01F23}" sibTransId="{7CD1948A-B9AC-4CB8-A81F-A9E213BE2E14}"/>
    <dgm:cxn modelId="{A5386CB2-0393-4F61-8751-B59DC5219FDD}" srcId="{6DF3B436-EC2A-4BCA-98ED-4DDAA7DE9039}" destId="{1158D918-A98F-47D6-A175-F635B6C3E2B1}" srcOrd="0" destOrd="0" parTransId="{A80FF08C-A455-4A9C-A3D2-7A98F2164C90}" sibTransId="{B7BA5473-8C9E-47F5-84DB-EA5A829417C8}"/>
    <dgm:cxn modelId="{0877D5B4-E51F-4147-9363-44F780D4203E}" srcId="{6DF3B436-EC2A-4BCA-98ED-4DDAA7DE9039}" destId="{A7D24B07-87F1-4585-96BC-CDECC8C1D986}" srcOrd="3" destOrd="0" parTransId="{E66A588A-CD8A-4E6C-BC89-1BADCF85F3DC}" sibTransId="{F27DCFD6-2FFB-4D36-8104-714613E6AD8B}"/>
    <dgm:cxn modelId="{68B512C2-517C-4D4D-BF6E-307F1F37BE17}" type="presOf" srcId="{1876B229-E97F-4AEA-B789-2CDD1AF60FD7}" destId="{DA5DD2DA-D0EB-4C3A-BB1C-B4DC2F373395}" srcOrd="0" destOrd="0" presId="urn:microsoft.com/office/officeart/2018/5/layout/IconLeafLabelList"/>
    <dgm:cxn modelId="{5D0419E3-45A4-4C93-929E-16ACB131DAE6}" srcId="{6DF3B436-EC2A-4BCA-98ED-4DDAA7DE9039}" destId="{0B13FF8D-7BD4-44FF-A3D0-B44A81064BCA}" srcOrd="1" destOrd="0" parTransId="{7915EE53-9E7F-413C-BC00-949595C4065B}" sibTransId="{57437F2E-8840-4FBC-A253-1AE02416F3B2}"/>
    <dgm:cxn modelId="{60D730E3-4F70-4981-A06F-C3EA9AE5FE34}" type="presOf" srcId="{E7C18D90-0500-46CE-A61A-D05920B247A0}" destId="{FA91C9BD-B2A9-4204-B7BB-5AF874E1D5D6}" srcOrd="0" destOrd="0" presId="urn:microsoft.com/office/officeart/2018/5/layout/IconLeafLabelList"/>
    <dgm:cxn modelId="{D6FC0754-96AA-49EF-8809-FF2C079E40C4}" type="presParOf" srcId="{D477FA05-F80C-4E5E-8AF1-991F0A41AFCB}" destId="{C2F69C32-072E-4A3A-B112-1CB62A1FBFE5}" srcOrd="0" destOrd="0" presId="urn:microsoft.com/office/officeart/2018/5/layout/IconLeafLabelList"/>
    <dgm:cxn modelId="{6B061B7B-53BE-489F-8340-B671B3DB0520}" type="presParOf" srcId="{C2F69C32-072E-4A3A-B112-1CB62A1FBFE5}" destId="{08F77C58-590D-499B-82ED-B2299E927865}" srcOrd="0" destOrd="0" presId="urn:microsoft.com/office/officeart/2018/5/layout/IconLeafLabelList"/>
    <dgm:cxn modelId="{2ED9FD69-6189-48AF-A2FA-91B8130F624B}" type="presParOf" srcId="{C2F69C32-072E-4A3A-B112-1CB62A1FBFE5}" destId="{64B3F16D-442C-44C0-A847-12AEBCD052EE}" srcOrd="1" destOrd="0" presId="urn:microsoft.com/office/officeart/2018/5/layout/IconLeafLabelList"/>
    <dgm:cxn modelId="{D9D74BCE-2637-4D8F-A8B5-378C77B4502D}" type="presParOf" srcId="{C2F69C32-072E-4A3A-B112-1CB62A1FBFE5}" destId="{CB51A104-496C-4C57-BABA-B50720196164}" srcOrd="2" destOrd="0" presId="urn:microsoft.com/office/officeart/2018/5/layout/IconLeafLabelList"/>
    <dgm:cxn modelId="{59BF7BF0-EBF5-4457-BD8E-88D196D2917A}" type="presParOf" srcId="{C2F69C32-072E-4A3A-B112-1CB62A1FBFE5}" destId="{FFCCD9AB-A32E-4C91-9D9D-1A7A93CFEF42}" srcOrd="3" destOrd="0" presId="urn:microsoft.com/office/officeart/2018/5/layout/IconLeafLabelList"/>
    <dgm:cxn modelId="{3E99AC22-C5E8-41FF-8DD0-E7DD895FCCAB}" type="presParOf" srcId="{D477FA05-F80C-4E5E-8AF1-991F0A41AFCB}" destId="{90951841-2E1F-4171-A57E-E64881CCBFCC}" srcOrd="1" destOrd="0" presId="urn:microsoft.com/office/officeart/2018/5/layout/IconLeafLabelList"/>
    <dgm:cxn modelId="{68528279-04BD-43E6-816A-5501D6A39300}" type="presParOf" srcId="{D477FA05-F80C-4E5E-8AF1-991F0A41AFCB}" destId="{03405439-DDC4-4448-9E53-F303B633DF68}" srcOrd="2" destOrd="0" presId="urn:microsoft.com/office/officeart/2018/5/layout/IconLeafLabelList"/>
    <dgm:cxn modelId="{1945746D-06AC-4F0D-8AA4-2BC42D70C3AC}" type="presParOf" srcId="{03405439-DDC4-4448-9E53-F303B633DF68}" destId="{2830CD6B-58C7-4BF2-814A-E44517777A03}" srcOrd="0" destOrd="0" presId="urn:microsoft.com/office/officeart/2018/5/layout/IconLeafLabelList"/>
    <dgm:cxn modelId="{F79F9959-F124-44ED-B3A5-9CF3875E350E}" type="presParOf" srcId="{03405439-DDC4-4448-9E53-F303B633DF68}" destId="{887D5DBF-74EA-4838-8547-FBB486F213EE}" srcOrd="1" destOrd="0" presId="urn:microsoft.com/office/officeart/2018/5/layout/IconLeafLabelList"/>
    <dgm:cxn modelId="{55B38168-3198-47BF-8F3D-F5DAC4C727ED}" type="presParOf" srcId="{03405439-DDC4-4448-9E53-F303B633DF68}" destId="{3489BEEF-302A-4EE2-B052-C372E12B7B6E}" srcOrd="2" destOrd="0" presId="urn:microsoft.com/office/officeart/2018/5/layout/IconLeafLabelList"/>
    <dgm:cxn modelId="{B5A70649-CADF-4BD6-871C-59DC990CC12E}" type="presParOf" srcId="{03405439-DDC4-4448-9E53-F303B633DF68}" destId="{A08149A8-B50D-44D4-939B-5A03A48D27AC}" srcOrd="3" destOrd="0" presId="urn:microsoft.com/office/officeart/2018/5/layout/IconLeafLabelList"/>
    <dgm:cxn modelId="{67D78E38-69BF-41CB-88E2-512F37D1DF8D}" type="presParOf" srcId="{D477FA05-F80C-4E5E-8AF1-991F0A41AFCB}" destId="{F30C5F69-078E-48E8-8BF8-2067ABE71494}" srcOrd="3" destOrd="0" presId="urn:microsoft.com/office/officeart/2018/5/layout/IconLeafLabelList"/>
    <dgm:cxn modelId="{9E8C5B4D-4D6B-460A-8A04-88F132512F68}" type="presParOf" srcId="{D477FA05-F80C-4E5E-8AF1-991F0A41AFCB}" destId="{BEF02C4C-D159-40CF-9CCB-7DC35F1E1596}" srcOrd="4" destOrd="0" presId="urn:microsoft.com/office/officeart/2018/5/layout/IconLeafLabelList"/>
    <dgm:cxn modelId="{C082548A-848F-4D88-8604-3CCFCCFFC8D4}" type="presParOf" srcId="{BEF02C4C-D159-40CF-9CCB-7DC35F1E1596}" destId="{7FBCB7BB-338E-4F1C-B1F5-179C1BAADE35}" srcOrd="0" destOrd="0" presId="urn:microsoft.com/office/officeart/2018/5/layout/IconLeafLabelList"/>
    <dgm:cxn modelId="{8A457B29-EB21-41FE-B3F6-62F74F93157F}" type="presParOf" srcId="{BEF02C4C-D159-40CF-9CCB-7DC35F1E1596}" destId="{E6CBCB77-6E73-42A3-AA11-C3C9E60B828D}" srcOrd="1" destOrd="0" presId="urn:microsoft.com/office/officeart/2018/5/layout/IconLeafLabelList"/>
    <dgm:cxn modelId="{73C096E0-1AC3-4079-83EF-77010A41CA10}" type="presParOf" srcId="{BEF02C4C-D159-40CF-9CCB-7DC35F1E1596}" destId="{CB1887D1-F78C-4C3B-AEE6-A457A23073E8}" srcOrd="2" destOrd="0" presId="urn:microsoft.com/office/officeart/2018/5/layout/IconLeafLabelList"/>
    <dgm:cxn modelId="{528907B8-DA20-4BD0-8CB8-C01AD73C8E07}" type="presParOf" srcId="{BEF02C4C-D159-40CF-9CCB-7DC35F1E1596}" destId="{DA5DD2DA-D0EB-4C3A-BB1C-B4DC2F373395}" srcOrd="3" destOrd="0" presId="urn:microsoft.com/office/officeart/2018/5/layout/IconLeafLabelList"/>
    <dgm:cxn modelId="{8BAFEA9B-098E-4C8C-AFC4-7E2EA7F8777F}" type="presParOf" srcId="{D477FA05-F80C-4E5E-8AF1-991F0A41AFCB}" destId="{C811BF77-0BDF-4218-9B93-78E94EA93C8A}" srcOrd="5" destOrd="0" presId="urn:microsoft.com/office/officeart/2018/5/layout/IconLeafLabelList"/>
    <dgm:cxn modelId="{8B2F7BB0-D1F2-480E-ACB7-C17FD0C2B8B2}" type="presParOf" srcId="{D477FA05-F80C-4E5E-8AF1-991F0A41AFCB}" destId="{04418A61-4758-464B-A80A-7712AF4E9751}" srcOrd="6" destOrd="0" presId="urn:microsoft.com/office/officeart/2018/5/layout/IconLeafLabelList"/>
    <dgm:cxn modelId="{C3A60E21-D382-48D5-8826-C8A679E5E7F8}" type="presParOf" srcId="{04418A61-4758-464B-A80A-7712AF4E9751}" destId="{9B7AA995-F9EF-4084-87BA-8DC78E57591D}" srcOrd="0" destOrd="0" presId="urn:microsoft.com/office/officeart/2018/5/layout/IconLeafLabelList"/>
    <dgm:cxn modelId="{8490DEC1-FDC0-49C2-A9A7-FEBA5779B01D}" type="presParOf" srcId="{04418A61-4758-464B-A80A-7712AF4E9751}" destId="{94A5AFD6-3CFC-472A-A6E1-916E716E28C7}" srcOrd="1" destOrd="0" presId="urn:microsoft.com/office/officeart/2018/5/layout/IconLeafLabelList"/>
    <dgm:cxn modelId="{670F8D31-848E-4FB5-ACE8-8AE0C01C3DC2}" type="presParOf" srcId="{04418A61-4758-464B-A80A-7712AF4E9751}" destId="{74B715FD-BC0B-4D4F-B4ED-025E03C83A98}" srcOrd="2" destOrd="0" presId="urn:microsoft.com/office/officeart/2018/5/layout/IconLeafLabelList"/>
    <dgm:cxn modelId="{D546DFBF-7B0E-4E24-B852-7E98EE3E79C8}" type="presParOf" srcId="{04418A61-4758-464B-A80A-7712AF4E9751}" destId="{22A1B9DD-248B-4FE0-A4B5-2DE7FDEED98A}" srcOrd="3" destOrd="0" presId="urn:microsoft.com/office/officeart/2018/5/layout/IconLeafLabelList"/>
    <dgm:cxn modelId="{4872EF68-E536-4E05-AB20-1545E4281360}" type="presParOf" srcId="{D477FA05-F80C-4E5E-8AF1-991F0A41AFCB}" destId="{06A33D1B-471A-41D3-ADC6-71871D2A2D02}" srcOrd="7" destOrd="0" presId="urn:microsoft.com/office/officeart/2018/5/layout/IconLeafLabelList"/>
    <dgm:cxn modelId="{329EF6C3-44AC-402E-A080-4D938F406030}" type="presParOf" srcId="{D477FA05-F80C-4E5E-8AF1-991F0A41AFCB}" destId="{0CABB806-9BCD-4031-9AFA-0C7E5B761538}" srcOrd="8" destOrd="0" presId="urn:microsoft.com/office/officeart/2018/5/layout/IconLeafLabelList"/>
    <dgm:cxn modelId="{6F35C249-7A40-44AE-B21B-6492B2E46B2D}" type="presParOf" srcId="{0CABB806-9BCD-4031-9AFA-0C7E5B761538}" destId="{95D12BC2-A7F4-4D4F-9F21-B83F1CA267CC}" srcOrd="0" destOrd="0" presId="urn:microsoft.com/office/officeart/2018/5/layout/IconLeafLabelList"/>
    <dgm:cxn modelId="{62F7F555-D39B-4958-BA47-5766B9D7A7DB}" type="presParOf" srcId="{0CABB806-9BCD-4031-9AFA-0C7E5B761538}" destId="{0C159FE5-A41D-4DB3-A87A-4DA00FDE8220}" srcOrd="1" destOrd="0" presId="urn:microsoft.com/office/officeart/2018/5/layout/IconLeafLabelList"/>
    <dgm:cxn modelId="{D7B75F70-DAC6-4032-A04D-07E66727BB37}" type="presParOf" srcId="{0CABB806-9BCD-4031-9AFA-0C7E5B761538}" destId="{D957B3B3-9A46-4918-A792-ADEE0545F0B0}" srcOrd="2" destOrd="0" presId="urn:microsoft.com/office/officeart/2018/5/layout/IconLeafLabelList"/>
    <dgm:cxn modelId="{00039E1C-DBE9-44ED-BE5D-6B19A60BBF40}" type="presParOf" srcId="{0CABB806-9BCD-4031-9AFA-0C7E5B761538}" destId="{FA91C9BD-B2A9-4204-B7BB-5AF874E1D5D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6CACD-B3A2-424A-B49D-666ED62852B6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4DABD-0624-4502-AFA6-FEE7D0B55129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3D6DA-8373-4144-973C-73323CCE5257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Scalability:</a:t>
          </a:r>
          <a:r>
            <a:rPr lang="en-MY" sz="1900" kern="1200"/>
            <a:t> Easily increase or decrease resources.</a:t>
          </a:r>
          <a:endParaRPr lang="en-US" sz="1900" kern="1200"/>
        </a:p>
      </dsp:txBody>
      <dsp:txXfrm>
        <a:off x="1056922" y="4296"/>
        <a:ext cx="5115025" cy="915084"/>
      </dsp:txXfrm>
    </dsp:sp>
    <dsp:sp modelId="{F86C6946-B3E1-4637-A4B2-D4638D278D1A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A7198-5F63-43EE-AD7B-C6F4D71DD659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C0CA4-1356-40EF-B95A-40ADB7373903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Cost Efficiency:</a:t>
          </a:r>
          <a:r>
            <a:rPr lang="en-MY" sz="1900" kern="1200"/>
            <a:t> Pay-as-you-go pricing reduces capital expenditure.</a:t>
          </a:r>
          <a:endParaRPr lang="en-US" sz="1900" kern="1200"/>
        </a:p>
      </dsp:txBody>
      <dsp:txXfrm>
        <a:off x="1056922" y="1148151"/>
        <a:ext cx="5115025" cy="915084"/>
      </dsp:txXfrm>
    </dsp:sp>
    <dsp:sp modelId="{F9B816FB-92EB-4907-B6D4-8EDA1E04ED64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C88BB-FCC2-4494-A287-E85C90912EE1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ABF57-2070-426A-BB94-12C14D7B378E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Performance:</a:t>
          </a:r>
          <a:r>
            <a:rPr lang="en-MY" sz="1900" kern="1200"/>
            <a:t> Improved speed, performance, and uptime.</a:t>
          </a:r>
          <a:endParaRPr lang="en-US" sz="1900" kern="1200"/>
        </a:p>
      </dsp:txBody>
      <dsp:txXfrm>
        <a:off x="1056922" y="2292007"/>
        <a:ext cx="5115025" cy="915084"/>
      </dsp:txXfrm>
    </dsp:sp>
    <dsp:sp modelId="{B6DE3AFB-83F8-4D47-9B80-0671691FE162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51D79-77C5-429A-A239-B6F3C8DB127F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C946A-1D11-4016-A470-66D10FE0156B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Disaster Recovery:</a:t>
          </a:r>
          <a:r>
            <a:rPr lang="en-MY" sz="1900" kern="1200"/>
            <a:t> Built-in redundancy and failover options.</a:t>
          </a:r>
          <a:endParaRPr lang="en-US" sz="1900" kern="1200"/>
        </a:p>
      </dsp:txBody>
      <dsp:txXfrm>
        <a:off x="1056922" y="3435863"/>
        <a:ext cx="5115025" cy="915084"/>
      </dsp:txXfrm>
    </dsp:sp>
    <dsp:sp modelId="{F74439FF-9F06-44D5-936D-C31AFF80EA57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E01B6-D30B-4FB4-AA6F-3F27102EF4BC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CB933-658A-4240-9868-14C2F46B0078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Remote Access:</a:t>
          </a:r>
          <a:r>
            <a:rPr lang="en-MY" sz="1900" kern="1200"/>
            <a:t> Access from anywhere using internet.</a:t>
          </a:r>
          <a:endParaRPr lang="en-US" sz="1900" kern="1200"/>
        </a:p>
      </dsp:txBody>
      <dsp:txXfrm>
        <a:off x="1056922" y="4579719"/>
        <a:ext cx="5115025" cy="915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CAF16-CF07-4313-8147-7A458CB0EEA2}">
      <dsp:nvSpPr>
        <dsp:cNvPr id="0" name=""/>
        <dsp:cNvSpPr/>
      </dsp:nvSpPr>
      <dsp:spPr>
        <a:xfrm>
          <a:off x="880822" y="602250"/>
          <a:ext cx="1435205" cy="1435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DF23B-B7ED-4D5C-9087-FEED5D9261AC}">
      <dsp:nvSpPr>
        <dsp:cNvPr id="0" name=""/>
        <dsp:cNvSpPr/>
      </dsp:nvSpPr>
      <dsp:spPr>
        <a:xfrm>
          <a:off x="3752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b="1" kern="1200"/>
            <a:t>IaaS (Infrastructure as a Service):</a:t>
          </a:r>
          <a:r>
            <a:rPr lang="en-MY" sz="1300" kern="1200"/>
            <a:t> Provides virtualized computing resources via the internet (e.g., AWS EC2, Azure VM).</a:t>
          </a:r>
          <a:endParaRPr lang="en-US" sz="1300" kern="1200"/>
        </a:p>
      </dsp:txBody>
      <dsp:txXfrm>
        <a:off x="3752" y="2417899"/>
        <a:ext cx="3189345" cy="720000"/>
      </dsp:txXfrm>
    </dsp:sp>
    <dsp:sp modelId="{ECA86523-C9F5-44FF-BF3C-AE71D550C835}">
      <dsp:nvSpPr>
        <dsp:cNvPr id="0" name=""/>
        <dsp:cNvSpPr/>
      </dsp:nvSpPr>
      <dsp:spPr>
        <a:xfrm>
          <a:off x="4628303" y="602250"/>
          <a:ext cx="1435205" cy="1435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66974-3768-425B-A9E0-175DAE6B86A4}">
      <dsp:nvSpPr>
        <dsp:cNvPr id="0" name=""/>
        <dsp:cNvSpPr/>
      </dsp:nvSpPr>
      <dsp:spPr>
        <a:xfrm>
          <a:off x="3751233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b="1" kern="1200"/>
            <a:t>PaaS (Platform as a Service):</a:t>
          </a:r>
          <a:r>
            <a:rPr lang="en-MY" sz="1300" kern="1200"/>
            <a:t> Offers hardware and software tools for application development (e.g., Google App Engine).</a:t>
          </a:r>
          <a:endParaRPr lang="en-US" sz="1300" kern="1200"/>
        </a:p>
      </dsp:txBody>
      <dsp:txXfrm>
        <a:off x="3751233" y="2417899"/>
        <a:ext cx="3189345" cy="720000"/>
      </dsp:txXfrm>
    </dsp:sp>
    <dsp:sp modelId="{18999FF9-FA0D-478C-B546-F51FCEDAE7AB}">
      <dsp:nvSpPr>
        <dsp:cNvPr id="0" name=""/>
        <dsp:cNvSpPr/>
      </dsp:nvSpPr>
      <dsp:spPr>
        <a:xfrm>
          <a:off x="8375784" y="602250"/>
          <a:ext cx="1435205" cy="1435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71A93-A19F-4677-91DC-09C892765AAD}">
      <dsp:nvSpPr>
        <dsp:cNvPr id="0" name=""/>
        <dsp:cNvSpPr/>
      </dsp:nvSpPr>
      <dsp:spPr>
        <a:xfrm>
          <a:off x="7498714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b="1" kern="1200"/>
            <a:t>SaaS (Software as a Service):</a:t>
          </a:r>
          <a:r>
            <a:rPr lang="en-MY" sz="1300" kern="1200"/>
            <a:t> Delivers software applications over the internet (e.g., Google Workspace, Dropbox).</a:t>
          </a:r>
          <a:endParaRPr lang="en-US" sz="1300" kern="1200"/>
        </a:p>
      </dsp:txBody>
      <dsp:txXfrm>
        <a:off x="7498714" y="2417899"/>
        <a:ext cx="318934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67043-4F54-4632-81B0-8C78A47173A9}">
      <dsp:nvSpPr>
        <dsp:cNvPr id="0" name=""/>
        <dsp:cNvSpPr/>
      </dsp:nvSpPr>
      <dsp:spPr>
        <a:xfrm>
          <a:off x="566905" y="790074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C9998-C59C-4113-B71F-AE654169AD34}">
      <dsp:nvSpPr>
        <dsp:cNvPr id="0" name=""/>
        <dsp:cNvSpPr/>
      </dsp:nvSpPr>
      <dsp:spPr>
        <a:xfrm>
          <a:off x="80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19FB1-96A4-452E-B8DD-0586A7E1745D}">
      <dsp:nvSpPr>
        <dsp:cNvPr id="0" name=""/>
        <dsp:cNvSpPr/>
      </dsp:nvSpPr>
      <dsp:spPr>
        <a:xfrm>
          <a:off x="21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200" b="1" kern="1200"/>
            <a:t>Downtime:</a:t>
          </a:r>
          <a:r>
            <a:rPr lang="en-MY" sz="1200" kern="1200"/>
            <a:t> Risk of application unavailability during migration.</a:t>
          </a:r>
          <a:endParaRPr lang="en-US" sz="1200" kern="1200"/>
        </a:p>
      </dsp:txBody>
      <dsp:txXfrm>
        <a:off x="215905" y="2230075"/>
        <a:ext cx="1800000" cy="720000"/>
      </dsp:txXfrm>
    </dsp:sp>
    <dsp:sp modelId="{236FE448-48C7-4795-85B5-38E7D97CC83B}">
      <dsp:nvSpPr>
        <dsp:cNvPr id="0" name=""/>
        <dsp:cNvSpPr/>
      </dsp:nvSpPr>
      <dsp:spPr>
        <a:xfrm>
          <a:off x="2681905" y="790074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5A19E-1DA2-4C43-B85E-EF5059EC82F8}">
      <dsp:nvSpPr>
        <dsp:cNvPr id="0" name=""/>
        <dsp:cNvSpPr/>
      </dsp:nvSpPr>
      <dsp:spPr>
        <a:xfrm>
          <a:off x="2915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E6982-11E0-4A70-87A5-AB451266D449}">
      <dsp:nvSpPr>
        <dsp:cNvPr id="0" name=""/>
        <dsp:cNvSpPr/>
      </dsp:nvSpPr>
      <dsp:spPr>
        <a:xfrm>
          <a:off x="233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200" b="1" kern="1200"/>
            <a:t>Data Loss:</a:t>
          </a:r>
          <a:r>
            <a:rPr lang="en-MY" sz="1200" kern="1200"/>
            <a:t> Improper handling can lead to permanent data loss.</a:t>
          </a:r>
          <a:endParaRPr lang="en-US" sz="1200" kern="1200"/>
        </a:p>
      </dsp:txBody>
      <dsp:txXfrm>
        <a:off x="2330905" y="2230075"/>
        <a:ext cx="1800000" cy="720000"/>
      </dsp:txXfrm>
    </dsp:sp>
    <dsp:sp modelId="{0F0675D2-C365-44C9-882B-E4D118B8BDF3}">
      <dsp:nvSpPr>
        <dsp:cNvPr id="0" name=""/>
        <dsp:cNvSpPr/>
      </dsp:nvSpPr>
      <dsp:spPr>
        <a:xfrm>
          <a:off x="4796905" y="790074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2A8DEA-9F33-4024-9CB7-C4ECFCC876A5}">
      <dsp:nvSpPr>
        <dsp:cNvPr id="0" name=""/>
        <dsp:cNvSpPr/>
      </dsp:nvSpPr>
      <dsp:spPr>
        <a:xfrm>
          <a:off x="503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79BF6-F3D4-4EEB-AA87-A41387BDB37B}">
      <dsp:nvSpPr>
        <dsp:cNvPr id="0" name=""/>
        <dsp:cNvSpPr/>
      </dsp:nvSpPr>
      <dsp:spPr>
        <a:xfrm>
          <a:off x="444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200" b="1" kern="1200"/>
            <a:t>Security:</a:t>
          </a:r>
          <a:r>
            <a:rPr lang="en-MY" sz="1200" kern="1200"/>
            <a:t> Data in transit and at rest must be protected.</a:t>
          </a:r>
          <a:endParaRPr lang="en-US" sz="1200" kern="1200"/>
        </a:p>
      </dsp:txBody>
      <dsp:txXfrm>
        <a:off x="4445905" y="2230075"/>
        <a:ext cx="1800000" cy="720000"/>
      </dsp:txXfrm>
    </dsp:sp>
    <dsp:sp modelId="{7F7132F3-3AE1-4D5F-AAC5-7D64983DA026}">
      <dsp:nvSpPr>
        <dsp:cNvPr id="0" name=""/>
        <dsp:cNvSpPr/>
      </dsp:nvSpPr>
      <dsp:spPr>
        <a:xfrm>
          <a:off x="6911906" y="790074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86B83-89FC-48FA-8A9C-83A5FFE523AB}">
      <dsp:nvSpPr>
        <dsp:cNvPr id="0" name=""/>
        <dsp:cNvSpPr/>
      </dsp:nvSpPr>
      <dsp:spPr>
        <a:xfrm>
          <a:off x="7145906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EE6B4-0FE7-4864-9794-EDED72CAB0C6}">
      <dsp:nvSpPr>
        <dsp:cNvPr id="0" name=""/>
        <dsp:cNvSpPr/>
      </dsp:nvSpPr>
      <dsp:spPr>
        <a:xfrm>
          <a:off x="656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200" b="1" kern="1200"/>
            <a:t>Compliance:</a:t>
          </a:r>
          <a:r>
            <a:rPr lang="en-MY" sz="1200" kern="1200"/>
            <a:t> Must meet regulatory requirements like GDPR, HIPAA.</a:t>
          </a:r>
          <a:endParaRPr lang="en-US" sz="1200" kern="1200"/>
        </a:p>
      </dsp:txBody>
      <dsp:txXfrm>
        <a:off x="6560905" y="2230075"/>
        <a:ext cx="1800000" cy="720000"/>
      </dsp:txXfrm>
    </dsp:sp>
    <dsp:sp modelId="{EBB72992-555C-4E8A-9D4A-A02131939151}">
      <dsp:nvSpPr>
        <dsp:cNvPr id="0" name=""/>
        <dsp:cNvSpPr/>
      </dsp:nvSpPr>
      <dsp:spPr>
        <a:xfrm>
          <a:off x="9026906" y="790074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263C2-25C1-4A91-B64A-BFE672D86167}">
      <dsp:nvSpPr>
        <dsp:cNvPr id="0" name=""/>
        <dsp:cNvSpPr/>
      </dsp:nvSpPr>
      <dsp:spPr>
        <a:xfrm>
          <a:off x="926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43C2E-D980-470F-B596-1CA971296899}">
      <dsp:nvSpPr>
        <dsp:cNvPr id="0" name=""/>
        <dsp:cNvSpPr/>
      </dsp:nvSpPr>
      <dsp:spPr>
        <a:xfrm>
          <a:off x="8675906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200" b="1" kern="1200"/>
            <a:t>Compatibility:</a:t>
          </a:r>
          <a:r>
            <a:rPr lang="en-MY" sz="1200" kern="1200"/>
            <a:t> Legacy apps may not run smoothly in cloud.</a:t>
          </a:r>
          <a:endParaRPr lang="en-US" sz="1200" kern="1200"/>
        </a:p>
      </dsp:txBody>
      <dsp:txXfrm>
        <a:off x="8675906" y="2230075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99F9F-4F5F-474A-AE2F-2802E850F125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4E96D-DD6B-4143-9F0D-902937E2B9BE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8917F-26D4-42D9-A3DB-B6054486B2A9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Business Goals:</a:t>
          </a:r>
          <a:r>
            <a:rPr lang="en-MY" sz="2200" kern="1200"/>
            <a:t> Define clear objectives (e.g., cost reduction, scalability).</a:t>
          </a:r>
          <a:endParaRPr lang="en-US" sz="2200" kern="1200"/>
        </a:p>
      </dsp:txBody>
      <dsp:txXfrm>
        <a:off x="1336039" y="2282"/>
        <a:ext cx="4835908" cy="1156744"/>
      </dsp:txXfrm>
    </dsp:sp>
    <dsp:sp modelId="{1E57461F-61FA-43C3-88F1-DC1C208A5CBE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2D620-96F7-4383-BB89-64F3DA2C5217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4B781-6EA2-48BA-BA6B-F235F807ABC1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Assessment:</a:t>
          </a:r>
          <a:r>
            <a:rPr lang="en-MY" sz="2200" kern="1200"/>
            <a:t> Evaluate existing infrastructure and dependencies.</a:t>
          </a:r>
          <a:endParaRPr lang="en-US" sz="2200" kern="1200"/>
        </a:p>
      </dsp:txBody>
      <dsp:txXfrm>
        <a:off x="1336039" y="1448212"/>
        <a:ext cx="4835908" cy="1156744"/>
      </dsp:txXfrm>
    </dsp:sp>
    <dsp:sp modelId="{65395004-96BB-4E16-B307-8FDC44CE4882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2242F-8F67-4C86-8EC2-D9ADDDF0C4BC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06607-BB8B-4D15-8ED9-47EADB22BD54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Cost-Benefit Analysis:</a:t>
          </a:r>
          <a:r>
            <a:rPr lang="en-MY" sz="2200" kern="1200"/>
            <a:t> Weigh potential savings against migration costs.</a:t>
          </a:r>
          <a:endParaRPr lang="en-US" sz="2200" kern="1200"/>
        </a:p>
      </dsp:txBody>
      <dsp:txXfrm>
        <a:off x="1336039" y="2894143"/>
        <a:ext cx="4835908" cy="1156744"/>
      </dsp:txXfrm>
    </dsp:sp>
    <dsp:sp modelId="{B85DFD6C-FB47-4F5F-B2DE-B21ACBBDE91B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E7E05F-33C8-4BCE-B222-C5275DBE4F1D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43BFC-DE8F-450B-B236-0F2841440E0C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Choose Cloud Model:</a:t>
          </a:r>
          <a:r>
            <a:rPr lang="en-MY" sz="2200" kern="1200"/>
            <a:t> Public, private, or hybrid?</a:t>
          </a:r>
          <a:endParaRPr lang="en-US" sz="2200" kern="1200"/>
        </a:p>
      </dsp:txBody>
      <dsp:txXfrm>
        <a:off x="1336039" y="4340073"/>
        <a:ext cx="4835908" cy="11567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5C6A7-878D-4F4B-90DE-240DDBE92D94}">
      <dsp:nvSpPr>
        <dsp:cNvPr id="0" name=""/>
        <dsp:cNvSpPr/>
      </dsp:nvSpPr>
      <dsp:spPr>
        <a:xfrm>
          <a:off x="0" y="177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3E05B-EE95-4067-B024-8E120B531EC2}">
      <dsp:nvSpPr>
        <dsp:cNvPr id="0" name=""/>
        <dsp:cNvSpPr/>
      </dsp:nvSpPr>
      <dsp:spPr>
        <a:xfrm>
          <a:off x="229296" y="172330"/>
          <a:ext cx="416903" cy="4169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0354B-D49B-45FD-B21C-2C4D6B19FD07}">
      <dsp:nvSpPr>
        <dsp:cNvPr id="0" name=""/>
        <dsp:cNvSpPr/>
      </dsp:nvSpPr>
      <dsp:spPr>
        <a:xfrm>
          <a:off x="875496" y="1778"/>
          <a:ext cx="2777376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Rehost</a:t>
          </a:r>
          <a:r>
            <a:rPr lang="en-MY" sz="1900" kern="1200"/>
            <a:t> </a:t>
          </a:r>
          <a:endParaRPr lang="en-US" sz="1900" kern="1200"/>
        </a:p>
      </dsp:txBody>
      <dsp:txXfrm>
        <a:off x="875496" y="1778"/>
        <a:ext cx="2777376" cy="758005"/>
      </dsp:txXfrm>
    </dsp:sp>
    <dsp:sp modelId="{CA905A95-4EAC-4FD2-82CC-D72C86C68EE3}">
      <dsp:nvSpPr>
        <dsp:cNvPr id="0" name=""/>
        <dsp:cNvSpPr/>
      </dsp:nvSpPr>
      <dsp:spPr>
        <a:xfrm>
          <a:off x="3652873" y="1778"/>
          <a:ext cx="2519074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Lift and shift.</a:t>
          </a:r>
          <a:endParaRPr lang="en-US" sz="1500" kern="1200"/>
        </a:p>
      </dsp:txBody>
      <dsp:txXfrm>
        <a:off x="3652873" y="1778"/>
        <a:ext cx="2519074" cy="758005"/>
      </dsp:txXfrm>
    </dsp:sp>
    <dsp:sp modelId="{009461C6-E76C-4181-974F-6F147CD0E9D5}">
      <dsp:nvSpPr>
        <dsp:cNvPr id="0" name=""/>
        <dsp:cNvSpPr/>
      </dsp:nvSpPr>
      <dsp:spPr>
        <a:xfrm>
          <a:off x="0" y="949286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ECA67-5C77-45D7-879A-EC3263A4E36F}">
      <dsp:nvSpPr>
        <dsp:cNvPr id="0" name=""/>
        <dsp:cNvSpPr/>
      </dsp:nvSpPr>
      <dsp:spPr>
        <a:xfrm>
          <a:off x="229296" y="1119837"/>
          <a:ext cx="416903" cy="4169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27AC5-DDBC-4F0F-BE7C-23D272122105}">
      <dsp:nvSpPr>
        <dsp:cNvPr id="0" name=""/>
        <dsp:cNvSpPr/>
      </dsp:nvSpPr>
      <dsp:spPr>
        <a:xfrm>
          <a:off x="875496" y="949286"/>
          <a:ext cx="2777376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Refactor</a:t>
          </a:r>
          <a:endParaRPr lang="en-US" sz="1900" kern="1200"/>
        </a:p>
      </dsp:txBody>
      <dsp:txXfrm>
        <a:off x="875496" y="949286"/>
        <a:ext cx="2777376" cy="758005"/>
      </dsp:txXfrm>
    </dsp:sp>
    <dsp:sp modelId="{4B74214A-AFAD-492F-87E4-60E275301A97}">
      <dsp:nvSpPr>
        <dsp:cNvPr id="0" name=""/>
        <dsp:cNvSpPr/>
      </dsp:nvSpPr>
      <dsp:spPr>
        <a:xfrm>
          <a:off x="3652873" y="949286"/>
          <a:ext cx="2519074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Minor code changes to fit cloud environment.</a:t>
          </a:r>
          <a:endParaRPr lang="en-US" sz="1500" kern="1200"/>
        </a:p>
      </dsp:txBody>
      <dsp:txXfrm>
        <a:off x="3652873" y="949286"/>
        <a:ext cx="2519074" cy="758005"/>
      </dsp:txXfrm>
    </dsp:sp>
    <dsp:sp modelId="{12E87650-1A44-4D77-9314-F44D6A72F557}">
      <dsp:nvSpPr>
        <dsp:cNvPr id="0" name=""/>
        <dsp:cNvSpPr/>
      </dsp:nvSpPr>
      <dsp:spPr>
        <a:xfrm>
          <a:off x="0" y="1896793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623CD-A993-435F-BC61-58DFD2BFA1F1}">
      <dsp:nvSpPr>
        <dsp:cNvPr id="0" name=""/>
        <dsp:cNvSpPr/>
      </dsp:nvSpPr>
      <dsp:spPr>
        <a:xfrm>
          <a:off x="229296" y="2067344"/>
          <a:ext cx="416903" cy="4169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694B0-11D9-405F-BF93-ACA65EAECBAE}">
      <dsp:nvSpPr>
        <dsp:cNvPr id="0" name=""/>
        <dsp:cNvSpPr/>
      </dsp:nvSpPr>
      <dsp:spPr>
        <a:xfrm>
          <a:off x="875496" y="1896793"/>
          <a:ext cx="2777376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Revise</a:t>
          </a:r>
          <a:endParaRPr lang="en-US" sz="1900" kern="1200"/>
        </a:p>
      </dsp:txBody>
      <dsp:txXfrm>
        <a:off x="875496" y="1896793"/>
        <a:ext cx="2777376" cy="758005"/>
      </dsp:txXfrm>
    </dsp:sp>
    <dsp:sp modelId="{4C645453-A4B1-405B-965E-4486BB2C193F}">
      <dsp:nvSpPr>
        <dsp:cNvPr id="0" name=""/>
        <dsp:cNvSpPr/>
      </dsp:nvSpPr>
      <dsp:spPr>
        <a:xfrm>
          <a:off x="3652873" y="1896793"/>
          <a:ext cx="2519074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Major changes to existing code.</a:t>
          </a:r>
          <a:endParaRPr lang="en-US" sz="1500" kern="1200"/>
        </a:p>
      </dsp:txBody>
      <dsp:txXfrm>
        <a:off x="3652873" y="1896793"/>
        <a:ext cx="2519074" cy="758005"/>
      </dsp:txXfrm>
    </dsp:sp>
    <dsp:sp modelId="{B8B1A722-846E-4B5C-B040-7FFB0580E65B}">
      <dsp:nvSpPr>
        <dsp:cNvPr id="0" name=""/>
        <dsp:cNvSpPr/>
      </dsp:nvSpPr>
      <dsp:spPr>
        <a:xfrm>
          <a:off x="0" y="2844300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45682-D101-49F8-9415-6CAEF5EB3912}">
      <dsp:nvSpPr>
        <dsp:cNvPr id="0" name=""/>
        <dsp:cNvSpPr/>
      </dsp:nvSpPr>
      <dsp:spPr>
        <a:xfrm>
          <a:off x="229296" y="3014852"/>
          <a:ext cx="416903" cy="4169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DE186-25E9-4823-813A-EDED332A35B4}">
      <dsp:nvSpPr>
        <dsp:cNvPr id="0" name=""/>
        <dsp:cNvSpPr/>
      </dsp:nvSpPr>
      <dsp:spPr>
        <a:xfrm>
          <a:off x="875496" y="2844300"/>
          <a:ext cx="2777376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Rebuild</a:t>
          </a:r>
          <a:endParaRPr lang="en-US" sz="1900" kern="1200"/>
        </a:p>
      </dsp:txBody>
      <dsp:txXfrm>
        <a:off x="875496" y="2844300"/>
        <a:ext cx="2777376" cy="758005"/>
      </dsp:txXfrm>
    </dsp:sp>
    <dsp:sp modelId="{54EFDE00-17E4-4212-B114-87A1234BB554}">
      <dsp:nvSpPr>
        <dsp:cNvPr id="0" name=""/>
        <dsp:cNvSpPr/>
      </dsp:nvSpPr>
      <dsp:spPr>
        <a:xfrm>
          <a:off x="3652873" y="2844300"/>
          <a:ext cx="2519074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Redesign from scratch.</a:t>
          </a:r>
          <a:endParaRPr lang="en-US" sz="1500" kern="1200"/>
        </a:p>
      </dsp:txBody>
      <dsp:txXfrm>
        <a:off x="3652873" y="2844300"/>
        <a:ext cx="2519074" cy="758005"/>
      </dsp:txXfrm>
    </dsp:sp>
    <dsp:sp modelId="{96274996-EE4A-4D86-99E7-50A26F52F421}">
      <dsp:nvSpPr>
        <dsp:cNvPr id="0" name=""/>
        <dsp:cNvSpPr/>
      </dsp:nvSpPr>
      <dsp:spPr>
        <a:xfrm>
          <a:off x="0" y="379180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F02FE-B5F4-4621-9039-898A4FB3FEF4}">
      <dsp:nvSpPr>
        <dsp:cNvPr id="0" name=""/>
        <dsp:cNvSpPr/>
      </dsp:nvSpPr>
      <dsp:spPr>
        <a:xfrm>
          <a:off x="229296" y="3962359"/>
          <a:ext cx="416903" cy="4169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7934E-DE84-41D0-9901-D19883E29D37}">
      <dsp:nvSpPr>
        <dsp:cNvPr id="0" name=""/>
        <dsp:cNvSpPr/>
      </dsp:nvSpPr>
      <dsp:spPr>
        <a:xfrm>
          <a:off x="875496" y="3791808"/>
          <a:ext cx="2777376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Replace</a:t>
          </a:r>
          <a:endParaRPr lang="en-US" sz="1900" kern="1200"/>
        </a:p>
      </dsp:txBody>
      <dsp:txXfrm>
        <a:off x="875496" y="3791808"/>
        <a:ext cx="2777376" cy="758005"/>
      </dsp:txXfrm>
    </dsp:sp>
    <dsp:sp modelId="{551B1306-E4D5-4D2F-83C5-0F9AE7FB89EB}">
      <dsp:nvSpPr>
        <dsp:cNvPr id="0" name=""/>
        <dsp:cNvSpPr/>
      </dsp:nvSpPr>
      <dsp:spPr>
        <a:xfrm>
          <a:off x="3652873" y="3791808"/>
          <a:ext cx="2519074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Substitute with SaaS solutions.</a:t>
          </a:r>
          <a:endParaRPr lang="en-US" sz="1500" kern="1200"/>
        </a:p>
      </dsp:txBody>
      <dsp:txXfrm>
        <a:off x="3652873" y="3791808"/>
        <a:ext cx="2519074" cy="758005"/>
      </dsp:txXfrm>
    </dsp:sp>
    <dsp:sp modelId="{BE7AF805-5ED3-440D-AC6C-7DEEFEF1A047}">
      <dsp:nvSpPr>
        <dsp:cNvPr id="0" name=""/>
        <dsp:cNvSpPr/>
      </dsp:nvSpPr>
      <dsp:spPr>
        <a:xfrm>
          <a:off x="0" y="4739315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D2D91-4DF8-4423-8E9D-05A6C0078EB8}">
      <dsp:nvSpPr>
        <dsp:cNvPr id="0" name=""/>
        <dsp:cNvSpPr/>
      </dsp:nvSpPr>
      <dsp:spPr>
        <a:xfrm>
          <a:off x="229296" y="4909866"/>
          <a:ext cx="416903" cy="41690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14F9D-78D5-4694-99FC-2DB27CEAA415}">
      <dsp:nvSpPr>
        <dsp:cNvPr id="0" name=""/>
        <dsp:cNvSpPr/>
      </dsp:nvSpPr>
      <dsp:spPr>
        <a:xfrm>
          <a:off x="875496" y="4739315"/>
          <a:ext cx="2777376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/>
            <a:t>Retire</a:t>
          </a:r>
          <a:endParaRPr lang="en-US" sz="1900" kern="1200"/>
        </a:p>
      </dsp:txBody>
      <dsp:txXfrm>
        <a:off x="875496" y="4739315"/>
        <a:ext cx="2777376" cy="758005"/>
      </dsp:txXfrm>
    </dsp:sp>
    <dsp:sp modelId="{D4E905C8-0B5B-4718-AC39-29D43C575BB4}">
      <dsp:nvSpPr>
        <dsp:cNvPr id="0" name=""/>
        <dsp:cNvSpPr/>
      </dsp:nvSpPr>
      <dsp:spPr>
        <a:xfrm>
          <a:off x="3652873" y="4739315"/>
          <a:ext cx="2519074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Eliminate outdated components.</a:t>
          </a:r>
          <a:endParaRPr lang="en-US" sz="1500" kern="1200"/>
        </a:p>
      </dsp:txBody>
      <dsp:txXfrm>
        <a:off x="3652873" y="4739315"/>
        <a:ext cx="2519074" cy="7580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7C48F-6239-4586-9ECB-1496CE6CE817}">
      <dsp:nvSpPr>
        <dsp:cNvPr id="0" name=""/>
        <dsp:cNvSpPr/>
      </dsp:nvSpPr>
      <dsp:spPr>
        <a:xfrm>
          <a:off x="307364" y="937731"/>
          <a:ext cx="947882" cy="9478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53C53C-5F5F-4997-82AD-CCEECEF59C43}">
      <dsp:nvSpPr>
        <dsp:cNvPr id="0" name=""/>
        <dsp:cNvSpPr/>
      </dsp:nvSpPr>
      <dsp:spPr>
        <a:xfrm>
          <a:off x="509372" y="1139739"/>
          <a:ext cx="543867" cy="5438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C4EEF-D5A8-454C-8AEE-2E05C9247142}">
      <dsp:nvSpPr>
        <dsp:cNvPr id="0" name=""/>
        <dsp:cNvSpPr/>
      </dsp:nvSpPr>
      <dsp:spPr>
        <a:xfrm>
          <a:off x="4353" y="2180856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500" b="1" kern="1200"/>
            <a:t>Create a Migration Strategy</a:t>
          </a:r>
          <a:endParaRPr lang="en-US" sz="1500" kern="1200"/>
        </a:p>
      </dsp:txBody>
      <dsp:txXfrm>
        <a:off x="4353" y="2180856"/>
        <a:ext cx="1553906" cy="621562"/>
      </dsp:txXfrm>
    </dsp:sp>
    <dsp:sp modelId="{CA5B4D04-6DCF-4B39-81A9-4E1A619F14BD}">
      <dsp:nvSpPr>
        <dsp:cNvPr id="0" name=""/>
        <dsp:cNvSpPr/>
      </dsp:nvSpPr>
      <dsp:spPr>
        <a:xfrm>
          <a:off x="2133204" y="937731"/>
          <a:ext cx="947882" cy="9478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913002-4B7E-460C-8A05-528BACBC20FD}">
      <dsp:nvSpPr>
        <dsp:cNvPr id="0" name=""/>
        <dsp:cNvSpPr/>
      </dsp:nvSpPr>
      <dsp:spPr>
        <a:xfrm>
          <a:off x="2335212" y="1139739"/>
          <a:ext cx="543867" cy="5438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BEBC1-6F12-411F-B112-B8174069FF54}">
      <dsp:nvSpPr>
        <dsp:cNvPr id="0" name=""/>
        <dsp:cNvSpPr/>
      </dsp:nvSpPr>
      <dsp:spPr>
        <a:xfrm>
          <a:off x="1830193" y="2180856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500" b="1" kern="1200"/>
            <a:t>Evaluate Applications and Data</a:t>
          </a:r>
          <a:endParaRPr lang="en-US" sz="1500" kern="1200"/>
        </a:p>
      </dsp:txBody>
      <dsp:txXfrm>
        <a:off x="1830193" y="2180856"/>
        <a:ext cx="1553906" cy="621562"/>
      </dsp:txXfrm>
    </dsp:sp>
    <dsp:sp modelId="{1E8063E4-6A6F-4C95-893D-6AD2F072F1AB}">
      <dsp:nvSpPr>
        <dsp:cNvPr id="0" name=""/>
        <dsp:cNvSpPr/>
      </dsp:nvSpPr>
      <dsp:spPr>
        <a:xfrm>
          <a:off x="3959044" y="937731"/>
          <a:ext cx="947882" cy="9478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2CD8A-5312-4859-82B1-10E59BA7E0A6}">
      <dsp:nvSpPr>
        <dsp:cNvPr id="0" name=""/>
        <dsp:cNvSpPr/>
      </dsp:nvSpPr>
      <dsp:spPr>
        <a:xfrm>
          <a:off x="4161052" y="1139739"/>
          <a:ext cx="543867" cy="5438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7A998-D8C0-4BE9-B61A-00CB9543305D}">
      <dsp:nvSpPr>
        <dsp:cNvPr id="0" name=""/>
        <dsp:cNvSpPr/>
      </dsp:nvSpPr>
      <dsp:spPr>
        <a:xfrm>
          <a:off x="3656032" y="2180856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500" b="1" kern="1200"/>
            <a:t>Choose the Right Cloud Provider</a:t>
          </a:r>
          <a:endParaRPr lang="en-US" sz="1500" kern="1200"/>
        </a:p>
      </dsp:txBody>
      <dsp:txXfrm>
        <a:off x="3656032" y="2180856"/>
        <a:ext cx="1553906" cy="621562"/>
      </dsp:txXfrm>
    </dsp:sp>
    <dsp:sp modelId="{B3446545-E9E1-46C0-A1A8-7B4F6AA736D0}">
      <dsp:nvSpPr>
        <dsp:cNvPr id="0" name=""/>
        <dsp:cNvSpPr/>
      </dsp:nvSpPr>
      <dsp:spPr>
        <a:xfrm>
          <a:off x="5784884" y="937731"/>
          <a:ext cx="947882" cy="9478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3BDA8-17B6-42CA-9288-C273AF7E2F19}">
      <dsp:nvSpPr>
        <dsp:cNvPr id="0" name=""/>
        <dsp:cNvSpPr/>
      </dsp:nvSpPr>
      <dsp:spPr>
        <a:xfrm>
          <a:off x="5986892" y="1139739"/>
          <a:ext cx="543867" cy="5438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D8D82-1ED5-400E-9DEC-15FA1C1A1D35}">
      <dsp:nvSpPr>
        <dsp:cNvPr id="0" name=""/>
        <dsp:cNvSpPr/>
      </dsp:nvSpPr>
      <dsp:spPr>
        <a:xfrm>
          <a:off x="5481872" y="2180856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500" b="1" kern="1200"/>
            <a:t>Prepare the Environment</a:t>
          </a:r>
          <a:endParaRPr lang="en-US" sz="1500" kern="1200"/>
        </a:p>
      </dsp:txBody>
      <dsp:txXfrm>
        <a:off x="5481872" y="2180856"/>
        <a:ext cx="1553906" cy="621562"/>
      </dsp:txXfrm>
    </dsp:sp>
    <dsp:sp modelId="{A92EC736-CED0-48C1-AA00-CB1530A582B7}">
      <dsp:nvSpPr>
        <dsp:cNvPr id="0" name=""/>
        <dsp:cNvSpPr/>
      </dsp:nvSpPr>
      <dsp:spPr>
        <a:xfrm>
          <a:off x="7610724" y="937731"/>
          <a:ext cx="947882" cy="9478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398F3-9130-47A9-907F-0FF467F65018}">
      <dsp:nvSpPr>
        <dsp:cNvPr id="0" name=""/>
        <dsp:cNvSpPr/>
      </dsp:nvSpPr>
      <dsp:spPr>
        <a:xfrm>
          <a:off x="7812732" y="1139739"/>
          <a:ext cx="543867" cy="5438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E4DDD-42B3-407E-B466-D3AFAD0352E1}">
      <dsp:nvSpPr>
        <dsp:cNvPr id="0" name=""/>
        <dsp:cNvSpPr/>
      </dsp:nvSpPr>
      <dsp:spPr>
        <a:xfrm>
          <a:off x="7307712" y="2180856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500" b="1" kern="1200"/>
            <a:t>Migrate and Test</a:t>
          </a:r>
          <a:endParaRPr lang="en-US" sz="1500" kern="1200"/>
        </a:p>
      </dsp:txBody>
      <dsp:txXfrm>
        <a:off x="7307712" y="2180856"/>
        <a:ext cx="1553906" cy="621562"/>
      </dsp:txXfrm>
    </dsp:sp>
    <dsp:sp modelId="{B05D4015-46A7-4805-AA5C-08B5D46BB21A}">
      <dsp:nvSpPr>
        <dsp:cNvPr id="0" name=""/>
        <dsp:cNvSpPr/>
      </dsp:nvSpPr>
      <dsp:spPr>
        <a:xfrm>
          <a:off x="9436564" y="937731"/>
          <a:ext cx="947882" cy="9478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3EC19-F204-4499-B988-46CC3226C6D4}">
      <dsp:nvSpPr>
        <dsp:cNvPr id="0" name=""/>
        <dsp:cNvSpPr/>
      </dsp:nvSpPr>
      <dsp:spPr>
        <a:xfrm>
          <a:off x="9638572" y="1139739"/>
          <a:ext cx="543867" cy="5438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EF372-5B07-4DD8-ACD6-9421760B7C20}">
      <dsp:nvSpPr>
        <dsp:cNvPr id="0" name=""/>
        <dsp:cNvSpPr/>
      </dsp:nvSpPr>
      <dsp:spPr>
        <a:xfrm>
          <a:off x="9133552" y="2180856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500" b="1" kern="1200"/>
            <a:t>Monitor and Optimize</a:t>
          </a:r>
          <a:endParaRPr lang="en-US" sz="1500" kern="1200"/>
        </a:p>
      </dsp:txBody>
      <dsp:txXfrm>
        <a:off x="9133552" y="2180856"/>
        <a:ext cx="1553906" cy="6215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3546A-22BB-4E81-A5F2-C1743155E9A5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BEAF1-29F2-46E2-87F5-79F8AF75F7C0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EB252-0AE2-4A5B-9489-8A69D010050E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Define the business objectives for moving to the cloud.</a:t>
          </a:r>
          <a:endParaRPr lang="en-US" sz="2500" kern="1200"/>
        </a:p>
      </dsp:txBody>
      <dsp:txXfrm>
        <a:off x="1814259" y="671"/>
        <a:ext cx="4357688" cy="1570787"/>
      </dsp:txXfrm>
    </dsp:sp>
    <dsp:sp modelId="{86A75B95-0C72-44CE-A31D-FF32ED78817E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89A57-C51C-4A4A-BEC5-AA0738790D55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D3F92-0FFF-477B-B695-057A0C37754E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Determine scope, timeline, and budget.</a:t>
          </a:r>
          <a:endParaRPr lang="en-US" sz="2500" kern="1200"/>
        </a:p>
      </dsp:txBody>
      <dsp:txXfrm>
        <a:off x="1814259" y="1964156"/>
        <a:ext cx="4357688" cy="1570787"/>
      </dsp:txXfrm>
    </dsp:sp>
    <dsp:sp modelId="{058C26CA-E603-4837-B996-8069B688E022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70698-759A-4BC9-B065-E1B4E250B27F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5E4CC-B8B5-4118-BE13-3F434B8C665C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Identify stakeholders and assign responsibilities.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7B00D-DF65-42DA-A123-D1F92FA3584E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6C4CE-3C02-40B1-8368-CF38AE91A7F0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276EA-26E5-4C0B-92F7-F88B0F5134D8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Audit existing infrastructure.</a:t>
          </a:r>
          <a:endParaRPr lang="en-US" sz="2500" kern="1200"/>
        </a:p>
      </dsp:txBody>
      <dsp:txXfrm>
        <a:off x="1814259" y="671"/>
        <a:ext cx="4357688" cy="1570787"/>
      </dsp:txXfrm>
    </dsp:sp>
    <dsp:sp modelId="{E3C3F114-3AB0-4798-A731-4F756FB1A549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56368-6405-4197-8CE7-D3C143A5B714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3F466-8394-47EA-99CE-4A3763924FDF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Classify applications based on criticality and complexity.</a:t>
          </a:r>
          <a:endParaRPr lang="en-US" sz="2500" kern="1200"/>
        </a:p>
      </dsp:txBody>
      <dsp:txXfrm>
        <a:off x="1814259" y="1964156"/>
        <a:ext cx="4357688" cy="1570787"/>
      </dsp:txXfrm>
    </dsp:sp>
    <dsp:sp modelId="{7DCC8311-8FCF-4FEB-BB0D-AA32D79BA0AE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DD63B-0456-4A38-92B6-A1C83A9343CD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7BED8-9279-42BB-B555-F10D0A3B1919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Identify dependencies and compliance requirements.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0F510-D7E8-4D5C-B701-6115EB0D1563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0E0ED-0B90-4F1B-BB1E-14E1410A481F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19856-4315-4CD7-8C7D-3998F06B4407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Compare pricing models, SLAs, and services offered.</a:t>
          </a:r>
          <a:endParaRPr lang="en-US" sz="2500" kern="1200"/>
        </a:p>
      </dsp:txBody>
      <dsp:txXfrm>
        <a:off x="1814259" y="671"/>
        <a:ext cx="4357688" cy="1570787"/>
      </dsp:txXfrm>
    </dsp:sp>
    <dsp:sp modelId="{30ABE8D8-6F6E-4363-8956-372EB65CAD12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71621-8B38-472F-8BBD-D71D9669883F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67C64-BA42-4524-B360-B4EBBEAF1BB2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Consider support, security features, and compliance certifications.</a:t>
          </a:r>
          <a:endParaRPr lang="en-US" sz="2500" kern="1200"/>
        </a:p>
      </dsp:txBody>
      <dsp:txXfrm>
        <a:off x="1814259" y="1964156"/>
        <a:ext cx="4357688" cy="1570787"/>
      </dsp:txXfrm>
    </dsp:sp>
    <dsp:sp modelId="{200F081F-B410-467B-BDF0-71ED721C3C58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F7E17-5242-4773-BBFB-EE53233C0064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C5287-C5C3-44D6-8D37-F23186BDABE8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Evaluate existing provider integrations and ecosystem compatibility.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67D0A-777E-5147-A663-6CB006F6C338}">
      <dsp:nvSpPr>
        <dsp:cNvPr id="0" name=""/>
        <dsp:cNvSpPr/>
      </dsp:nvSpPr>
      <dsp:spPr>
        <a:xfrm rot="5400000">
          <a:off x="3488056" y="-1086252"/>
          <a:ext cx="1417736" cy="395004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Set up accounts, access policies, and permissions.</a:t>
          </a:r>
        </a:p>
      </dsp:txBody>
      <dsp:txXfrm rot="-5400000">
        <a:off x="2221901" y="249111"/>
        <a:ext cx="3880838" cy="1279320"/>
      </dsp:txXfrm>
    </dsp:sp>
    <dsp:sp modelId="{AC3B5CE1-B81D-934D-88F6-65C339BB90C4}">
      <dsp:nvSpPr>
        <dsp:cNvPr id="0" name=""/>
        <dsp:cNvSpPr/>
      </dsp:nvSpPr>
      <dsp:spPr>
        <a:xfrm>
          <a:off x="0" y="2685"/>
          <a:ext cx="2221901" cy="17721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Set up</a:t>
          </a:r>
        </a:p>
      </dsp:txBody>
      <dsp:txXfrm>
        <a:off x="86510" y="89195"/>
        <a:ext cx="2048881" cy="1599150"/>
      </dsp:txXfrm>
    </dsp:sp>
    <dsp:sp modelId="{EB8E28B8-40BE-C546-89F0-DFD541AE0C05}">
      <dsp:nvSpPr>
        <dsp:cNvPr id="0" name=""/>
        <dsp:cNvSpPr/>
      </dsp:nvSpPr>
      <dsp:spPr>
        <a:xfrm rot="5400000">
          <a:off x="3488056" y="774526"/>
          <a:ext cx="1417736" cy="3950046"/>
        </a:xfrm>
        <a:prstGeom prst="round2SameRect">
          <a:avLst/>
        </a:prstGeom>
        <a:solidFill>
          <a:schemeClr val="accent2">
            <a:tint val="40000"/>
            <a:alpha val="90000"/>
            <a:hueOff val="-157348"/>
            <a:satOff val="-4819"/>
            <a:lumOff val="-2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348"/>
              <a:satOff val="-4819"/>
              <a:lumOff val="-25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Design network architecture and storage.</a:t>
          </a:r>
        </a:p>
      </dsp:txBody>
      <dsp:txXfrm rot="-5400000">
        <a:off x="2221901" y="2109889"/>
        <a:ext cx="3880838" cy="1279320"/>
      </dsp:txXfrm>
    </dsp:sp>
    <dsp:sp modelId="{FD876C6C-D797-AB44-8952-243FD376920D}">
      <dsp:nvSpPr>
        <dsp:cNvPr id="0" name=""/>
        <dsp:cNvSpPr/>
      </dsp:nvSpPr>
      <dsp:spPr>
        <a:xfrm>
          <a:off x="0" y="1863464"/>
          <a:ext cx="2221901" cy="177217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Design</a:t>
          </a:r>
        </a:p>
      </dsp:txBody>
      <dsp:txXfrm>
        <a:off x="86510" y="1949974"/>
        <a:ext cx="2048881" cy="1599150"/>
      </dsp:txXfrm>
    </dsp:sp>
    <dsp:sp modelId="{B2F43219-E64A-4141-A2E8-0844E1072172}">
      <dsp:nvSpPr>
        <dsp:cNvPr id="0" name=""/>
        <dsp:cNvSpPr/>
      </dsp:nvSpPr>
      <dsp:spPr>
        <a:xfrm rot="5400000">
          <a:off x="3488056" y="2635306"/>
          <a:ext cx="1417736" cy="3950046"/>
        </a:xfrm>
        <a:prstGeom prst="round2SameRect">
          <a:avLst/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Implement identity and access management (IAM).</a:t>
          </a:r>
        </a:p>
      </dsp:txBody>
      <dsp:txXfrm rot="-5400000">
        <a:off x="2221901" y="3970669"/>
        <a:ext cx="3880838" cy="1279320"/>
      </dsp:txXfrm>
    </dsp:sp>
    <dsp:sp modelId="{648FE998-7D20-9D48-BF72-1ECFB1FC0179}">
      <dsp:nvSpPr>
        <dsp:cNvPr id="0" name=""/>
        <dsp:cNvSpPr/>
      </dsp:nvSpPr>
      <dsp:spPr>
        <a:xfrm>
          <a:off x="0" y="3724243"/>
          <a:ext cx="2221901" cy="177217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Implement</a:t>
          </a:r>
        </a:p>
      </dsp:txBody>
      <dsp:txXfrm>
        <a:off x="86510" y="3810753"/>
        <a:ext cx="2048881" cy="159915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54C95-5D56-40CB-811A-1ECB79C62F98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F260E-885A-43AC-B4FB-180D80420AE8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2904E-5A7B-4825-B05F-CC367B0B342A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Begin with low-risk applications as a pilot.</a:t>
          </a:r>
          <a:endParaRPr lang="en-US" sz="2500" kern="1200"/>
        </a:p>
      </dsp:txBody>
      <dsp:txXfrm>
        <a:off x="1814259" y="671"/>
        <a:ext cx="4357688" cy="1570787"/>
      </dsp:txXfrm>
    </dsp:sp>
    <dsp:sp modelId="{A2CC341B-5297-470B-9360-67E0A753BB9C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78C54-0F8C-410A-BA2C-D2F3258B84BF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ADD7D-5864-4647-A153-CA4AD0C52B38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Execute the migration using tools and automation.</a:t>
          </a:r>
          <a:endParaRPr lang="en-US" sz="2500" kern="1200"/>
        </a:p>
      </dsp:txBody>
      <dsp:txXfrm>
        <a:off x="1814259" y="1964156"/>
        <a:ext cx="4357688" cy="1570787"/>
      </dsp:txXfrm>
    </dsp:sp>
    <dsp:sp modelId="{011DEB52-A68A-4147-B6DE-E9391632C844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75F7A-D01E-4920-A8FB-6FE3A5544605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1B62B-B154-4C23-A5E9-A11CCA0B4A13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Validate the system functionality through rigorous testing.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D735D-923A-4805-9F69-3D996D03ED38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6B1BC-2DC6-464B-86FD-8355EC735293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9BCFD-4397-4063-A5C2-EFB4D3DE3E71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Monitor usage, performance, and security.</a:t>
          </a:r>
          <a:endParaRPr lang="en-US" sz="2500" kern="1200"/>
        </a:p>
      </dsp:txBody>
      <dsp:txXfrm>
        <a:off x="1814259" y="671"/>
        <a:ext cx="4357688" cy="1570787"/>
      </dsp:txXfrm>
    </dsp:sp>
    <dsp:sp modelId="{B129A771-4214-41B7-9635-1D2138CD6C6A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CDB06-B7C2-46D8-8DA1-481AE6A5FDBF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5A4B5-19A9-4B34-BCFE-DA85C9690835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Tune systems for cost and performance efficiency.</a:t>
          </a:r>
          <a:endParaRPr lang="en-US" sz="2500" kern="1200"/>
        </a:p>
      </dsp:txBody>
      <dsp:txXfrm>
        <a:off x="1814259" y="1964156"/>
        <a:ext cx="4357688" cy="1570787"/>
      </dsp:txXfrm>
    </dsp:sp>
    <dsp:sp modelId="{D0330ABB-45F4-4A93-BEF6-2263F5E1A4C9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2685B-E853-4DD8-9A23-74BBD6BFDB29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E4EFD-EC48-4303-9584-3CB6D3E6F8DF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/>
            <a:t>Implement alerts and analytics dashboards.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2365E-0BEE-4A3E-8041-61F153683A59}">
      <dsp:nvSpPr>
        <dsp:cNvPr id="0" name=""/>
        <dsp:cNvSpPr/>
      </dsp:nvSpPr>
      <dsp:spPr>
        <a:xfrm>
          <a:off x="663670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FE14C-E615-4157-B38F-4E0D38FDFAB1}">
      <dsp:nvSpPr>
        <dsp:cNvPr id="0" name=""/>
        <dsp:cNvSpPr/>
      </dsp:nvSpPr>
      <dsp:spPr>
        <a:xfrm>
          <a:off x="15852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/>
            <a:t>Poor Connectivity:</a:t>
          </a:r>
          <a:r>
            <a:rPr lang="en-MY" sz="1600" kern="1200"/>
            <a:t> Limits real-time access.</a:t>
          </a:r>
          <a:endParaRPr lang="en-US" sz="1600" kern="1200"/>
        </a:p>
      </dsp:txBody>
      <dsp:txXfrm>
        <a:off x="15852" y="2197100"/>
        <a:ext cx="2355704" cy="720000"/>
      </dsp:txXfrm>
    </dsp:sp>
    <dsp:sp modelId="{BA3FA817-E52B-4100-A4C0-B5FEEA9BBCFD}">
      <dsp:nvSpPr>
        <dsp:cNvPr id="0" name=""/>
        <dsp:cNvSpPr/>
      </dsp:nvSpPr>
      <dsp:spPr>
        <a:xfrm>
          <a:off x="3431622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3641F-24ED-421C-975A-9A70AE627376}">
      <dsp:nvSpPr>
        <dsp:cNvPr id="0" name=""/>
        <dsp:cNvSpPr/>
      </dsp:nvSpPr>
      <dsp:spPr>
        <a:xfrm>
          <a:off x="2783804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/>
            <a:t>Legacy Dependencies:</a:t>
          </a:r>
          <a:r>
            <a:rPr lang="en-MY" sz="1600" kern="1200"/>
            <a:t> Older apps may resist change.</a:t>
          </a:r>
          <a:endParaRPr lang="en-US" sz="1600" kern="1200"/>
        </a:p>
      </dsp:txBody>
      <dsp:txXfrm>
        <a:off x="2783804" y="2197100"/>
        <a:ext cx="2355704" cy="720000"/>
      </dsp:txXfrm>
    </dsp:sp>
    <dsp:sp modelId="{FC9D4B14-FA0C-4D94-A760-57BA39BA95A5}">
      <dsp:nvSpPr>
        <dsp:cNvPr id="0" name=""/>
        <dsp:cNvSpPr/>
      </dsp:nvSpPr>
      <dsp:spPr>
        <a:xfrm>
          <a:off x="6199575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5AFF7-5385-4BFF-9201-BA9C53934F3B}">
      <dsp:nvSpPr>
        <dsp:cNvPr id="0" name=""/>
        <dsp:cNvSpPr/>
      </dsp:nvSpPr>
      <dsp:spPr>
        <a:xfrm>
          <a:off x="5551756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/>
            <a:t>Lack of Cloud Talent:</a:t>
          </a:r>
          <a:r>
            <a:rPr lang="en-MY" sz="1600" kern="1200"/>
            <a:t> Skilled professionals are in demand.</a:t>
          </a:r>
          <a:endParaRPr lang="en-US" sz="1600" kern="1200"/>
        </a:p>
      </dsp:txBody>
      <dsp:txXfrm>
        <a:off x="5551756" y="2197100"/>
        <a:ext cx="2355704" cy="720000"/>
      </dsp:txXfrm>
    </dsp:sp>
    <dsp:sp modelId="{6B71C1DB-5AC0-4AF4-9579-0D4F293B18A4}">
      <dsp:nvSpPr>
        <dsp:cNvPr id="0" name=""/>
        <dsp:cNvSpPr/>
      </dsp:nvSpPr>
      <dsp:spPr>
        <a:xfrm>
          <a:off x="8967527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03E7D-FBF4-48D4-91CA-F34480F88CE3}">
      <dsp:nvSpPr>
        <dsp:cNvPr id="0" name=""/>
        <dsp:cNvSpPr/>
      </dsp:nvSpPr>
      <dsp:spPr>
        <a:xfrm>
          <a:off x="8319708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/>
            <a:t>Concerns over Vendor Lock-in</a:t>
          </a:r>
          <a:endParaRPr lang="en-US" sz="1600" kern="1200"/>
        </a:p>
      </dsp:txBody>
      <dsp:txXfrm>
        <a:off x="8319708" y="2197100"/>
        <a:ext cx="2355704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53158-B8F1-4593-8125-CB93EED0D737}">
      <dsp:nvSpPr>
        <dsp:cNvPr id="0" name=""/>
        <dsp:cNvSpPr/>
      </dsp:nvSpPr>
      <dsp:spPr>
        <a:xfrm>
          <a:off x="683632" y="249947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99326-2EFF-4A9B-A7B9-97172F6AE29F}">
      <dsp:nvSpPr>
        <dsp:cNvPr id="0" name=""/>
        <dsp:cNvSpPr/>
      </dsp:nvSpPr>
      <dsp:spPr>
        <a:xfrm>
          <a:off x="1093132" y="659447"/>
          <a:ext cx="1102499" cy="1102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81B57-FEE4-4529-B848-B64914D50000}">
      <dsp:nvSpPr>
        <dsp:cNvPr id="0" name=""/>
        <dsp:cNvSpPr/>
      </dsp:nvSpPr>
      <dsp:spPr>
        <a:xfrm>
          <a:off x="69382" y="2769948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600" b="1" kern="1200"/>
            <a:t>Data Integration:</a:t>
          </a:r>
          <a:r>
            <a:rPr lang="en-MY" sz="1600" kern="1200"/>
            <a:t> Synchronize data across systems.</a:t>
          </a:r>
          <a:endParaRPr lang="en-US" sz="1600" kern="1200"/>
        </a:p>
      </dsp:txBody>
      <dsp:txXfrm>
        <a:off x="69382" y="2769948"/>
        <a:ext cx="3150000" cy="720000"/>
      </dsp:txXfrm>
    </dsp:sp>
    <dsp:sp modelId="{CC22093C-0C40-4B0B-8C04-51D0FDA315F3}">
      <dsp:nvSpPr>
        <dsp:cNvPr id="0" name=""/>
        <dsp:cNvSpPr/>
      </dsp:nvSpPr>
      <dsp:spPr>
        <a:xfrm>
          <a:off x="4384882" y="249947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5DE63-7505-4853-897C-5E55354DB5BD}">
      <dsp:nvSpPr>
        <dsp:cNvPr id="0" name=""/>
        <dsp:cNvSpPr/>
      </dsp:nvSpPr>
      <dsp:spPr>
        <a:xfrm>
          <a:off x="4794382" y="659447"/>
          <a:ext cx="1102499" cy="1102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AD446-4E5C-4489-8813-5FF36A6F2080}">
      <dsp:nvSpPr>
        <dsp:cNvPr id="0" name=""/>
        <dsp:cNvSpPr/>
      </dsp:nvSpPr>
      <dsp:spPr>
        <a:xfrm>
          <a:off x="3770632" y="2769948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600" b="1" kern="1200"/>
            <a:t>Application Integration:</a:t>
          </a:r>
          <a:r>
            <a:rPr lang="en-MY" sz="1600" kern="1200"/>
            <a:t> Connect disparate apps for workflow.</a:t>
          </a:r>
          <a:endParaRPr lang="en-US" sz="1600" kern="1200"/>
        </a:p>
      </dsp:txBody>
      <dsp:txXfrm>
        <a:off x="3770632" y="2769948"/>
        <a:ext cx="3150000" cy="720000"/>
      </dsp:txXfrm>
    </dsp:sp>
    <dsp:sp modelId="{09DEB50D-1261-46B0-8EDB-67AB1F784252}">
      <dsp:nvSpPr>
        <dsp:cNvPr id="0" name=""/>
        <dsp:cNvSpPr/>
      </dsp:nvSpPr>
      <dsp:spPr>
        <a:xfrm>
          <a:off x="8086132" y="249947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8256D-10E6-4207-A10B-AA380DE3ABF1}">
      <dsp:nvSpPr>
        <dsp:cNvPr id="0" name=""/>
        <dsp:cNvSpPr/>
      </dsp:nvSpPr>
      <dsp:spPr>
        <a:xfrm>
          <a:off x="8495632" y="659447"/>
          <a:ext cx="1102499" cy="11024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BA6A8-0EDC-4B80-9E37-21314E2623E3}">
      <dsp:nvSpPr>
        <dsp:cNvPr id="0" name=""/>
        <dsp:cNvSpPr/>
      </dsp:nvSpPr>
      <dsp:spPr>
        <a:xfrm>
          <a:off x="7471882" y="2769948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600" b="1" kern="1200"/>
            <a:t>Process Integration:</a:t>
          </a:r>
          <a:r>
            <a:rPr lang="en-MY" sz="1600" kern="1200"/>
            <a:t> End-to-end business process automation.</a:t>
          </a:r>
          <a:endParaRPr lang="en-US" sz="1600" kern="1200"/>
        </a:p>
      </dsp:txBody>
      <dsp:txXfrm>
        <a:off x="7471882" y="2769948"/>
        <a:ext cx="315000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E918B-D6D9-49B8-AFE4-566B8F5F68DC}">
      <dsp:nvSpPr>
        <dsp:cNvPr id="0" name=""/>
        <dsp:cNvSpPr/>
      </dsp:nvSpPr>
      <dsp:spPr>
        <a:xfrm>
          <a:off x="0" y="1552"/>
          <a:ext cx="10691265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AA7D1C-750D-4D36-A0A7-A4E413E7A4B2}">
      <dsp:nvSpPr>
        <dsp:cNvPr id="0" name=""/>
        <dsp:cNvSpPr/>
      </dsp:nvSpPr>
      <dsp:spPr>
        <a:xfrm>
          <a:off x="237974" y="178558"/>
          <a:ext cx="432681" cy="432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8D2F0-9338-4215-A193-DFBD7471DB8E}">
      <dsp:nvSpPr>
        <dsp:cNvPr id="0" name=""/>
        <dsp:cNvSpPr/>
      </dsp:nvSpPr>
      <dsp:spPr>
        <a:xfrm>
          <a:off x="908630" y="1552"/>
          <a:ext cx="9782634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Secure APIs</a:t>
          </a:r>
          <a:endParaRPr lang="en-US" sz="2200" kern="1200"/>
        </a:p>
      </dsp:txBody>
      <dsp:txXfrm>
        <a:off x="908630" y="1552"/>
        <a:ext cx="9782634" cy="786692"/>
      </dsp:txXfrm>
    </dsp:sp>
    <dsp:sp modelId="{A9D34A47-80E6-4F69-9045-10E1E8BBA8FF}">
      <dsp:nvSpPr>
        <dsp:cNvPr id="0" name=""/>
        <dsp:cNvSpPr/>
      </dsp:nvSpPr>
      <dsp:spPr>
        <a:xfrm>
          <a:off x="0" y="984918"/>
          <a:ext cx="10691265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A1D1C-8CD4-4BD3-B444-3F1B938673EA}">
      <dsp:nvSpPr>
        <dsp:cNvPr id="0" name=""/>
        <dsp:cNvSpPr/>
      </dsp:nvSpPr>
      <dsp:spPr>
        <a:xfrm>
          <a:off x="237974" y="1161924"/>
          <a:ext cx="432681" cy="432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8D079-4FA1-41A3-B846-E891DAF988B1}">
      <dsp:nvSpPr>
        <dsp:cNvPr id="0" name=""/>
        <dsp:cNvSpPr/>
      </dsp:nvSpPr>
      <dsp:spPr>
        <a:xfrm>
          <a:off x="908630" y="984918"/>
          <a:ext cx="9782634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Real-time and Batch Processing Support</a:t>
          </a:r>
          <a:endParaRPr lang="en-US" sz="2200" kern="1200"/>
        </a:p>
      </dsp:txBody>
      <dsp:txXfrm>
        <a:off x="908630" y="984918"/>
        <a:ext cx="9782634" cy="786692"/>
      </dsp:txXfrm>
    </dsp:sp>
    <dsp:sp modelId="{EFD1FF76-A854-4125-9A5E-C0F3F99D0E5D}">
      <dsp:nvSpPr>
        <dsp:cNvPr id="0" name=""/>
        <dsp:cNvSpPr/>
      </dsp:nvSpPr>
      <dsp:spPr>
        <a:xfrm>
          <a:off x="0" y="1968284"/>
          <a:ext cx="10691265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03A8B-F415-4E2B-B44D-D3096DB0EED8}">
      <dsp:nvSpPr>
        <dsp:cNvPr id="0" name=""/>
        <dsp:cNvSpPr/>
      </dsp:nvSpPr>
      <dsp:spPr>
        <a:xfrm>
          <a:off x="237974" y="2145290"/>
          <a:ext cx="432681" cy="432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BEC10-6AA0-476C-ABCD-1F3E5D928372}">
      <dsp:nvSpPr>
        <dsp:cNvPr id="0" name=""/>
        <dsp:cNvSpPr/>
      </dsp:nvSpPr>
      <dsp:spPr>
        <a:xfrm>
          <a:off x="908630" y="1968284"/>
          <a:ext cx="9782634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Data Transformation</a:t>
          </a:r>
          <a:endParaRPr lang="en-US" sz="2200" kern="1200"/>
        </a:p>
      </dsp:txBody>
      <dsp:txXfrm>
        <a:off x="908630" y="1968284"/>
        <a:ext cx="9782634" cy="786692"/>
      </dsp:txXfrm>
    </dsp:sp>
    <dsp:sp modelId="{8D2877C6-D518-4B44-AAEA-4D9CBE8F209A}">
      <dsp:nvSpPr>
        <dsp:cNvPr id="0" name=""/>
        <dsp:cNvSpPr/>
      </dsp:nvSpPr>
      <dsp:spPr>
        <a:xfrm>
          <a:off x="0" y="2951650"/>
          <a:ext cx="10691265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B5B4E-4EEE-45BD-8542-0BD8FBD2C8E5}">
      <dsp:nvSpPr>
        <dsp:cNvPr id="0" name=""/>
        <dsp:cNvSpPr/>
      </dsp:nvSpPr>
      <dsp:spPr>
        <a:xfrm>
          <a:off x="237974" y="3128656"/>
          <a:ext cx="432681" cy="4326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289E0-BE0F-4BE2-AE6F-374B8FC79447}">
      <dsp:nvSpPr>
        <dsp:cNvPr id="0" name=""/>
        <dsp:cNvSpPr/>
      </dsp:nvSpPr>
      <dsp:spPr>
        <a:xfrm>
          <a:off x="908630" y="2951650"/>
          <a:ext cx="9782634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Monitoring and Logging</a:t>
          </a:r>
          <a:endParaRPr lang="en-US" sz="2200" kern="1200"/>
        </a:p>
      </dsp:txBody>
      <dsp:txXfrm>
        <a:off x="908630" y="2951650"/>
        <a:ext cx="9782634" cy="78669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4CF29-0F19-694C-8B52-4AA5809D8562}">
      <dsp:nvSpPr>
        <dsp:cNvPr id="0" name=""/>
        <dsp:cNvSpPr/>
      </dsp:nvSpPr>
      <dsp:spPr>
        <a:xfrm>
          <a:off x="0" y="410180"/>
          <a:ext cx="6171948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12" tIns="458216" rIns="47901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200" kern="1200"/>
            <a:t>Must handle growing data.</a:t>
          </a:r>
          <a:endParaRPr lang="en-US" sz="2200" kern="1200"/>
        </a:p>
      </dsp:txBody>
      <dsp:txXfrm>
        <a:off x="0" y="410180"/>
        <a:ext cx="6171948" cy="918224"/>
      </dsp:txXfrm>
    </dsp:sp>
    <dsp:sp modelId="{977C9921-DAFB-C145-B7F9-436E6E8F9688}">
      <dsp:nvSpPr>
        <dsp:cNvPr id="0" name=""/>
        <dsp:cNvSpPr/>
      </dsp:nvSpPr>
      <dsp:spPr>
        <a:xfrm>
          <a:off x="308597" y="85460"/>
          <a:ext cx="4320363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99" tIns="0" rIns="16329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Scalability:</a:t>
          </a:r>
          <a:r>
            <a:rPr lang="en-MY" sz="2200" kern="1200"/>
            <a:t> </a:t>
          </a:r>
          <a:endParaRPr lang="en-US" sz="2200" kern="1200"/>
        </a:p>
      </dsp:txBody>
      <dsp:txXfrm>
        <a:off x="340300" y="117163"/>
        <a:ext cx="4256957" cy="586034"/>
      </dsp:txXfrm>
    </dsp:sp>
    <dsp:sp modelId="{DFAE0FD2-EA2E-1E45-8858-A9D575E2DB65}">
      <dsp:nvSpPr>
        <dsp:cNvPr id="0" name=""/>
        <dsp:cNvSpPr/>
      </dsp:nvSpPr>
      <dsp:spPr>
        <a:xfrm>
          <a:off x="0" y="1771925"/>
          <a:ext cx="6171948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12" tIns="458216" rIns="47901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200" kern="1200"/>
            <a:t>Work with multiple environments.</a:t>
          </a:r>
          <a:endParaRPr lang="en-US" sz="2200" kern="1200"/>
        </a:p>
      </dsp:txBody>
      <dsp:txXfrm>
        <a:off x="0" y="1771925"/>
        <a:ext cx="6171948" cy="918224"/>
      </dsp:txXfrm>
    </dsp:sp>
    <dsp:sp modelId="{BE0D5A6E-8B67-5C4D-AEE2-861C94A6A4F5}">
      <dsp:nvSpPr>
        <dsp:cNvPr id="0" name=""/>
        <dsp:cNvSpPr/>
      </dsp:nvSpPr>
      <dsp:spPr>
        <a:xfrm>
          <a:off x="308597" y="1447205"/>
          <a:ext cx="4320363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99" tIns="0" rIns="16329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Interoperability:</a:t>
          </a:r>
          <a:r>
            <a:rPr lang="en-MY" sz="2200" kern="1200"/>
            <a:t> </a:t>
          </a:r>
          <a:endParaRPr lang="en-US" sz="2200" kern="1200"/>
        </a:p>
      </dsp:txBody>
      <dsp:txXfrm>
        <a:off x="340300" y="1478908"/>
        <a:ext cx="4256957" cy="586034"/>
      </dsp:txXfrm>
    </dsp:sp>
    <dsp:sp modelId="{1EDF3799-ABF1-D94B-82FE-44B45E4BB78D}">
      <dsp:nvSpPr>
        <dsp:cNvPr id="0" name=""/>
        <dsp:cNvSpPr/>
      </dsp:nvSpPr>
      <dsp:spPr>
        <a:xfrm>
          <a:off x="0" y="3133670"/>
          <a:ext cx="6171948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12" tIns="458216" rIns="47901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200" kern="1200"/>
            <a:t>Data encryption and compliance support.</a:t>
          </a:r>
          <a:endParaRPr lang="en-US" sz="2200" kern="1200"/>
        </a:p>
      </dsp:txBody>
      <dsp:txXfrm>
        <a:off x="0" y="3133670"/>
        <a:ext cx="6171948" cy="918224"/>
      </dsp:txXfrm>
    </dsp:sp>
    <dsp:sp modelId="{CB7A0EC8-A328-E34A-B868-415C44F00608}">
      <dsp:nvSpPr>
        <dsp:cNvPr id="0" name=""/>
        <dsp:cNvSpPr/>
      </dsp:nvSpPr>
      <dsp:spPr>
        <a:xfrm>
          <a:off x="308597" y="2808950"/>
          <a:ext cx="4320363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99" tIns="0" rIns="16329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Security:</a:t>
          </a:r>
          <a:r>
            <a:rPr lang="en-MY" sz="2200" kern="1200"/>
            <a:t> </a:t>
          </a:r>
          <a:endParaRPr lang="en-US" sz="2200" kern="1200"/>
        </a:p>
      </dsp:txBody>
      <dsp:txXfrm>
        <a:off x="340300" y="2840653"/>
        <a:ext cx="4256957" cy="586034"/>
      </dsp:txXfrm>
    </dsp:sp>
    <dsp:sp modelId="{3D854039-8810-6E40-B6C3-269534632E59}">
      <dsp:nvSpPr>
        <dsp:cNvPr id="0" name=""/>
        <dsp:cNvSpPr/>
      </dsp:nvSpPr>
      <dsp:spPr>
        <a:xfrm>
          <a:off x="0" y="4495414"/>
          <a:ext cx="6171948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12" tIns="458216" rIns="47901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200" kern="1200"/>
            <a:t>Low-code/drag-drop preferred.</a:t>
          </a:r>
          <a:endParaRPr lang="en-US" sz="2200" kern="1200"/>
        </a:p>
      </dsp:txBody>
      <dsp:txXfrm>
        <a:off x="0" y="4495414"/>
        <a:ext cx="6171948" cy="918224"/>
      </dsp:txXfrm>
    </dsp:sp>
    <dsp:sp modelId="{7D315F4C-DEEA-5E4B-B87E-D89CE754D58C}">
      <dsp:nvSpPr>
        <dsp:cNvPr id="0" name=""/>
        <dsp:cNvSpPr/>
      </dsp:nvSpPr>
      <dsp:spPr>
        <a:xfrm>
          <a:off x="308597" y="4170694"/>
          <a:ext cx="4320363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99" tIns="0" rIns="16329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Ease of Use:</a:t>
          </a:r>
          <a:r>
            <a:rPr lang="en-MY" sz="2200" kern="1200"/>
            <a:t> </a:t>
          </a:r>
          <a:endParaRPr lang="en-US" sz="2200" kern="1200"/>
        </a:p>
      </dsp:txBody>
      <dsp:txXfrm>
        <a:off x="340300" y="4202397"/>
        <a:ext cx="4256957" cy="58603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AE7AA-A1F7-4B41-96A0-9DFA237CDD41}">
      <dsp:nvSpPr>
        <dsp:cNvPr id="0" name=""/>
        <dsp:cNvSpPr/>
      </dsp:nvSpPr>
      <dsp:spPr>
        <a:xfrm>
          <a:off x="663670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B21EF-B8CB-46D4-BEE3-AE3CE7424BF3}">
      <dsp:nvSpPr>
        <dsp:cNvPr id="0" name=""/>
        <dsp:cNvSpPr/>
      </dsp:nvSpPr>
      <dsp:spPr>
        <a:xfrm>
          <a:off x="15852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b="1" kern="1200"/>
            <a:t>Low-code iPaaS (Integration Platform as a Service)</a:t>
          </a:r>
          <a:endParaRPr lang="en-US" sz="1500" kern="1200"/>
        </a:p>
      </dsp:txBody>
      <dsp:txXfrm>
        <a:off x="15852" y="2197100"/>
        <a:ext cx="2355704" cy="720000"/>
      </dsp:txXfrm>
    </dsp:sp>
    <dsp:sp modelId="{CE4E7EAF-2E26-4FFD-9A4E-627952E988F5}">
      <dsp:nvSpPr>
        <dsp:cNvPr id="0" name=""/>
        <dsp:cNvSpPr/>
      </dsp:nvSpPr>
      <dsp:spPr>
        <a:xfrm>
          <a:off x="3431622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B9FE0-686A-4DDC-897D-6EF8B83ADD04}">
      <dsp:nvSpPr>
        <dsp:cNvPr id="0" name=""/>
        <dsp:cNvSpPr/>
      </dsp:nvSpPr>
      <dsp:spPr>
        <a:xfrm>
          <a:off x="2783804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Supports connecting cloud and on-premise systems.</a:t>
          </a:r>
          <a:endParaRPr lang="en-US" sz="1500" kern="1200"/>
        </a:p>
      </dsp:txBody>
      <dsp:txXfrm>
        <a:off x="2783804" y="2197100"/>
        <a:ext cx="2355704" cy="720000"/>
      </dsp:txXfrm>
    </dsp:sp>
    <dsp:sp modelId="{598D1C03-2871-4BEE-8144-180AD9008C4D}">
      <dsp:nvSpPr>
        <dsp:cNvPr id="0" name=""/>
        <dsp:cNvSpPr/>
      </dsp:nvSpPr>
      <dsp:spPr>
        <a:xfrm>
          <a:off x="6199575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F3A4D-801D-4C04-8DC3-5891FB4FF34C}">
      <dsp:nvSpPr>
        <dsp:cNvPr id="0" name=""/>
        <dsp:cNvSpPr/>
      </dsp:nvSpPr>
      <dsp:spPr>
        <a:xfrm>
          <a:off x="5551756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Visual data mapping and transformation.</a:t>
          </a:r>
          <a:endParaRPr lang="en-US" sz="1500" kern="1200"/>
        </a:p>
      </dsp:txBody>
      <dsp:txXfrm>
        <a:off x="5551756" y="2197100"/>
        <a:ext cx="2355704" cy="720000"/>
      </dsp:txXfrm>
    </dsp:sp>
    <dsp:sp modelId="{4BBF32E5-F8BF-45FD-846D-37D26548BDC6}">
      <dsp:nvSpPr>
        <dsp:cNvPr id="0" name=""/>
        <dsp:cNvSpPr/>
      </dsp:nvSpPr>
      <dsp:spPr>
        <a:xfrm>
          <a:off x="8967527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1A2DE-0B62-40E9-B31E-BD3BD728FC5E}">
      <dsp:nvSpPr>
        <dsp:cNvPr id="0" name=""/>
        <dsp:cNvSpPr/>
      </dsp:nvSpPr>
      <dsp:spPr>
        <a:xfrm>
          <a:off x="8319708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Real-time and scheduled integrations.</a:t>
          </a:r>
          <a:endParaRPr lang="en-US" sz="1500" kern="1200"/>
        </a:p>
      </dsp:txBody>
      <dsp:txXfrm>
        <a:off x="8319708" y="2197100"/>
        <a:ext cx="2355704" cy="720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C0C84-03C0-4BDF-8E17-4E0AFF6DFF19}">
      <dsp:nvSpPr>
        <dsp:cNvPr id="0" name=""/>
        <dsp:cNvSpPr/>
      </dsp:nvSpPr>
      <dsp:spPr>
        <a:xfrm>
          <a:off x="566905" y="790074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BBE616-9F30-4CD3-99A5-EA7B4F7F05F4}">
      <dsp:nvSpPr>
        <dsp:cNvPr id="0" name=""/>
        <dsp:cNvSpPr/>
      </dsp:nvSpPr>
      <dsp:spPr>
        <a:xfrm>
          <a:off x="80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46B45-59EC-40E5-ACAA-B84CF140BD23}">
      <dsp:nvSpPr>
        <dsp:cNvPr id="0" name=""/>
        <dsp:cNvSpPr/>
      </dsp:nvSpPr>
      <dsp:spPr>
        <a:xfrm>
          <a:off x="21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700" b="1" kern="1200"/>
            <a:t>Monitoring and Logging</a:t>
          </a:r>
          <a:endParaRPr lang="en-US" sz="1700" kern="1200"/>
        </a:p>
      </dsp:txBody>
      <dsp:txXfrm>
        <a:off x="215905" y="2230075"/>
        <a:ext cx="1800000" cy="720000"/>
      </dsp:txXfrm>
    </dsp:sp>
    <dsp:sp modelId="{3F4F9DC9-1EEA-49BF-8744-D73BF8B38B7E}">
      <dsp:nvSpPr>
        <dsp:cNvPr id="0" name=""/>
        <dsp:cNvSpPr/>
      </dsp:nvSpPr>
      <dsp:spPr>
        <a:xfrm>
          <a:off x="2681905" y="790074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FFFED-0A37-4EF6-93B3-0B1600CC5285}">
      <dsp:nvSpPr>
        <dsp:cNvPr id="0" name=""/>
        <dsp:cNvSpPr/>
      </dsp:nvSpPr>
      <dsp:spPr>
        <a:xfrm>
          <a:off x="2915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73688-B7FC-491A-8095-B23E1BD74FC2}">
      <dsp:nvSpPr>
        <dsp:cNvPr id="0" name=""/>
        <dsp:cNvSpPr/>
      </dsp:nvSpPr>
      <dsp:spPr>
        <a:xfrm>
          <a:off x="233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700" b="1" kern="1200"/>
            <a:t>Performance Optimization</a:t>
          </a:r>
          <a:endParaRPr lang="en-US" sz="1700" kern="1200"/>
        </a:p>
      </dsp:txBody>
      <dsp:txXfrm>
        <a:off x="2330905" y="2230075"/>
        <a:ext cx="1800000" cy="720000"/>
      </dsp:txXfrm>
    </dsp:sp>
    <dsp:sp modelId="{A508EEEC-82E9-46F7-8754-7DFF64FF4CCA}">
      <dsp:nvSpPr>
        <dsp:cNvPr id="0" name=""/>
        <dsp:cNvSpPr/>
      </dsp:nvSpPr>
      <dsp:spPr>
        <a:xfrm>
          <a:off x="4796905" y="790074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46A3B-38D4-4C71-BEE6-2C24D4C814CF}">
      <dsp:nvSpPr>
        <dsp:cNvPr id="0" name=""/>
        <dsp:cNvSpPr/>
      </dsp:nvSpPr>
      <dsp:spPr>
        <a:xfrm>
          <a:off x="503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145E6-647C-46F3-B75D-322710971840}">
      <dsp:nvSpPr>
        <dsp:cNvPr id="0" name=""/>
        <dsp:cNvSpPr/>
      </dsp:nvSpPr>
      <dsp:spPr>
        <a:xfrm>
          <a:off x="444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700" b="1" kern="1200"/>
            <a:t>Security Policy Updates</a:t>
          </a:r>
          <a:endParaRPr lang="en-US" sz="1700" kern="1200"/>
        </a:p>
      </dsp:txBody>
      <dsp:txXfrm>
        <a:off x="4445905" y="2230075"/>
        <a:ext cx="1800000" cy="720000"/>
      </dsp:txXfrm>
    </dsp:sp>
    <dsp:sp modelId="{D83E42D7-2CD5-4959-9882-4220FCEC7E95}">
      <dsp:nvSpPr>
        <dsp:cNvPr id="0" name=""/>
        <dsp:cNvSpPr/>
      </dsp:nvSpPr>
      <dsp:spPr>
        <a:xfrm>
          <a:off x="6911906" y="790074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8DF57-0C5F-4D80-B0DB-51C876D4084A}">
      <dsp:nvSpPr>
        <dsp:cNvPr id="0" name=""/>
        <dsp:cNvSpPr/>
      </dsp:nvSpPr>
      <dsp:spPr>
        <a:xfrm>
          <a:off x="7145906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6B273-6D6D-40E6-AE03-AA25DEAB2181}">
      <dsp:nvSpPr>
        <dsp:cNvPr id="0" name=""/>
        <dsp:cNvSpPr/>
      </dsp:nvSpPr>
      <dsp:spPr>
        <a:xfrm>
          <a:off x="656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700" b="1" kern="1200"/>
            <a:t>User Training</a:t>
          </a:r>
          <a:endParaRPr lang="en-US" sz="1700" kern="1200"/>
        </a:p>
      </dsp:txBody>
      <dsp:txXfrm>
        <a:off x="6560905" y="2230075"/>
        <a:ext cx="1800000" cy="720000"/>
      </dsp:txXfrm>
    </dsp:sp>
    <dsp:sp modelId="{1D208ECB-3E41-47DA-8CDF-B7782C4A926B}">
      <dsp:nvSpPr>
        <dsp:cNvPr id="0" name=""/>
        <dsp:cNvSpPr/>
      </dsp:nvSpPr>
      <dsp:spPr>
        <a:xfrm>
          <a:off x="9026906" y="790074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3AC11-2027-46CD-88F6-0241E992F23C}">
      <dsp:nvSpPr>
        <dsp:cNvPr id="0" name=""/>
        <dsp:cNvSpPr/>
      </dsp:nvSpPr>
      <dsp:spPr>
        <a:xfrm>
          <a:off x="926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80F5D-F7F3-4CDF-BF07-2787BFBB2197}">
      <dsp:nvSpPr>
        <dsp:cNvPr id="0" name=""/>
        <dsp:cNvSpPr/>
      </dsp:nvSpPr>
      <dsp:spPr>
        <a:xfrm>
          <a:off x="8675906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700" b="1" kern="1200"/>
            <a:t>Periodic Audits</a:t>
          </a:r>
          <a:endParaRPr lang="en-US" sz="1700" kern="1200"/>
        </a:p>
      </dsp:txBody>
      <dsp:txXfrm>
        <a:off x="8675906" y="2230075"/>
        <a:ext cx="1800000" cy="7200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220E7-9D91-4E86-A87E-9CCA6E4E96D4}">
      <dsp:nvSpPr>
        <dsp:cNvPr id="0" name=""/>
        <dsp:cNvSpPr/>
      </dsp:nvSpPr>
      <dsp:spPr>
        <a:xfrm>
          <a:off x="1249717" y="736567"/>
          <a:ext cx="1306681" cy="1306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428D2-64F8-4B98-B296-B35C97C720E4}">
      <dsp:nvSpPr>
        <dsp:cNvPr id="0" name=""/>
        <dsp:cNvSpPr/>
      </dsp:nvSpPr>
      <dsp:spPr>
        <a:xfrm>
          <a:off x="451189" y="2401058"/>
          <a:ext cx="29037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b="1" kern="1200"/>
            <a:t>Message Queuing:</a:t>
          </a:r>
          <a:r>
            <a:rPr lang="en-MY" sz="1800" kern="1200"/>
            <a:t> Temporarily holds messages for processing.</a:t>
          </a:r>
          <a:endParaRPr lang="en-US" sz="1800" kern="1200"/>
        </a:p>
      </dsp:txBody>
      <dsp:txXfrm>
        <a:off x="451189" y="2401058"/>
        <a:ext cx="2903737" cy="720000"/>
      </dsp:txXfrm>
    </dsp:sp>
    <dsp:sp modelId="{4603671D-B44F-4C60-B2FF-CDDBA6E96AB0}">
      <dsp:nvSpPr>
        <dsp:cNvPr id="0" name=""/>
        <dsp:cNvSpPr/>
      </dsp:nvSpPr>
      <dsp:spPr>
        <a:xfrm>
          <a:off x="4661609" y="736567"/>
          <a:ext cx="1306681" cy="1306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B62C2-3421-4064-AE31-C759CE411CD4}">
      <dsp:nvSpPr>
        <dsp:cNvPr id="0" name=""/>
        <dsp:cNvSpPr/>
      </dsp:nvSpPr>
      <dsp:spPr>
        <a:xfrm>
          <a:off x="3863081" y="2401058"/>
          <a:ext cx="29037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b="1" kern="1200"/>
            <a:t>Decouples Components:</a:t>
          </a:r>
          <a:r>
            <a:rPr lang="en-MY" sz="1800" kern="1200"/>
            <a:t> Producer and consumer run independently.</a:t>
          </a:r>
          <a:endParaRPr lang="en-US" sz="1800" kern="1200"/>
        </a:p>
      </dsp:txBody>
      <dsp:txXfrm>
        <a:off x="3863081" y="2401058"/>
        <a:ext cx="2903737" cy="720000"/>
      </dsp:txXfrm>
    </dsp:sp>
    <dsp:sp modelId="{A569F02A-F82F-4337-9CBE-E981BF12A2F2}">
      <dsp:nvSpPr>
        <dsp:cNvPr id="0" name=""/>
        <dsp:cNvSpPr/>
      </dsp:nvSpPr>
      <dsp:spPr>
        <a:xfrm>
          <a:off x="8073500" y="736567"/>
          <a:ext cx="1306681" cy="1306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A86F5-4DE6-4DD5-B9A5-43EF2539B1EF}">
      <dsp:nvSpPr>
        <dsp:cNvPr id="0" name=""/>
        <dsp:cNvSpPr/>
      </dsp:nvSpPr>
      <dsp:spPr>
        <a:xfrm>
          <a:off x="7274972" y="2401058"/>
          <a:ext cx="29037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b="1" kern="1200"/>
            <a:t>Improves Reliability:</a:t>
          </a:r>
          <a:r>
            <a:rPr lang="en-MY" sz="1800" kern="1200"/>
            <a:t> Handles spikes without overloading systems.</a:t>
          </a:r>
          <a:endParaRPr lang="en-US" sz="1800" kern="1200"/>
        </a:p>
      </dsp:txBody>
      <dsp:txXfrm>
        <a:off x="7274972" y="2401058"/>
        <a:ext cx="2903737" cy="72000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E0F6A-A19C-4F4C-9841-874742572793}">
      <dsp:nvSpPr>
        <dsp:cNvPr id="0" name=""/>
        <dsp:cNvSpPr/>
      </dsp:nvSpPr>
      <dsp:spPr>
        <a:xfrm>
          <a:off x="1189030" y="955710"/>
          <a:ext cx="934170" cy="9341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22686-2C8F-4DE5-8393-4DE2D2B7C192}">
      <dsp:nvSpPr>
        <dsp:cNvPr id="0" name=""/>
        <dsp:cNvSpPr/>
      </dsp:nvSpPr>
      <dsp:spPr>
        <a:xfrm>
          <a:off x="618148" y="2181915"/>
          <a:ext cx="20759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/>
            <a:t>Amazon SQS</a:t>
          </a:r>
          <a:r>
            <a:rPr lang="en-MY" sz="1700" kern="1200"/>
            <a:t>: Reliable queue service for distributed apps.</a:t>
          </a:r>
          <a:endParaRPr lang="en-US" sz="1700" kern="1200"/>
        </a:p>
      </dsp:txBody>
      <dsp:txXfrm>
        <a:off x="618148" y="2181915"/>
        <a:ext cx="2075934" cy="720000"/>
      </dsp:txXfrm>
    </dsp:sp>
    <dsp:sp modelId="{DA7A3917-0720-4381-B57E-4A69F38C1505}">
      <dsp:nvSpPr>
        <dsp:cNvPr id="0" name=""/>
        <dsp:cNvSpPr/>
      </dsp:nvSpPr>
      <dsp:spPr>
        <a:xfrm>
          <a:off x="3628253" y="955710"/>
          <a:ext cx="934170" cy="9341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769C0-D963-4CB7-82A5-017AC973702D}">
      <dsp:nvSpPr>
        <dsp:cNvPr id="0" name=""/>
        <dsp:cNvSpPr/>
      </dsp:nvSpPr>
      <dsp:spPr>
        <a:xfrm>
          <a:off x="3057371" y="2181915"/>
          <a:ext cx="20759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/>
            <a:t>Apache Kafka</a:t>
          </a:r>
          <a:r>
            <a:rPr lang="en-MY" sz="1700" kern="1200"/>
            <a:t>: High-throughput distributed messaging.</a:t>
          </a:r>
          <a:endParaRPr lang="en-US" sz="1700" kern="1200"/>
        </a:p>
      </dsp:txBody>
      <dsp:txXfrm>
        <a:off x="3057371" y="2181915"/>
        <a:ext cx="2075934" cy="720000"/>
      </dsp:txXfrm>
    </dsp:sp>
    <dsp:sp modelId="{DFEC4772-5120-4121-9D06-834C787C4B8E}">
      <dsp:nvSpPr>
        <dsp:cNvPr id="0" name=""/>
        <dsp:cNvSpPr/>
      </dsp:nvSpPr>
      <dsp:spPr>
        <a:xfrm>
          <a:off x="6067476" y="955710"/>
          <a:ext cx="934170" cy="9341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FF6BCB-AF08-47A4-AA45-EBFB9217AAA9}">
      <dsp:nvSpPr>
        <dsp:cNvPr id="0" name=""/>
        <dsp:cNvSpPr/>
      </dsp:nvSpPr>
      <dsp:spPr>
        <a:xfrm>
          <a:off x="5496594" y="2181915"/>
          <a:ext cx="20759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/>
            <a:t>RabbitMQ</a:t>
          </a:r>
          <a:r>
            <a:rPr lang="en-MY" sz="1700" kern="1200"/>
            <a:t>: Lightweight and flexible broker.</a:t>
          </a:r>
          <a:endParaRPr lang="en-US" sz="1700" kern="1200"/>
        </a:p>
      </dsp:txBody>
      <dsp:txXfrm>
        <a:off x="5496594" y="2181915"/>
        <a:ext cx="2075934" cy="720000"/>
      </dsp:txXfrm>
    </dsp:sp>
    <dsp:sp modelId="{03CC4DB5-1063-4B17-ABCE-9D5CA8D1921E}">
      <dsp:nvSpPr>
        <dsp:cNvPr id="0" name=""/>
        <dsp:cNvSpPr/>
      </dsp:nvSpPr>
      <dsp:spPr>
        <a:xfrm>
          <a:off x="8506699" y="955710"/>
          <a:ext cx="934170" cy="9341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82AE9-68C9-4F99-AA14-28053688A294}">
      <dsp:nvSpPr>
        <dsp:cNvPr id="0" name=""/>
        <dsp:cNvSpPr/>
      </dsp:nvSpPr>
      <dsp:spPr>
        <a:xfrm>
          <a:off x="7935817" y="2181915"/>
          <a:ext cx="20759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/>
            <a:t>Azure Queue Storage</a:t>
          </a:r>
          <a:endParaRPr lang="en-US" sz="1700" kern="1200"/>
        </a:p>
      </dsp:txBody>
      <dsp:txXfrm>
        <a:off x="7935817" y="2181915"/>
        <a:ext cx="2075934" cy="72000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7C58-590D-499B-82ED-B2299E927865}">
      <dsp:nvSpPr>
        <dsp:cNvPr id="0" name=""/>
        <dsp:cNvSpPr/>
      </dsp:nvSpPr>
      <dsp:spPr>
        <a:xfrm>
          <a:off x="535949" y="84881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3F16D-442C-44C0-A847-12AEBCD052EE}">
      <dsp:nvSpPr>
        <dsp:cNvPr id="0" name=""/>
        <dsp:cNvSpPr/>
      </dsp:nvSpPr>
      <dsp:spPr>
        <a:xfrm>
          <a:off x="769949" y="1082813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CD9AB-A32E-4C91-9D9D-1A7A93CFEF42}">
      <dsp:nvSpPr>
        <dsp:cNvPr id="0" name=""/>
        <dsp:cNvSpPr/>
      </dsp:nvSpPr>
      <dsp:spPr>
        <a:xfrm>
          <a:off x="184949" y="2288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300" kern="1200"/>
            <a:t>Cloud migration is complex but rewarding</a:t>
          </a:r>
          <a:endParaRPr lang="en-US" sz="1300" kern="1200"/>
        </a:p>
      </dsp:txBody>
      <dsp:txXfrm>
        <a:off x="184949" y="2288813"/>
        <a:ext cx="1800000" cy="720000"/>
      </dsp:txXfrm>
    </dsp:sp>
    <dsp:sp modelId="{2830CD6B-58C7-4BF2-814A-E44517777A03}">
      <dsp:nvSpPr>
        <dsp:cNvPr id="0" name=""/>
        <dsp:cNvSpPr/>
      </dsp:nvSpPr>
      <dsp:spPr>
        <a:xfrm>
          <a:off x="2650949" y="84881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D5DBF-74EA-4838-8547-FBB486F213EE}">
      <dsp:nvSpPr>
        <dsp:cNvPr id="0" name=""/>
        <dsp:cNvSpPr/>
      </dsp:nvSpPr>
      <dsp:spPr>
        <a:xfrm>
          <a:off x="2884949" y="1082813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149A8-B50D-44D4-939B-5A03A48D27AC}">
      <dsp:nvSpPr>
        <dsp:cNvPr id="0" name=""/>
        <dsp:cNvSpPr/>
      </dsp:nvSpPr>
      <dsp:spPr>
        <a:xfrm>
          <a:off x="2299949" y="2288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300" kern="1200"/>
            <a:t>Choose the right model and tools</a:t>
          </a:r>
          <a:endParaRPr lang="en-US" sz="1300" kern="1200"/>
        </a:p>
      </dsp:txBody>
      <dsp:txXfrm>
        <a:off x="2299949" y="2288813"/>
        <a:ext cx="1800000" cy="720000"/>
      </dsp:txXfrm>
    </dsp:sp>
    <dsp:sp modelId="{7FBCB7BB-338E-4F1C-B1F5-179C1BAADE35}">
      <dsp:nvSpPr>
        <dsp:cNvPr id="0" name=""/>
        <dsp:cNvSpPr/>
      </dsp:nvSpPr>
      <dsp:spPr>
        <a:xfrm>
          <a:off x="4765949" y="84881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BCB77-6E73-42A3-AA11-C3C9E60B828D}">
      <dsp:nvSpPr>
        <dsp:cNvPr id="0" name=""/>
        <dsp:cNvSpPr/>
      </dsp:nvSpPr>
      <dsp:spPr>
        <a:xfrm>
          <a:off x="4999949" y="1082813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DD2DA-D0EB-4C3A-BB1C-B4DC2F373395}">
      <dsp:nvSpPr>
        <dsp:cNvPr id="0" name=""/>
        <dsp:cNvSpPr/>
      </dsp:nvSpPr>
      <dsp:spPr>
        <a:xfrm>
          <a:off x="4414949" y="2288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300" kern="1200"/>
            <a:t>Integrate thoughtfully</a:t>
          </a:r>
          <a:endParaRPr lang="en-US" sz="1300" kern="1200"/>
        </a:p>
      </dsp:txBody>
      <dsp:txXfrm>
        <a:off x="4414949" y="2288813"/>
        <a:ext cx="1800000" cy="720000"/>
      </dsp:txXfrm>
    </dsp:sp>
    <dsp:sp modelId="{9B7AA995-F9EF-4084-87BA-8DC78E57591D}">
      <dsp:nvSpPr>
        <dsp:cNvPr id="0" name=""/>
        <dsp:cNvSpPr/>
      </dsp:nvSpPr>
      <dsp:spPr>
        <a:xfrm>
          <a:off x="6880950" y="84881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5AFD6-3CFC-472A-A6E1-916E716E28C7}">
      <dsp:nvSpPr>
        <dsp:cNvPr id="0" name=""/>
        <dsp:cNvSpPr/>
      </dsp:nvSpPr>
      <dsp:spPr>
        <a:xfrm>
          <a:off x="7114950" y="1082813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1B9DD-248B-4FE0-A4B5-2DE7FDEED98A}">
      <dsp:nvSpPr>
        <dsp:cNvPr id="0" name=""/>
        <dsp:cNvSpPr/>
      </dsp:nvSpPr>
      <dsp:spPr>
        <a:xfrm>
          <a:off x="6529949" y="2288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300" kern="1200"/>
            <a:t>Be aware of risks and mitigate them</a:t>
          </a:r>
          <a:endParaRPr lang="en-US" sz="1300" kern="1200"/>
        </a:p>
      </dsp:txBody>
      <dsp:txXfrm>
        <a:off x="6529949" y="2288813"/>
        <a:ext cx="1800000" cy="720000"/>
      </dsp:txXfrm>
    </dsp:sp>
    <dsp:sp modelId="{95D12BC2-A7F4-4D4F-9F21-B83F1CA267CC}">
      <dsp:nvSpPr>
        <dsp:cNvPr id="0" name=""/>
        <dsp:cNvSpPr/>
      </dsp:nvSpPr>
      <dsp:spPr>
        <a:xfrm>
          <a:off x="8995950" y="84881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59FE5-A41D-4DB3-A87A-4DA00FDE8220}">
      <dsp:nvSpPr>
        <dsp:cNvPr id="0" name=""/>
        <dsp:cNvSpPr/>
      </dsp:nvSpPr>
      <dsp:spPr>
        <a:xfrm>
          <a:off x="9229950" y="1082813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1C9BD-B2A9-4204-B7BB-5AF874E1D5D6}">
      <dsp:nvSpPr>
        <dsp:cNvPr id="0" name=""/>
        <dsp:cNvSpPr/>
      </dsp:nvSpPr>
      <dsp:spPr>
        <a:xfrm>
          <a:off x="8644950" y="22888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MY" sz="1300" kern="1200"/>
            <a:t>Use messaging queues for better architecture</a:t>
          </a:r>
          <a:endParaRPr lang="en-US" sz="1300" kern="1200"/>
        </a:p>
      </dsp:txBody>
      <dsp:txXfrm>
        <a:off x="8644950" y="2288813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73AD-E9AC-B74A-BD3A-02A91DB8D501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1DEFD-2017-4F41-BFA6-D7363079E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2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6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5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2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10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8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6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0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5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8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7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4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0E032-A449-E660-92CA-2308F53A7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US" sz="4000"/>
              <a:t>Topic 6 - Migrating into the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1E238-401A-F4EC-EAF2-DE53B244D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r>
              <a:rPr lang="en-MY" sz="1700"/>
              <a:t>Concepts, Challenges, Integration &amp; Real-world Considerations</a:t>
            </a:r>
            <a:endParaRPr lang="en-US" sz="17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louds and clear skies">
            <a:extLst>
              <a:ext uri="{FF2B5EF4-FFF2-40B4-BE49-F238E27FC236}">
                <a16:creationId xmlns:a16="http://schemas.microsoft.com/office/drawing/2014/main" id="{98ECA1D4-DD39-567E-F7C7-102CD1E759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8" r="28003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82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6F559-8495-34D0-4074-CDE8DB9C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MY" dirty="0"/>
              <a:t>Cloud Migration</a:t>
            </a:r>
            <a:endParaRPr lang="en-US" dirty="0"/>
          </a:p>
        </p:txBody>
      </p:sp>
      <p:pic>
        <p:nvPicPr>
          <p:cNvPr id="16" name="Picture 15" descr="Clouds in sky">
            <a:extLst>
              <a:ext uri="{FF2B5EF4-FFF2-40B4-BE49-F238E27FC236}">
                <a16:creationId xmlns:a16="http://schemas.microsoft.com/office/drawing/2014/main" id="{62B6884A-618B-455A-0167-D114BD4D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8" r="30442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E3861-4401-A357-7FE8-097F022F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Cloud migration is the process of moving digital business operations into the cloud.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Involves moving data, applications, and IT processes from on-premises or legacy infrastructure to a cloud-based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Can be done partially (hybrid) or fully (public/private cloud).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68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2AC68-DDC7-DD79-8A46-F155456D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Reasons to Migrate to the Cloud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560688-DD3A-6B3B-8130-119DC804B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26838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60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66D89-E146-55E3-09C9-FFFC2161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700" b="1"/>
              <a:t>Types of Cloud Services</a:t>
            </a:r>
            <a:br>
              <a:rPr lang="en-MY" sz="3700"/>
            </a:br>
            <a:endParaRPr lang="en-US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861E33-F444-D476-1F74-5A425E793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9382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495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88B8-6DA4-4D7C-6E5F-C5BDE0FA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Popular Cloud Providers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FBAD-EC54-8694-B198-E33ED0B9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Amazon Web Services (AWS):</a:t>
            </a:r>
            <a:r>
              <a:rPr lang="en-MY" dirty="0"/>
              <a:t> Leader in global cloud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Microsoft Azure:</a:t>
            </a:r>
            <a:r>
              <a:rPr lang="en-MY" dirty="0"/>
              <a:t> Strong in hybrid cloud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Google Cloud Platform (GCP):</a:t>
            </a:r>
            <a:r>
              <a:rPr lang="en-MY" dirty="0"/>
              <a:t> Known for data analytics and AI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IBM Cloud, Oracle Cloud:</a:t>
            </a:r>
            <a:r>
              <a:rPr lang="en-MY" dirty="0"/>
              <a:t> Used in enterprise and legacy migration contexts.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247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05C0E-359C-A51B-43AB-EC3BC9BD7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700" b="1"/>
              <a:t>Key Challenges in Cloud Migration</a:t>
            </a:r>
            <a:br>
              <a:rPr lang="en-MY" sz="3700"/>
            </a:br>
            <a:endParaRPr lang="en-US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6C9B39-7668-F90D-AA07-5C4500068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79704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637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BA869-2D14-BA86-D884-146CCD36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Planning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70DE42-BFDD-3876-D43F-A09B58E404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00590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727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AB328-E70E-3407-66A0-E7AC8766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/>
              <a:t>The 6 R’s of Cloud Migration</a:t>
            </a:r>
            <a:br>
              <a:rPr lang="en-MY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4890A3-5A4E-EE32-AA14-B5ACEA970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03139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955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DC99-DE4A-D3F9-6A0F-B35BA592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Rehost (Lift and Shift)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5059C-77AF-102D-0BC4-CD09E5356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Move applications without modifying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Typically faster and less expensive.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Suitable for legacy systems that are hard to refactor.</a:t>
            </a:r>
          </a:p>
          <a:p>
            <a:pPr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Example:</a:t>
            </a:r>
            <a:r>
              <a:rPr lang="en-MY" dirty="0"/>
              <a:t> Moving a virtual machine from a local data </a:t>
            </a:r>
            <a:r>
              <a:rPr lang="en-MY" dirty="0" err="1"/>
              <a:t>center</a:t>
            </a:r>
            <a:r>
              <a:rPr lang="en-MY" dirty="0"/>
              <a:t> to AWS EC2.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95D4-CC24-30EC-7ADF-EA306E69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Refactor (</a:t>
            </a:r>
            <a:r>
              <a:rPr lang="en-MY" b="1" dirty="0" err="1"/>
              <a:t>Replatform</a:t>
            </a:r>
            <a:r>
              <a:rPr lang="en-MY" b="1" dirty="0"/>
              <a:t>)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3EC2-0264-EF9F-222F-E18ACDA89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Make minimal changes to adapt the app to the cloud.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Improve performance or scalability.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Reuse existing code and frameworks.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Moving an app to a managed database or using container services.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33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D0FD-FB38-B197-6C51-3653EC42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Revise (Re-architect)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2DF1-0DD5-A6F6-9487-1C0187716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Modify or extend existing code 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Required when existing code is not optimized for cloud.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Prepares for better long-term cloud-native benefits.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Splitting a monolithic app into microservices.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15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F9F8-DB54-E169-224C-AD3B2443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Rebuild (Redesign from Scratch)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23B40-5FE7-1E0E-DE75-AB288963F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Complete rewrite of the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Highest cost and time investment.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Best option for outdated or inefficient legacy systems.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Rebuilding an HR system using cloud-native frameworks.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33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F9C1-DCC1-9FD9-4B01-A379470F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Replace (Drop and Shop)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E7DE-F6C6-8894-89E0-61938A55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Replace your in-house app with SaaS.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Avoids development cost and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Fast deployment and maintenance.</a:t>
            </a:r>
          </a:p>
          <a:p>
            <a:endParaRPr lang="en-MY" b="1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Switching to Salesforce instead of running your own CRM.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40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17B7-27EA-40F9-2897-53CC390E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Retire (Decommissioning)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0955A-4072-0C06-F339-BBB8588D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Identify and eliminate applications no longer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Frees up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Reduces complexity and cost.</a:t>
            </a:r>
          </a:p>
          <a:p>
            <a:pPr>
              <a:buFont typeface="Arial" panose="020B0604020202020204" pitchFamily="34" charset="0"/>
              <a:buChar char="•"/>
            </a:pPr>
            <a:endParaRPr lang="en-MY" b="1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Retiring an old reporting tool replaced by BI dashboards in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7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9AE1E-F4A1-121A-0E86-13BCC733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700" b="1"/>
              <a:t>Steps to Cloud Migration</a:t>
            </a:r>
            <a:br>
              <a:rPr lang="en-MY" sz="3700"/>
            </a:br>
            <a:endParaRPr lang="en-US" sz="37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5D1BB6A-4AD9-B148-45D1-A9EFA9B8C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050490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14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DE490-CADC-6C95-F029-6E98AF12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Step 1 - Create a Migration Strategy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587C3C-F0B9-3D2E-0514-8D3BA5B15B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71743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410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798AF-CFF1-3905-BA88-E737CC6D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Step 2 - Evaluate Applications and Data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3FF114-8007-DBF9-C24C-7E4CB86D6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643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146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54215-4E70-4047-8130-FB26BDFCF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Step 3 - Choose the Right Cloud Provider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091A60-7FEF-8583-4860-7A38419ED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82923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569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75C6B-3BD9-9CA3-6D20-505294F18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Step 4 - Prepare the Environment</a:t>
            </a:r>
            <a:br>
              <a:rPr lang="en-MY" dirty="0"/>
            </a:b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DCDDDD-BCE3-F6FC-75B3-5C419338B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395211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4515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FC029-3021-7BED-E366-9BE9D27C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Step 5 - Migrate and Test</a:t>
            </a:r>
            <a:br>
              <a:rPr lang="en-MY" dirty="0"/>
            </a:b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1BC8BE-9AD6-E89E-EA00-A779DB3FC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172886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442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02AEA-6B47-B46E-44AD-EB162CDCB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Step 6 - Monitor and Optimize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A916AA-73C8-14E9-D2BD-DCF97BF13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881680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8247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FD2B-090C-ACAD-3F4F-CA485267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Migration Tools &amp; Platforms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076CD-1C9B-2144-FA49-6DB36C7E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AWS Migration Hub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Azure Migrate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Google Migrate for Compute Engine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 err="1"/>
              <a:t>CloudEndure</a:t>
            </a:r>
            <a:r>
              <a:rPr lang="en-MY" b="1" dirty="0"/>
              <a:t>, </a:t>
            </a:r>
            <a:r>
              <a:rPr lang="en-MY" b="1" dirty="0" err="1"/>
              <a:t>Velostrata</a:t>
            </a:r>
            <a:endParaRPr lang="en-MY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164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F57F-8462-4775-1E79-FFAC02A2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Limitations That Deter Adoption</a:t>
            </a:r>
            <a:br>
              <a:rPr lang="en-MY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68BB91-7F15-16F0-AE9F-AF92C60A6C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760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165F-479B-8E45-1859-DB849CB9D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Cloud Integration Types</a:t>
            </a:r>
            <a:br>
              <a:rPr lang="en-MY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705BF6-059E-AAA3-D70A-02636E5654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073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71F0-74ED-6EE2-46FD-D40C06C4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Data Integration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D947-EF5F-CEC9-4502-52F8FCBD5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Combines data from different sources into a single, unified view.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Supports real-time or batch synchronization between databases and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Ensures consistency, quality, and availability of business-critical data.</a:t>
            </a:r>
          </a:p>
          <a:p>
            <a:pPr marL="0" indent="0">
              <a:buNone/>
            </a:pPr>
            <a:endParaRPr lang="en-MY" b="1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Syncing product inventory data between a cloud-based e-commerce platform and an on-premises ERP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620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CC3B-FD14-EE62-CA5A-E1CC39C2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Application Integration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6130-D092-3742-E592-FAD757E9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Connects different applications to work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Facilitates communication and data exchange across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Enables automation of workflows that span multiple systems.</a:t>
            </a:r>
          </a:p>
          <a:p>
            <a:pPr marL="0" indent="0">
              <a:buNone/>
            </a:pPr>
            <a:endParaRPr lang="en-MY" b="1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Integrating Salesforce (CRM) with Mailchimp (Email Marketing) to auto-send customer emails after a sales update.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58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E029-2F82-CCF6-EBBE-179264E2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Process Integration</a:t>
            </a:r>
            <a:br>
              <a:rPr lang="en-M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9247-8ED9-FE32-7D8D-90553C47D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Aligns business processes across applications and departments.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Streamlines multi-step workflows that depend on input/output from different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Often managed through orchestration or Business Process Management (BPM) tools.</a:t>
            </a:r>
          </a:p>
          <a:p>
            <a:pPr marL="0" indent="0">
              <a:buNone/>
            </a:pPr>
            <a:endParaRPr lang="en-MY" b="1" dirty="0"/>
          </a:p>
          <a:p>
            <a:pPr marL="0" indent="0">
              <a:buNone/>
            </a:pPr>
            <a:r>
              <a:rPr lang="en-MY" b="1" dirty="0"/>
              <a:t>Example:</a:t>
            </a:r>
            <a:r>
              <a:rPr lang="en-MY" dirty="0"/>
              <a:t> An order placed on an e-commerce platform triggers inventory check, invoicing, and shipment tracking—spanning several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53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2037-1700-1F68-B196-E2644704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Requirements for Integration</a:t>
            </a:r>
            <a:br>
              <a:rPr lang="en-MY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330478-1B3C-3FE1-0B1C-78E8849F09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5664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00E88-46C6-2171-B60F-416F7100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MY" b="1" dirty="0"/>
              <a:t>Attributes of Integration Platforms</a:t>
            </a:r>
            <a:br>
              <a:rPr lang="en-MY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1EC620-1A89-F020-34F9-FDEF66E34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06797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945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7662-E854-0E52-80B9-5DD92C38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What is Jitterbit Integration Server?</a:t>
            </a:r>
            <a:br>
              <a:rPr lang="en-MY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A84ED5-0A9A-23ED-40BD-C9A7C3BB0A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3484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3E03D-2C9A-868A-3441-9807BC34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MY" sz="3700" b="1"/>
              <a:t>Risks in Cloud Migration</a:t>
            </a:r>
            <a:br>
              <a:rPr lang="en-MY" sz="3700"/>
            </a:br>
            <a:endParaRPr lang="en-US" sz="3700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0CC20A0E-103B-B95A-A213-DF5E507E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7" r="33163" b="-2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8E7E-918E-5405-04F9-E65B73DBC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Vendor Lock-in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Budget Overruns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Service Disruptions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Loss of Governance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Incompatibility</a:t>
            </a:r>
            <a:endParaRPr lang="en-MY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562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F12CD-0FAD-E571-87C9-ED34207A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b="1" dirty="0"/>
              <a:t>Mitigation Strategies</a:t>
            </a:r>
            <a:br>
              <a:rPr lang="en-MY" dirty="0"/>
            </a:br>
            <a:endParaRPr lang="en-US"/>
          </a:p>
        </p:txBody>
      </p:sp>
      <p:pic>
        <p:nvPicPr>
          <p:cNvPr id="5" name="Picture 4" descr="Files">
            <a:extLst>
              <a:ext uri="{FF2B5EF4-FFF2-40B4-BE49-F238E27FC236}">
                <a16:creationId xmlns:a16="http://schemas.microsoft.com/office/drawing/2014/main" id="{0E2D78E2-EEBE-D8D5-B6E3-CA40994CC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6" r="37443" b="-2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ACE7-61D9-057F-74D1-6865713A6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Use Open Standards/APIs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Document Everything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Start with Pilot Projects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Regular Testing and Backup</a:t>
            </a:r>
            <a:endParaRPr lang="en-MY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37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DA4F9-1CDE-3A91-592E-D27F0780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700" b="1"/>
              <a:t>Post-Migration Considerations</a:t>
            </a:r>
            <a:br>
              <a:rPr lang="en-MY" sz="3700"/>
            </a:br>
            <a:endParaRPr lang="en-US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DEB9C6-6730-3713-F5A3-406F185B3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63723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8127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3C503-B22D-8197-6630-34929EF2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400" b="1"/>
              <a:t>Cloud Messaging Queuing</a:t>
            </a:r>
            <a:br>
              <a:rPr lang="en-MY" sz="3400"/>
            </a:br>
            <a:endParaRPr lang="en-US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EB4428-4110-5116-FF15-7CC145D09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967026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19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684B2-EB32-6E99-1497-C3C83571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400" b="1"/>
              <a:t>Examples of Messaging Queuing Tools</a:t>
            </a:r>
            <a:br>
              <a:rPr lang="en-MY" sz="3400"/>
            </a:br>
            <a:endParaRPr lang="en-US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868C51-4ADE-0D94-5ED1-314140F631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053361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3198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030C8-3904-6676-B0C3-3718BEBC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MY" sz="3400" b="1"/>
              <a:t>Summary of Key Points</a:t>
            </a:r>
            <a:br>
              <a:rPr lang="en-MY" sz="3400"/>
            </a:br>
            <a:endParaRPr lang="en-US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757606-544D-D81E-C258-C760565CB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938261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81710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1325</Words>
  <Application>Microsoft Macintosh PowerPoint</Application>
  <PresentationFormat>Widescreen</PresentationFormat>
  <Paragraphs>199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Calisto MT</vt:lpstr>
      <vt:lpstr>Univers Condensed</vt:lpstr>
      <vt:lpstr>ChronicleVTI</vt:lpstr>
      <vt:lpstr>Topic 6 - Migrating into the Cloud</vt:lpstr>
      <vt:lpstr>Cloud Migration</vt:lpstr>
      <vt:lpstr>Reasons to Migrate to the Cloud </vt:lpstr>
      <vt:lpstr>Types of Cloud Services </vt:lpstr>
      <vt:lpstr>Popular Cloud Providers </vt:lpstr>
      <vt:lpstr>Key Challenges in Cloud Migration </vt:lpstr>
      <vt:lpstr>Planning </vt:lpstr>
      <vt:lpstr>The 6 R’s of Cloud Migration </vt:lpstr>
      <vt:lpstr>Rehost (Lift and Shift) </vt:lpstr>
      <vt:lpstr>Refactor (Replatform) </vt:lpstr>
      <vt:lpstr>Revise (Re-architect) </vt:lpstr>
      <vt:lpstr>Rebuild (Redesign from Scratch) </vt:lpstr>
      <vt:lpstr>Replace (Drop and Shop) </vt:lpstr>
      <vt:lpstr>Retire (Decommissioning) </vt:lpstr>
      <vt:lpstr>Steps to Cloud Migration </vt:lpstr>
      <vt:lpstr>Step 1 - Create a Migration Strategy </vt:lpstr>
      <vt:lpstr>Step 2 - Evaluate Applications and Data </vt:lpstr>
      <vt:lpstr>Step 3 - Choose the Right Cloud Provider </vt:lpstr>
      <vt:lpstr>Step 4 - Prepare the Environment </vt:lpstr>
      <vt:lpstr>Step 5 - Migrate and Test </vt:lpstr>
      <vt:lpstr>Step 6 - Monitor and Optimize </vt:lpstr>
      <vt:lpstr>Migration Tools &amp; Platforms </vt:lpstr>
      <vt:lpstr>Limitations That Deter Adoption </vt:lpstr>
      <vt:lpstr>Cloud Integration Types </vt:lpstr>
      <vt:lpstr>Data Integration </vt:lpstr>
      <vt:lpstr>Application Integration </vt:lpstr>
      <vt:lpstr>Process Integration </vt:lpstr>
      <vt:lpstr>Requirements for Integration </vt:lpstr>
      <vt:lpstr>Attributes of Integration Platforms </vt:lpstr>
      <vt:lpstr>What is Jitterbit Integration Server? </vt:lpstr>
      <vt:lpstr>Risks in Cloud Migration </vt:lpstr>
      <vt:lpstr>Mitigation Strategies </vt:lpstr>
      <vt:lpstr>Post-Migration Considerations </vt:lpstr>
      <vt:lpstr>Cloud Messaging Queuing </vt:lpstr>
      <vt:lpstr>Examples of Messaging Queuing Tools </vt:lpstr>
      <vt:lpstr>Summary of Key Points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Izrulfizal Saufihamizal Bin Ibrahim</dc:creator>
  <cp:lastModifiedBy>Izrulfizal Saufihamizal Bin Ibrahim</cp:lastModifiedBy>
  <cp:revision>48</cp:revision>
  <dcterms:created xsi:type="dcterms:W3CDTF">2025-02-04T00:43:50Z</dcterms:created>
  <dcterms:modified xsi:type="dcterms:W3CDTF">2025-04-15T00:16:10Z</dcterms:modified>
</cp:coreProperties>
</file>